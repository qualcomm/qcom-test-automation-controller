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theme/theme3.xml" ContentType="application/vnd.openxmlformats-officedocument.theme+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theme/theme4.xml" ContentType="application/vnd.openxmlformats-officedocument.theme+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20" r:id="rId2"/>
    <p:sldMasterId id="2147483780" r:id="rId3"/>
    <p:sldMasterId id="2147483840" r:id="rId4"/>
    <p:sldMasterId id="2147483951"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8" d="100"/>
          <a:sy n="88" d="100"/>
        </p:scale>
        <p:origin x="22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svg"/><Relationship Id="rId7"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20.png"/><Relationship Id="rId11" Type="http://schemas.openxmlformats.org/officeDocument/2006/relationships/image" Target="../media/image25.svg"/><Relationship Id="rId5" Type="http://schemas.microsoft.com/office/2007/relationships/hdphoto" Target="../media/hdphoto2.wdp"/><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svg"/><Relationship Id="rId7"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20.png"/><Relationship Id="rId11" Type="http://schemas.openxmlformats.org/officeDocument/2006/relationships/image" Target="../media/image25.svg"/><Relationship Id="rId5" Type="http://schemas.microsoft.com/office/2007/relationships/hdphoto" Target="../media/hdphoto2.wdp"/><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svg"/><Relationship Id="rId7"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20.png"/><Relationship Id="rId11" Type="http://schemas.openxmlformats.org/officeDocument/2006/relationships/image" Target="../media/image25.svg"/><Relationship Id="rId5" Type="http://schemas.microsoft.com/office/2007/relationships/hdphoto" Target="../media/hdphoto2.wdp"/><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svg"/></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svg"/><Relationship Id="rId7"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20.png"/><Relationship Id="rId11" Type="http://schemas.openxmlformats.org/officeDocument/2006/relationships/image" Target="../media/image25.svg"/><Relationship Id="rId5" Type="http://schemas.microsoft.com/office/2007/relationships/hdphoto" Target="../media/hdphoto2.wdp"/><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1.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1.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3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svg"/><Relationship Id="rId7"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20.png"/><Relationship Id="rId11" Type="http://schemas.openxmlformats.org/officeDocument/2006/relationships/image" Target="../media/image25.svg"/><Relationship Id="rId5" Type="http://schemas.microsoft.com/office/2007/relationships/hdphoto" Target="../media/hdphoto2.wdp"/><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svg"/></Relationships>
</file>

<file path=ppt/slideLayouts/_rels/slideLayout13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svg"/><Relationship Id="rId7" Type="http://schemas.openxmlformats.org/officeDocument/2006/relationships/image" Target="../media/image21.sv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20.png"/><Relationship Id="rId11" Type="http://schemas.openxmlformats.org/officeDocument/2006/relationships/image" Target="../media/image25.svg"/><Relationship Id="rId5" Type="http://schemas.microsoft.com/office/2007/relationships/hdphoto" Target="../media/hdphoto2.wdp"/><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sv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7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png"/><Relationship Id="rId1" Type="http://schemas.openxmlformats.org/officeDocument/2006/relationships/slideMaster" Target="../slideMasters/slideMaster4.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4.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1.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1.png"/></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9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7.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Master" Target="../slideMasters/slideMaster4.xml"/><Relationship Id="rId6" Type="http://schemas.openxmlformats.org/officeDocument/2006/relationships/image" Target="../media/image24.png"/><Relationship Id="rId11" Type="http://schemas.microsoft.com/office/2007/relationships/hdphoto" Target="../media/hdphoto2.wdp"/><Relationship Id="rId5" Type="http://schemas.openxmlformats.org/officeDocument/2006/relationships/image" Target="../media/image28.svg"/><Relationship Id="rId10" Type="http://schemas.openxmlformats.org/officeDocument/2006/relationships/image" Target="../media/image19.png"/><Relationship Id="rId4" Type="http://schemas.openxmlformats.org/officeDocument/2006/relationships/image" Target="../media/image22.png"/><Relationship Id="rId9" Type="http://schemas.openxmlformats.org/officeDocument/2006/relationships/image" Target="../media/image18.svg"/></Relationships>
</file>

<file path=ppt/slideLayouts/_rels/slideLayout19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7.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Master" Target="../slideMasters/slideMaster4.xml"/><Relationship Id="rId6" Type="http://schemas.openxmlformats.org/officeDocument/2006/relationships/image" Target="../media/image24.png"/><Relationship Id="rId11" Type="http://schemas.microsoft.com/office/2007/relationships/hdphoto" Target="../media/hdphoto2.wdp"/><Relationship Id="rId5" Type="http://schemas.openxmlformats.org/officeDocument/2006/relationships/image" Target="../media/image28.svg"/><Relationship Id="rId10" Type="http://schemas.openxmlformats.org/officeDocument/2006/relationships/image" Target="../media/image19.png"/><Relationship Id="rId4" Type="http://schemas.openxmlformats.org/officeDocument/2006/relationships/image" Target="../media/image22.png"/><Relationship Id="rId9" Type="http://schemas.openxmlformats.org/officeDocument/2006/relationships/image" Target="../media/image5.sv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_Dark Blue">
    <p:bg>
      <p:bgPr>
        <a:solidFill>
          <a:schemeClr val="accent2"/>
        </a:solidFill>
        <a:effectLst/>
      </p:bgPr>
    </p:bg>
    <p:spTree>
      <p:nvGrpSpPr>
        <p:cNvPr id="1" name=""/>
        <p:cNvGrpSpPr/>
        <p:nvPr/>
      </p:nvGrpSpPr>
      <p:grpSpPr>
        <a:xfrm>
          <a:off x="0" y="0"/>
          <a:ext cx="0" cy="0"/>
          <a:chOff x="0" y="0"/>
          <a:chExt cx="0" cy="0"/>
        </a:xfrm>
      </p:grpSpPr>
      <p:sp>
        <p:nvSpPr>
          <p:cNvPr id="16" name="Title 2">
            <a:extLst>
              <a:ext uri="{FF2B5EF4-FFF2-40B4-BE49-F238E27FC236}">
                <a16:creationId xmlns:a16="http://schemas.microsoft.com/office/drawing/2014/main" id="{62C0E76A-32B9-4D4D-B734-7A849718BDEC}"/>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4" name="TextBox 3">
            <a:extLst>
              <a:ext uri="{FF2B5EF4-FFF2-40B4-BE49-F238E27FC236}">
                <a16:creationId xmlns:a16="http://schemas.microsoft.com/office/drawing/2014/main" id="{762F7825-67D8-BEB0-EF71-6CA04CEAC158}"/>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pic>
        <p:nvPicPr>
          <p:cNvPr id="9" name="Picture 2">
            <a:extLst>
              <a:ext uri="{FF2B5EF4-FFF2-40B4-BE49-F238E27FC236}">
                <a16:creationId xmlns:a16="http://schemas.microsoft.com/office/drawing/2014/main" id="{96D7C55A-9A16-C74F-7218-62A241D95B68}"/>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45928" y="5274955"/>
            <a:ext cx="962673" cy="792027"/>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5">
            <a:extLst>
              <a:ext uri="{FF2B5EF4-FFF2-40B4-BE49-F238E27FC236}">
                <a16:creationId xmlns:a16="http://schemas.microsoft.com/office/drawing/2014/main" id="{48631362-5383-91AB-E4C6-5C8A4AE0F4C9}"/>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2" name="Graphic 1">
            <a:extLst>
              <a:ext uri="{FF2B5EF4-FFF2-40B4-BE49-F238E27FC236}">
                <a16:creationId xmlns:a16="http://schemas.microsoft.com/office/drawing/2014/main" id="{EEE9165D-7D77-695D-C520-D35AC8585768}"/>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8" name="TextBox 7">
            <a:extLst>
              <a:ext uri="{FF2B5EF4-FFF2-40B4-BE49-F238E27FC236}">
                <a16:creationId xmlns:a16="http://schemas.microsoft.com/office/drawing/2014/main" id="{60D27806-EEB0-B5B6-5F18-2CD9B672286D}"/>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10" name="Text Placeholder 22">
            <a:extLst>
              <a:ext uri="{FF2B5EF4-FFF2-40B4-BE49-F238E27FC236}">
                <a16:creationId xmlns:a16="http://schemas.microsoft.com/office/drawing/2014/main" id="{B9E7A6BC-5E51-EB0A-291C-609F4579A64E}"/>
              </a:ext>
            </a:extLst>
          </p:cNvPr>
          <p:cNvSpPr>
            <a:spLocks noGrp="1"/>
          </p:cNvSpPr>
          <p:nvPr>
            <p:ph type="body" sz="quarter" idx="14" hasCustomPrompt="1"/>
          </p:nvPr>
        </p:nvSpPr>
        <p:spPr>
          <a:xfrm>
            <a:off x="516470" y="590270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4" name="Text Placeholder 22">
            <a:extLst>
              <a:ext uri="{FF2B5EF4-FFF2-40B4-BE49-F238E27FC236}">
                <a16:creationId xmlns:a16="http://schemas.microsoft.com/office/drawing/2014/main" id="{746994A3-9FA4-A9D9-0DEB-FA3FF9195938}"/>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5" name="Text Placeholder 7">
            <a:extLst>
              <a:ext uri="{FF2B5EF4-FFF2-40B4-BE49-F238E27FC236}">
                <a16:creationId xmlns:a16="http://schemas.microsoft.com/office/drawing/2014/main" id="{1D49977E-3709-B8FC-FE88-D434F690DED5}"/>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2766646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_Qualcomm Blue">
    <p:bg>
      <p:bgPr>
        <a:solidFill>
          <a:schemeClr val="accent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5" name="TextBox 4">
            <a:extLst>
              <a:ext uri="{FF2B5EF4-FFF2-40B4-BE49-F238E27FC236}">
                <a16:creationId xmlns:a16="http://schemas.microsoft.com/office/drawing/2014/main" id="{6D5A080B-0C7D-C848-F3E0-B20E3AAC1F86}"/>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pic>
        <p:nvPicPr>
          <p:cNvPr id="13" name="Picture 2">
            <a:extLst>
              <a:ext uri="{FF2B5EF4-FFF2-40B4-BE49-F238E27FC236}">
                <a16:creationId xmlns:a16="http://schemas.microsoft.com/office/drawing/2014/main" id="{0B577BFD-84AE-BA0F-14D9-039BA8EA0D26}"/>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45928" y="5274955"/>
            <a:ext cx="962673" cy="792027"/>
          </a:xfrm>
          <a:prstGeom prst="rect">
            <a:avLst/>
          </a:prstGeom>
          <a:noFill/>
          <a:extLst>
            <a:ext uri="{909E8E84-426E-40DD-AFC4-6F175D3DCCD1}">
              <a14:hiddenFill xmlns:a14="http://schemas.microsoft.com/office/drawing/2010/main">
                <a:solidFill>
                  <a:srgbClr val="FFFFFF"/>
                </a:solidFill>
              </a14:hiddenFill>
            </a:ext>
          </a:extLst>
        </p:spPr>
      </p:pic>
      <p:sp>
        <p:nvSpPr>
          <p:cNvPr id="14" name="Freeform 5">
            <a:extLst>
              <a:ext uri="{FF2B5EF4-FFF2-40B4-BE49-F238E27FC236}">
                <a16:creationId xmlns:a16="http://schemas.microsoft.com/office/drawing/2014/main" id="{B0B21C7B-7180-F944-7D68-B3973FC2AF0D}"/>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 name="Graphic 2">
            <a:extLst>
              <a:ext uri="{FF2B5EF4-FFF2-40B4-BE49-F238E27FC236}">
                <a16:creationId xmlns:a16="http://schemas.microsoft.com/office/drawing/2014/main" id="{CC1BFF83-68A9-CD17-ED22-D0465D7FA5C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4" name="Text Placeholder 22">
            <a:extLst>
              <a:ext uri="{FF2B5EF4-FFF2-40B4-BE49-F238E27FC236}">
                <a16:creationId xmlns:a16="http://schemas.microsoft.com/office/drawing/2014/main" id="{24DADB8A-78AB-1FBA-2008-9C40906B3089}"/>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8" name="Text Placeholder 7">
            <a:extLst>
              <a:ext uri="{FF2B5EF4-FFF2-40B4-BE49-F238E27FC236}">
                <a16:creationId xmlns:a16="http://schemas.microsoft.com/office/drawing/2014/main" id="{11517C7B-C702-FEF7-C471-606A350E84A8}"/>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9" name="TextBox 8">
            <a:extLst>
              <a:ext uri="{FF2B5EF4-FFF2-40B4-BE49-F238E27FC236}">
                <a16:creationId xmlns:a16="http://schemas.microsoft.com/office/drawing/2014/main" id="{D888ED53-4956-1196-8A49-61FF73A5A630}"/>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10" name="Text Placeholder 22">
            <a:extLst>
              <a:ext uri="{FF2B5EF4-FFF2-40B4-BE49-F238E27FC236}">
                <a16:creationId xmlns:a16="http://schemas.microsoft.com/office/drawing/2014/main" id="{8EDBBE4F-3C84-3C68-C9C4-42B7681405A6}"/>
              </a:ext>
            </a:extLst>
          </p:cNvPr>
          <p:cNvSpPr>
            <a:spLocks noGrp="1"/>
          </p:cNvSpPr>
          <p:nvPr>
            <p:ph type="body" sz="quarter" idx="14" hasCustomPrompt="1"/>
          </p:nvPr>
        </p:nvSpPr>
        <p:spPr>
          <a:xfrm>
            <a:off x="516470" y="590270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24389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_Light Grey">
    <p:bg>
      <p:bgPr>
        <a:solidFill>
          <a:srgbClr val="EFF1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Presentation </a:t>
            </a:r>
            <a:br>
              <a:rPr lang="en-US" dirty="0"/>
            </a:br>
            <a:r>
              <a:rPr lang="en-US" dirty="0"/>
              <a:t>title goes here</a:t>
            </a:r>
            <a:br>
              <a:rPr lang="en-US" dirty="0"/>
            </a:br>
            <a:r>
              <a:rPr lang="en-US" dirty="0"/>
              <a:t>four lines</a:t>
            </a:r>
            <a:br>
              <a:rPr lang="en-US" dirty="0"/>
            </a:br>
            <a:r>
              <a:rPr lang="en-US" dirty="0"/>
              <a:t>maximum</a:t>
            </a:r>
          </a:p>
        </p:txBody>
      </p:sp>
      <p:sp>
        <p:nvSpPr>
          <p:cNvPr id="5" name="TextBox 4">
            <a:extLst>
              <a:ext uri="{FF2B5EF4-FFF2-40B4-BE49-F238E27FC236}">
                <a16:creationId xmlns:a16="http://schemas.microsoft.com/office/drawing/2014/main" id="{6D5A080B-0C7D-C848-F3E0-B20E3AAC1F86}"/>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50000"/>
                  </a:schemeClr>
                </a:solidFill>
              </a:rPr>
              <a:t>Confidential – Qualcomm Technologies, Inc. and/or its affiliated companies – May Contain Trade Secrets</a:t>
            </a:r>
          </a:p>
        </p:txBody>
      </p:sp>
      <p:sp>
        <p:nvSpPr>
          <p:cNvPr id="16" name="Freeform 5">
            <a:extLst>
              <a:ext uri="{FF2B5EF4-FFF2-40B4-BE49-F238E27FC236}">
                <a16:creationId xmlns:a16="http://schemas.microsoft.com/office/drawing/2014/main" id="{17CA8376-9262-2A20-58A6-610E276216E2}"/>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4" name="Picture 2">
            <a:extLst>
              <a:ext uri="{FF2B5EF4-FFF2-40B4-BE49-F238E27FC236}">
                <a16:creationId xmlns:a16="http://schemas.microsoft.com/office/drawing/2014/main" id="{D3B394B2-8F07-F210-B0C0-FD8ABDE968AF}"/>
              </a:ext>
            </a:extLst>
          </p:cNvPr>
          <p:cNvPicPr>
            <a:picLocks noChangeAspect="1" noChangeArrowheads="1"/>
          </p:cNvPicPr>
          <p:nvPr/>
        </p:nvPicPr>
        <p:blipFill rotWithShape="1">
          <a:blip r:embed="rId2">
            <a:extLst>
              <a:ext uri="{96DAC541-7B7A-43D3-8B79-37D633B846F1}">
                <asvg:svgBlip xmlns:asvg="http://schemas.microsoft.com/office/drawing/2016/SVG/main" r:embed="rId3"/>
              </a:ext>
            </a:extLst>
          </a:blip>
          <a:srcRect t="-1567" b="-1567"/>
          <a:stretch/>
        </p:blipFill>
        <p:spPr bwMode="auto">
          <a:xfrm>
            <a:off x="10251495" y="5261392"/>
            <a:ext cx="915696" cy="815393"/>
          </a:xfrm>
          <a:prstGeom prst="rect">
            <a:avLst/>
          </a:prstGeom>
          <a:noFill/>
        </p:spPr>
      </p:pic>
      <p:pic>
        <p:nvPicPr>
          <p:cNvPr id="3" name="Graphic 2">
            <a:extLst>
              <a:ext uri="{FF2B5EF4-FFF2-40B4-BE49-F238E27FC236}">
                <a16:creationId xmlns:a16="http://schemas.microsoft.com/office/drawing/2014/main" id="{B1571BEC-54D4-90C1-E5DE-DBCD4C53270F}"/>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10" name="TextBox 9">
            <a:extLst>
              <a:ext uri="{FF2B5EF4-FFF2-40B4-BE49-F238E27FC236}">
                <a16:creationId xmlns:a16="http://schemas.microsoft.com/office/drawing/2014/main" id="{10860413-B4B1-54B8-4D9F-C25F867FD2C0}"/>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5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50000"/>
                </a:schemeClr>
              </a:solidFill>
              <a:latin typeface="+mn-lt"/>
              <a:ea typeface="+mn-ea"/>
              <a:cs typeface="+mn-cs"/>
            </a:endParaRPr>
          </a:p>
        </p:txBody>
      </p:sp>
      <p:sp>
        <p:nvSpPr>
          <p:cNvPr id="11" name="Text Placeholder 22">
            <a:extLst>
              <a:ext uri="{FF2B5EF4-FFF2-40B4-BE49-F238E27FC236}">
                <a16:creationId xmlns:a16="http://schemas.microsoft.com/office/drawing/2014/main" id="{A074B4CC-7572-B298-342F-8B7E38A9D0A3}"/>
              </a:ext>
            </a:extLst>
          </p:cNvPr>
          <p:cNvSpPr>
            <a:spLocks noGrp="1"/>
          </p:cNvSpPr>
          <p:nvPr>
            <p:ph type="body" sz="quarter" idx="14" hasCustomPrompt="1"/>
          </p:nvPr>
        </p:nvSpPr>
        <p:spPr>
          <a:xfrm>
            <a:off x="516470" y="590270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3" name="Text Placeholder 22">
            <a:extLst>
              <a:ext uri="{FF2B5EF4-FFF2-40B4-BE49-F238E27FC236}">
                <a16:creationId xmlns:a16="http://schemas.microsoft.com/office/drawing/2014/main" id="{8CD058A7-1D15-4CE0-AB92-979D375444F6}"/>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4" name="Text Placeholder 7">
            <a:extLst>
              <a:ext uri="{FF2B5EF4-FFF2-40B4-BE49-F238E27FC236}">
                <a16:creationId xmlns:a16="http://schemas.microsoft.com/office/drawing/2014/main" id="{2C238B72-60CC-E661-212C-E3F407A0A41D}"/>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20479854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Full Photo">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DF5ACA72-4637-3649-D1E3-4899FDE5A221}"/>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4" name="Picture Placeholder 23">
            <a:extLst>
              <a:ext uri="{FF2B5EF4-FFF2-40B4-BE49-F238E27FC236}">
                <a16:creationId xmlns:a16="http://schemas.microsoft.com/office/drawing/2014/main" id="{7E97A39A-6E0B-4A9B-B9A3-EB9B3F1B665D}"/>
              </a:ext>
            </a:extLst>
          </p:cNvPr>
          <p:cNvSpPr>
            <a:spLocks noGrp="1"/>
          </p:cNvSpPr>
          <p:nvPr>
            <p:ph type="pic" sz="quarter" idx="15" hasCustomPrompt="1"/>
          </p:nvPr>
        </p:nvSpPr>
        <p:spPr>
          <a:xfrm>
            <a:off x="0" y="0"/>
            <a:ext cx="12192000" cy="6858000"/>
          </a:xfrm>
          <a:custGeom>
            <a:avLst/>
            <a:gdLst>
              <a:gd name="connsiteX0" fmla="*/ 1497096 w 9144000"/>
              <a:gd name="connsiteY0" fmla="*/ 586917 h 6858000"/>
              <a:gd name="connsiteX1" fmla="*/ 1555614 w 9144000"/>
              <a:gd name="connsiteY1" fmla="*/ 647861 h 6858000"/>
              <a:gd name="connsiteX2" fmla="*/ 1497096 w 9144000"/>
              <a:gd name="connsiteY2" fmla="*/ 708580 h 6858000"/>
              <a:gd name="connsiteX3" fmla="*/ 1438579 w 9144000"/>
              <a:gd name="connsiteY3" fmla="*/ 647861 h 6858000"/>
              <a:gd name="connsiteX4" fmla="*/ 1497096 w 9144000"/>
              <a:gd name="connsiteY4" fmla="*/ 586917 h 6858000"/>
              <a:gd name="connsiteX5" fmla="*/ 1015515 w 9144000"/>
              <a:gd name="connsiteY5" fmla="*/ 586917 h 6858000"/>
              <a:gd name="connsiteX6" fmla="*/ 1074032 w 9144000"/>
              <a:gd name="connsiteY6" fmla="*/ 647861 h 6858000"/>
              <a:gd name="connsiteX7" fmla="*/ 1015515 w 9144000"/>
              <a:gd name="connsiteY7" fmla="*/ 709029 h 6858000"/>
              <a:gd name="connsiteX8" fmla="*/ 956997 w 9144000"/>
              <a:gd name="connsiteY8" fmla="*/ 647861 h 6858000"/>
              <a:gd name="connsiteX9" fmla="*/ 1015515 w 9144000"/>
              <a:gd name="connsiteY9" fmla="*/ 586917 h 6858000"/>
              <a:gd name="connsiteX10" fmla="*/ 1672649 w 9144000"/>
              <a:gd name="connsiteY10" fmla="*/ 554101 h 6858000"/>
              <a:gd name="connsiteX11" fmla="*/ 1662177 w 9144000"/>
              <a:gd name="connsiteY11" fmla="*/ 561469 h 6858000"/>
              <a:gd name="connsiteX12" fmla="*/ 1595687 w 9144000"/>
              <a:gd name="connsiteY12" fmla="*/ 732021 h 6858000"/>
              <a:gd name="connsiteX13" fmla="*/ 1602065 w 9144000"/>
              <a:gd name="connsiteY13" fmla="*/ 741396 h 6858000"/>
              <a:gd name="connsiteX14" fmla="*/ 1627565 w 9144000"/>
              <a:gd name="connsiteY14" fmla="*/ 741396 h 6858000"/>
              <a:gd name="connsiteX15" fmla="*/ 1638041 w 9144000"/>
              <a:gd name="connsiteY15" fmla="*/ 734477 h 6858000"/>
              <a:gd name="connsiteX16" fmla="*/ 1686996 w 9144000"/>
              <a:gd name="connsiteY16" fmla="*/ 605670 h 6858000"/>
              <a:gd name="connsiteX17" fmla="*/ 1735951 w 9144000"/>
              <a:gd name="connsiteY17" fmla="*/ 734477 h 6858000"/>
              <a:gd name="connsiteX18" fmla="*/ 1746194 w 9144000"/>
              <a:gd name="connsiteY18" fmla="*/ 741396 h 6858000"/>
              <a:gd name="connsiteX19" fmla="*/ 1769649 w 9144000"/>
              <a:gd name="connsiteY19" fmla="*/ 741396 h 6858000"/>
              <a:gd name="connsiteX20" fmla="*/ 1780122 w 9144000"/>
              <a:gd name="connsiteY20" fmla="*/ 734477 h 6858000"/>
              <a:gd name="connsiteX21" fmla="*/ 1830216 w 9144000"/>
              <a:gd name="connsiteY21" fmla="*/ 605670 h 6858000"/>
              <a:gd name="connsiteX22" fmla="*/ 1878716 w 9144000"/>
              <a:gd name="connsiteY22" fmla="*/ 734477 h 6858000"/>
              <a:gd name="connsiteX23" fmla="*/ 1889191 w 9144000"/>
              <a:gd name="connsiteY23" fmla="*/ 741396 h 6858000"/>
              <a:gd name="connsiteX24" fmla="*/ 1913782 w 9144000"/>
              <a:gd name="connsiteY24" fmla="*/ 741396 h 6858000"/>
              <a:gd name="connsiteX25" fmla="*/ 1924254 w 9144000"/>
              <a:gd name="connsiteY25" fmla="*/ 734477 h 6858000"/>
              <a:gd name="connsiteX26" fmla="*/ 1973209 w 9144000"/>
              <a:gd name="connsiteY26" fmla="*/ 605670 h 6858000"/>
              <a:gd name="connsiteX27" fmla="*/ 2022848 w 9144000"/>
              <a:gd name="connsiteY27" fmla="*/ 734477 h 6858000"/>
              <a:gd name="connsiteX28" fmla="*/ 2033324 w 9144000"/>
              <a:gd name="connsiteY28" fmla="*/ 741396 h 6858000"/>
              <a:gd name="connsiteX29" fmla="*/ 2056775 w 9144000"/>
              <a:gd name="connsiteY29" fmla="*/ 741396 h 6858000"/>
              <a:gd name="connsiteX30" fmla="*/ 2067022 w 9144000"/>
              <a:gd name="connsiteY30" fmla="*/ 734477 h 6858000"/>
              <a:gd name="connsiteX31" fmla="*/ 2116432 w 9144000"/>
              <a:gd name="connsiteY31" fmla="*/ 606340 h 6858000"/>
              <a:gd name="connsiteX32" fmla="*/ 2164932 w 9144000"/>
              <a:gd name="connsiteY32" fmla="*/ 734477 h 6858000"/>
              <a:gd name="connsiteX33" fmla="*/ 2175404 w 9144000"/>
              <a:gd name="connsiteY33" fmla="*/ 741396 h 6858000"/>
              <a:gd name="connsiteX34" fmla="*/ 2201592 w 9144000"/>
              <a:gd name="connsiteY34" fmla="*/ 741396 h 6858000"/>
              <a:gd name="connsiteX35" fmla="*/ 2207967 w 9144000"/>
              <a:gd name="connsiteY35" fmla="*/ 732021 h 6858000"/>
              <a:gd name="connsiteX36" fmla="*/ 2141477 w 9144000"/>
              <a:gd name="connsiteY36" fmla="*/ 561469 h 6858000"/>
              <a:gd name="connsiteX37" fmla="*/ 2131231 w 9144000"/>
              <a:gd name="connsiteY37" fmla="*/ 554101 h 6858000"/>
              <a:gd name="connsiteX38" fmla="*/ 2102543 w 9144000"/>
              <a:gd name="connsiteY38" fmla="*/ 554101 h 6858000"/>
              <a:gd name="connsiteX39" fmla="*/ 2092067 w 9144000"/>
              <a:gd name="connsiteY39" fmla="*/ 561469 h 6858000"/>
              <a:gd name="connsiteX40" fmla="*/ 2045619 w 9144000"/>
              <a:gd name="connsiteY40" fmla="*/ 686034 h 6858000"/>
              <a:gd name="connsiteX41" fmla="*/ 1997803 w 9144000"/>
              <a:gd name="connsiteY41" fmla="*/ 561469 h 6858000"/>
              <a:gd name="connsiteX42" fmla="*/ 1987556 w 9144000"/>
              <a:gd name="connsiteY42" fmla="*/ 554101 h 6858000"/>
              <a:gd name="connsiteX43" fmla="*/ 1959094 w 9144000"/>
              <a:gd name="connsiteY43" fmla="*/ 554101 h 6858000"/>
              <a:gd name="connsiteX44" fmla="*/ 1948848 w 9144000"/>
              <a:gd name="connsiteY44" fmla="*/ 561469 h 6858000"/>
              <a:gd name="connsiteX45" fmla="*/ 1901941 w 9144000"/>
              <a:gd name="connsiteY45" fmla="*/ 686034 h 6858000"/>
              <a:gd name="connsiteX46" fmla="*/ 1854806 w 9144000"/>
              <a:gd name="connsiteY46" fmla="*/ 561469 h 6858000"/>
              <a:gd name="connsiteX47" fmla="*/ 1844563 w 9144000"/>
              <a:gd name="connsiteY47" fmla="*/ 554101 h 6858000"/>
              <a:gd name="connsiteX48" fmla="*/ 1816326 w 9144000"/>
              <a:gd name="connsiteY48" fmla="*/ 554101 h 6858000"/>
              <a:gd name="connsiteX49" fmla="*/ 1805854 w 9144000"/>
              <a:gd name="connsiteY49" fmla="*/ 561469 h 6858000"/>
              <a:gd name="connsiteX50" fmla="*/ 1758493 w 9144000"/>
              <a:gd name="connsiteY50" fmla="*/ 686034 h 6858000"/>
              <a:gd name="connsiteX51" fmla="*/ 1711587 w 9144000"/>
              <a:gd name="connsiteY51" fmla="*/ 561469 h 6858000"/>
              <a:gd name="connsiteX52" fmla="*/ 1701340 w 9144000"/>
              <a:gd name="connsiteY52" fmla="*/ 554101 h 6858000"/>
              <a:gd name="connsiteX53" fmla="*/ 1672649 w 9144000"/>
              <a:gd name="connsiteY53" fmla="*/ 554101 h 6858000"/>
              <a:gd name="connsiteX54" fmla="*/ 713135 w 9144000"/>
              <a:gd name="connsiteY54" fmla="*/ 554101 h 6858000"/>
              <a:gd name="connsiteX55" fmla="*/ 703798 w 9144000"/>
              <a:gd name="connsiteY55" fmla="*/ 562809 h 6858000"/>
              <a:gd name="connsiteX56" fmla="*/ 703798 w 9144000"/>
              <a:gd name="connsiteY56" fmla="*/ 666168 h 6858000"/>
              <a:gd name="connsiteX57" fmla="*/ 784403 w 9144000"/>
              <a:gd name="connsiteY57" fmla="*/ 746532 h 6858000"/>
              <a:gd name="connsiteX58" fmla="*/ 846337 w 9144000"/>
              <a:gd name="connsiteY58" fmla="*/ 717513 h 6858000"/>
              <a:gd name="connsiteX59" fmla="*/ 846337 w 9144000"/>
              <a:gd name="connsiteY59" fmla="*/ 733136 h 6858000"/>
              <a:gd name="connsiteX60" fmla="*/ 855216 w 9144000"/>
              <a:gd name="connsiteY60" fmla="*/ 741396 h 6858000"/>
              <a:gd name="connsiteX61" fmla="*/ 878671 w 9144000"/>
              <a:gd name="connsiteY61" fmla="*/ 741396 h 6858000"/>
              <a:gd name="connsiteX62" fmla="*/ 887778 w 9144000"/>
              <a:gd name="connsiteY62" fmla="*/ 732915 h 6858000"/>
              <a:gd name="connsiteX63" fmla="*/ 887778 w 9144000"/>
              <a:gd name="connsiteY63" fmla="*/ 563034 h 6858000"/>
              <a:gd name="connsiteX64" fmla="*/ 878671 w 9144000"/>
              <a:gd name="connsiteY64" fmla="*/ 554101 h 6858000"/>
              <a:gd name="connsiteX65" fmla="*/ 855216 w 9144000"/>
              <a:gd name="connsiteY65" fmla="*/ 554101 h 6858000"/>
              <a:gd name="connsiteX66" fmla="*/ 846337 w 9144000"/>
              <a:gd name="connsiteY66" fmla="*/ 562809 h 6858000"/>
              <a:gd name="connsiteX67" fmla="*/ 846337 w 9144000"/>
              <a:gd name="connsiteY67" fmla="*/ 659916 h 6858000"/>
              <a:gd name="connsiteX68" fmla="*/ 795104 w 9144000"/>
              <a:gd name="connsiteY68" fmla="*/ 711261 h 6858000"/>
              <a:gd name="connsiteX69" fmla="*/ 745239 w 9144000"/>
              <a:gd name="connsiteY69" fmla="*/ 659470 h 6858000"/>
              <a:gd name="connsiteX70" fmla="*/ 745239 w 9144000"/>
              <a:gd name="connsiteY70" fmla="*/ 562809 h 6858000"/>
              <a:gd name="connsiteX71" fmla="*/ 736587 w 9144000"/>
              <a:gd name="connsiteY71" fmla="*/ 554101 h 6858000"/>
              <a:gd name="connsiteX72" fmla="*/ 713135 w 9144000"/>
              <a:gd name="connsiteY72" fmla="*/ 554101 h 6858000"/>
              <a:gd name="connsiteX73" fmla="*/ 1497096 w 9144000"/>
              <a:gd name="connsiteY73" fmla="*/ 548968 h 6858000"/>
              <a:gd name="connsiteX74" fmla="*/ 1396909 w 9144000"/>
              <a:gd name="connsiteY74" fmla="*/ 647861 h 6858000"/>
              <a:gd name="connsiteX75" fmla="*/ 1497096 w 9144000"/>
              <a:gd name="connsiteY75" fmla="*/ 746532 h 6858000"/>
              <a:gd name="connsiteX76" fmla="*/ 1597510 w 9144000"/>
              <a:gd name="connsiteY76" fmla="*/ 647861 h 6858000"/>
              <a:gd name="connsiteX77" fmla="*/ 1497096 w 9144000"/>
              <a:gd name="connsiteY77" fmla="*/ 548968 h 6858000"/>
              <a:gd name="connsiteX78" fmla="*/ 1323134 w 9144000"/>
              <a:gd name="connsiteY78" fmla="*/ 548743 h 6858000"/>
              <a:gd name="connsiteX79" fmla="*/ 1224544 w 9144000"/>
              <a:gd name="connsiteY79" fmla="*/ 647861 h 6858000"/>
              <a:gd name="connsiteX80" fmla="*/ 1323134 w 9144000"/>
              <a:gd name="connsiteY80" fmla="*/ 746532 h 6858000"/>
              <a:gd name="connsiteX81" fmla="*/ 1384613 w 9144000"/>
              <a:gd name="connsiteY81" fmla="*/ 727779 h 6858000"/>
              <a:gd name="connsiteX82" fmla="*/ 1386433 w 9144000"/>
              <a:gd name="connsiteY82" fmla="*/ 714832 h 6858000"/>
              <a:gd name="connsiteX83" fmla="*/ 1374596 w 9144000"/>
              <a:gd name="connsiteY83" fmla="*/ 700100 h 6858000"/>
              <a:gd name="connsiteX84" fmla="*/ 1360704 w 9144000"/>
              <a:gd name="connsiteY84" fmla="*/ 698090 h 6858000"/>
              <a:gd name="connsiteX85" fmla="*/ 1324502 w 9144000"/>
              <a:gd name="connsiteY85" fmla="*/ 709475 h 6858000"/>
              <a:gd name="connsiteX86" fmla="*/ 1266665 w 9144000"/>
              <a:gd name="connsiteY86" fmla="*/ 647861 h 6858000"/>
              <a:gd name="connsiteX87" fmla="*/ 1324502 w 9144000"/>
              <a:gd name="connsiteY87" fmla="*/ 585801 h 6858000"/>
              <a:gd name="connsiteX88" fmla="*/ 1361387 w 9144000"/>
              <a:gd name="connsiteY88" fmla="*/ 596965 h 6858000"/>
              <a:gd name="connsiteX89" fmla="*/ 1375276 w 9144000"/>
              <a:gd name="connsiteY89" fmla="*/ 595401 h 6858000"/>
              <a:gd name="connsiteX90" fmla="*/ 1386433 w 9144000"/>
              <a:gd name="connsiteY90" fmla="*/ 580222 h 6858000"/>
              <a:gd name="connsiteX91" fmla="*/ 1384613 w 9144000"/>
              <a:gd name="connsiteY91" fmla="*/ 567272 h 6858000"/>
              <a:gd name="connsiteX92" fmla="*/ 1323134 w 9144000"/>
              <a:gd name="connsiteY92" fmla="*/ 548743 h 6858000"/>
              <a:gd name="connsiteX93" fmla="*/ 1011188 w 9144000"/>
              <a:gd name="connsiteY93" fmla="*/ 548743 h 6858000"/>
              <a:gd name="connsiteX94" fmla="*/ 914872 w 9144000"/>
              <a:gd name="connsiteY94" fmla="*/ 647415 h 6858000"/>
              <a:gd name="connsiteX95" fmla="*/ 1010734 w 9144000"/>
              <a:gd name="connsiteY95" fmla="*/ 746532 h 6858000"/>
              <a:gd name="connsiteX96" fmla="*/ 1073578 w 9144000"/>
              <a:gd name="connsiteY96" fmla="*/ 716394 h 6858000"/>
              <a:gd name="connsiteX97" fmla="*/ 1073578 w 9144000"/>
              <a:gd name="connsiteY97" fmla="*/ 732915 h 6858000"/>
              <a:gd name="connsiteX98" fmla="*/ 1082685 w 9144000"/>
              <a:gd name="connsiteY98" fmla="*/ 741396 h 6858000"/>
              <a:gd name="connsiteX99" fmla="*/ 1106366 w 9144000"/>
              <a:gd name="connsiteY99" fmla="*/ 741396 h 6858000"/>
              <a:gd name="connsiteX100" fmla="*/ 1115018 w 9144000"/>
              <a:gd name="connsiteY100" fmla="*/ 732915 h 6858000"/>
              <a:gd name="connsiteX101" fmla="*/ 1115018 w 9144000"/>
              <a:gd name="connsiteY101" fmla="*/ 563034 h 6858000"/>
              <a:gd name="connsiteX102" fmla="*/ 1106366 w 9144000"/>
              <a:gd name="connsiteY102" fmla="*/ 554101 h 6858000"/>
              <a:gd name="connsiteX103" fmla="*/ 1082685 w 9144000"/>
              <a:gd name="connsiteY103" fmla="*/ 554101 h 6858000"/>
              <a:gd name="connsiteX104" fmla="*/ 1073578 w 9144000"/>
              <a:gd name="connsiteY104" fmla="*/ 563034 h 6858000"/>
              <a:gd name="connsiteX105" fmla="*/ 1073578 w 9144000"/>
              <a:gd name="connsiteY105" fmla="*/ 578658 h 6858000"/>
              <a:gd name="connsiteX106" fmla="*/ 1011188 w 9144000"/>
              <a:gd name="connsiteY106" fmla="*/ 548743 h 6858000"/>
              <a:gd name="connsiteX107" fmla="*/ 532343 w 9144000"/>
              <a:gd name="connsiteY107" fmla="*/ 498739 h 6858000"/>
              <a:gd name="connsiteX108" fmla="*/ 632986 w 9144000"/>
              <a:gd name="connsiteY108" fmla="*/ 603214 h 6858000"/>
              <a:gd name="connsiteX109" fmla="*/ 595642 w 9144000"/>
              <a:gd name="connsiteY109" fmla="*/ 686259 h 6858000"/>
              <a:gd name="connsiteX110" fmla="*/ 577197 w 9144000"/>
              <a:gd name="connsiteY110" fmla="*/ 639601 h 6858000"/>
              <a:gd name="connsiteX111" fmla="*/ 565357 w 9144000"/>
              <a:gd name="connsiteY111" fmla="*/ 632234 h 6858000"/>
              <a:gd name="connsiteX112" fmla="*/ 541451 w 9144000"/>
              <a:gd name="connsiteY112" fmla="*/ 632234 h 6858000"/>
              <a:gd name="connsiteX113" fmla="*/ 533482 w 9144000"/>
              <a:gd name="connsiteY113" fmla="*/ 643397 h 6858000"/>
              <a:gd name="connsiteX114" fmla="*/ 557617 w 9144000"/>
              <a:gd name="connsiteY114" fmla="*/ 704787 h 6858000"/>
              <a:gd name="connsiteX115" fmla="*/ 532343 w 9144000"/>
              <a:gd name="connsiteY115" fmla="*/ 707913 h 6858000"/>
              <a:gd name="connsiteX116" fmla="*/ 431700 w 9144000"/>
              <a:gd name="connsiteY116" fmla="*/ 603214 h 6858000"/>
              <a:gd name="connsiteX117" fmla="*/ 532343 w 9144000"/>
              <a:gd name="connsiteY117" fmla="*/ 498739 h 6858000"/>
              <a:gd name="connsiteX118" fmla="*/ 1165113 w 9144000"/>
              <a:gd name="connsiteY118" fmla="*/ 465253 h 6858000"/>
              <a:gd name="connsiteX119" fmla="*/ 1156005 w 9144000"/>
              <a:gd name="connsiteY119" fmla="*/ 474183 h 6858000"/>
              <a:gd name="connsiteX120" fmla="*/ 1156005 w 9144000"/>
              <a:gd name="connsiteY120" fmla="*/ 732467 h 6858000"/>
              <a:gd name="connsiteX121" fmla="*/ 1165113 w 9144000"/>
              <a:gd name="connsiteY121" fmla="*/ 741396 h 6858000"/>
              <a:gd name="connsiteX122" fmla="*/ 1188564 w 9144000"/>
              <a:gd name="connsiteY122" fmla="*/ 741396 h 6858000"/>
              <a:gd name="connsiteX123" fmla="*/ 1197446 w 9144000"/>
              <a:gd name="connsiteY123" fmla="*/ 732467 h 6858000"/>
              <a:gd name="connsiteX124" fmla="*/ 1197446 w 9144000"/>
              <a:gd name="connsiteY124" fmla="*/ 474183 h 6858000"/>
              <a:gd name="connsiteX125" fmla="*/ 1188564 w 9144000"/>
              <a:gd name="connsiteY125" fmla="*/ 465253 h 6858000"/>
              <a:gd name="connsiteX126" fmla="*/ 1165113 w 9144000"/>
              <a:gd name="connsiteY126" fmla="*/ 465253 h 6858000"/>
              <a:gd name="connsiteX127" fmla="*/ 532343 w 9144000"/>
              <a:gd name="connsiteY127" fmla="*/ 460120 h 6858000"/>
              <a:gd name="connsiteX128" fmla="*/ 387072 w 9144000"/>
              <a:gd name="connsiteY128" fmla="*/ 603214 h 6858000"/>
              <a:gd name="connsiteX129" fmla="*/ 532343 w 9144000"/>
              <a:gd name="connsiteY129" fmla="*/ 746532 h 6858000"/>
              <a:gd name="connsiteX130" fmla="*/ 571961 w 9144000"/>
              <a:gd name="connsiteY130" fmla="*/ 741396 h 6858000"/>
              <a:gd name="connsiteX131" fmla="*/ 587673 w 9144000"/>
              <a:gd name="connsiteY131" fmla="*/ 781134 h 6858000"/>
              <a:gd name="connsiteX132" fmla="*/ 598374 w 9144000"/>
              <a:gd name="connsiteY132" fmla="*/ 788277 h 6858000"/>
              <a:gd name="connsiteX133" fmla="*/ 623420 w 9144000"/>
              <a:gd name="connsiteY133" fmla="*/ 788277 h 6858000"/>
              <a:gd name="connsiteX134" fmla="*/ 630934 w 9144000"/>
              <a:gd name="connsiteY134" fmla="*/ 776892 h 6858000"/>
              <a:gd name="connsiteX135" fmla="*/ 610669 w 9144000"/>
              <a:gd name="connsiteY135" fmla="*/ 724656 h 6858000"/>
              <a:gd name="connsiteX136" fmla="*/ 677614 w 9144000"/>
              <a:gd name="connsiteY136" fmla="*/ 603214 h 6858000"/>
              <a:gd name="connsiteX137" fmla="*/ 532343 w 9144000"/>
              <a:gd name="connsiteY137" fmla="*/ 460120 h 6858000"/>
              <a:gd name="connsiteX138" fmla="*/ 0 w 9144000"/>
              <a:gd name="connsiteY138" fmla="*/ 0 h 6858000"/>
              <a:gd name="connsiteX139" fmla="*/ 9144000 w 9144000"/>
              <a:gd name="connsiteY139" fmla="*/ 0 h 6858000"/>
              <a:gd name="connsiteX140" fmla="*/ 9144000 w 9144000"/>
              <a:gd name="connsiteY140" fmla="*/ 6858000 h 6858000"/>
              <a:gd name="connsiteX141" fmla="*/ 0 w 9144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9144000" h="6858000">
                <a:moveTo>
                  <a:pt x="1497096" y="586917"/>
                </a:moveTo>
                <a:cubicBezTo>
                  <a:pt x="1531478" y="586917"/>
                  <a:pt x="1555614" y="613484"/>
                  <a:pt x="1555614" y="647861"/>
                </a:cubicBezTo>
                <a:cubicBezTo>
                  <a:pt x="1555614" y="681792"/>
                  <a:pt x="1531478" y="708580"/>
                  <a:pt x="1497096" y="708580"/>
                </a:cubicBezTo>
                <a:cubicBezTo>
                  <a:pt x="1462940" y="708580"/>
                  <a:pt x="1438579" y="681792"/>
                  <a:pt x="1438579" y="647861"/>
                </a:cubicBezTo>
                <a:cubicBezTo>
                  <a:pt x="1438579" y="613484"/>
                  <a:pt x="1462940" y="586917"/>
                  <a:pt x="1497096" y="586917"/>
                </a:cubicBezTo>
                <a:close/>
                <a:moveTo>
                  <a:pt x="1015515" y="586917"/>
                </a:moveTo>
                <a:cubicBezTo>
                  <a:pt x="1049442" y="586917"/>
                  <a:pt x="1074032" y="613484"/>
                  <a:pt x="1074032" y="647861"/>
                </a:cubicBezTo>
                <a:cubicBezTo>
                  <a:pt x="1074032" y="681792"/>
                  <a:pt x="1049442" y="709029"/>
                  <a:pt x="1015515" y="709029"/>
                </a:cubicBezTo>
                <a:cubicBezTo>
                  <a:pt x="981362" y="709029"/>
                  <a:pt x="956997" y="681792"/>
                  <a:pt x="956997" y="647861"/>
                </a:cubicBezTo>
                <a:cubicBezTo>
                  <a:pt x="956997" y="613484"/>
                  <a:pt x="981362" y="586917"/>
                  <a:pt x="1015515" y="586917"/>
                </a:cubicBezTo>
                <a:close/>
                <a:moveTo>
                  <a:pt x="1672649" y="554101"/>
                </a:moveTo>
                <a:cubicBezTo>
                  <a:pt x="1667867" y="554101"/>
                  <a:pt x="1664225" y="556557"/>
                  <a:pt x="1662177" y="561469"/>
                </a:cubicBezTo>
                <a:cubicBezTo>
                  <a:pt x="1662177" y="561469"/>
                  <a:pt x="1662177" y="561469"/>
                  <a:pt x="1595687" y="732021"/>
                </a:cubicBezTo>
                <a:cubicBezTo>
                  <a:pt x="1593867" y="736708"/>
                  <a:pt x="1596141" y="741396"/>
                  <a:pt x="1602065" y="741396"/>
                </a:cubicBezTo>
                <a:cubicBezTo>
                  <a:pt x="1602065" y="741396"/>
                  <a:pt x="1602065" y="741396"/>
                  <a:pt x="1627565" y="741396"/>
                </a:cubicBezTo>
                <a:cubicBezTo>
                  <a:pt x="1632347" y="741396"/>
                  <a:pt x="1636447" y="739164"/>
                  <a:pt x="1638041" y="734477"/>
                </a:cubicBezTo>
                <a:cubicBezTo>
                  <a:pt x="1638041" y="734477"/>
                  <a:pt x="1638041" y="734477"/>
                  <a:pt x="1686996" y="605670"/>
                </a:cubicBezTo>
                <a:cubicBezTo>
                  <a:pt x="1686996" y="605670"/>
                  <a:pt x="1686996" y="605670"/>
                  <a:pt x="1735951" y="734477"/>
                </a:cubicBezTo>
                <a:cubicBezTo>
                  <a:pt x="1737771" y="739389"/>
                  <a:pt x="1741413" y="741396"/>
                  <a:pt x="1746194" y="741396"/>
                </a:cubicBezTo>
                <a:cubicBezTo>
                  <a:pt x="1746194" y="741396"/>
                  <a:pt x="1746194" y="741396"/>
                  <a:pt x="1769649" y="741396"/>
                </a:cubicBezTo>
                <a:cubicBezTo>
                  <a:pt x="1774431" y="741396"/>
                  <a:pt x="1778073" y="739389"/>
                  <a:pt x="1780122" y="734477"/>
                </a:cubicBezTo>
                <a:cubicBezTo>
                  <a:pt x="1780122" y="734477"/>
                  <a:pt x="1780122" y="734477"/>
                  <a:pt x="1830216" y="605670"/>
                </a:cubicBezTo>
                <a:cubicBezTo>
                  <a:pt x="1830216" y="605670"/>
                  <a:pt x="1830216" y="605670"/>
                  <a:pt x="1878716" y="734477"/>
                </a:cubicBezTo>
                <a:cubicBezTo>
                  <a:pt x="1880764" y="739164"/>
                  <a:pt x="1884407" y="741396"/>
                  <a:pt x="1889191" y="741396"/>
                </a:cubicBezTo>
                <a:cubicBezTo>
                  <a:pt x="1889191" y="741396"/>
                  <a:pt x="1889191" y="741396"/>
                  <a:pt x="1913782" y="741396"/>
                </a:cubicBezTo>
                <a:cubicBezTo>
                  <a:pt x="1918563" y="741396"/>
                  <a:pt x="1922205" y="739164"/>
                  <a:pt x="1924254" y="734477"/>
                </a:cubicBezTo>
                <a:cubicBezTo>
                  <a:pt x="1924254" y="734477"/>
                  <a:pt x="1924254" y="734477"/>
                  <a:pt x="1973209" y="605670"/>
                </a:cubicBezTo>
                <a:cubicBezTo>
                  <a:pt x="1973209" y="605670"/>
                  <a:pt x="1973209" y="605670"/>
                  <a:pt x="2022848" y="734477"/>
                </a:cubicBezTo>
                <a:cubicBezTo>
                  <a:pt x="2024897" y="739389"/>
                  <a:pt x="2028539" y="741396"/>
                  <a:pt x="2033324" y="741396"/>
                </a:cubicBezTo>
                <a:cubicBezTo>
                  <a:pt x="2033324" y="741396"/>
                  <a:pt x="2033324" y="741396"/>
                  <a:pt x="2056775" y="741396"/>
                </a:cubicBezTo>
                <a:cubicBezTo>
                  <a:pt x="2061557" y="741396"/>
                  <a:pt x="2064973" y="739389"/>
                  <a:pt x="2067022" y="734477"/>
                </a:cubicBezTo>
                <a:cubicBezTo>
                  <a:pt x="2067022" y="734477"/>
                  <a:pt x="2067022" y="734477"/>
                  <a:pt x="2116432" y="606340"/>
                </a:cubicBezTo>
                <a:cubicBezTo>
                  <a:pt x="2116432" y="606340"/>
                  <a:pt x="2116432" y="606340"/>
                  <a:pt x="2164932" y="734477"/>
                </a:cubicBezTo>
                <a:cubicBezTo>
                  <a:pt x="2166526" y="739164"/>
                  <a:pt x="2170623" y="741396"/>
                  <a:pt x="2175404" y="741396"/>
                </a:cubicBezTo>
                <a:cubicBezTo>
                  <a:pt x="2175404" y="741396"/>
                  <a:pt x="2175404" y="741396"/>
                  <a:pt x="2201592" y="741396"/>
                </a:cubicBezTo>
                <a:cubicBezTo>
                  <a:pt x="2207512" y="741396"/>
                  <a:pt x="2210016" y="736708"/>
                  <a:pt x="2207967" y="732021"/>
                </a:cubicBezTo>
                <a:cubicBezTo>
                  <a:pt x="2207967" y="732021"/>
                  <a:pt x="2207967" y="732021"/>
                  <a:pt x="2141477" y="561469"/>
                </a:cubicBezTo>
                <a:cubicBezTo>
                  <a:pt x="2139428" y="556557"/>
                  <a:pt x="2136015" y="554101"/>
                  <a:pt x="2131231" y="554101"/>
                </a:cubicBezTo>
                <a:cubicBezTo>
                  <a:pt x="2131231" y="554101"/>
                  <a:pt x="2131231" y="554101"/>
                  <a:pt x="2102543" y="554101"/>
                </a:cubicBezTo>
                <a:cubicBezTo>
                  <a:pt x="2097762" y="554101"/>
                  <a:pt x="2094116" y="556557"/>
                  <a:pt x="2092067" y="561469"/>
                </a:cubicBezTo>
                <a:cubicBezTo>
                  <a:pt x="2092067" y="561469"/>
                  <a:pt x="2092067" y="561469"/>
                  <a:pt x="2045619" y="686034"/>
                </a:cubicBezTo>
                <a:cubicBezTo>
                  <a:pt x="2045619" y="686034"/>
                  <a:pt x="2045619" y="686034"/>
                  <a:pt x="1997803" y="561469"/>
                </a:cubicBezTo>
                <a:cubicBezTo>
                  <a:pt x="1995751" y="556557"/>
                  <a:pt x="1992109" y="554101"/>
                  <a:pt x="1987556" y="554101"/>
                </a:cubicBezTo>
                <a:cubicBezTo>
                  <a:pt x="1987556" y="554101"/>
                  <a:pt x="1987556" y="554101"/>
                  <a:pt x="1959094" y="554101"/>
                </a:cubicBezTo>
                <a:cubicBezTo>
                  <a:pt x="1954310" y="554101"/>
                  <a:pt x="1950897" y="556557"/>
                  <a:pt x="1948848" y="561469"/>
                </a:cubicBezTo>
                <a:cubicBezTo>
                  <a:pt x="1948848" y="561469"/>
                  <a:pt x="1948848" y="561469"/>
                  <a:pt x="1901941" y="686034"/>
                </a:cubicBezTo>
                <a:cubicBezTo>
                  <a:pt x="1901941" y="686034"/>
                  <a:pt x="1901941" y="686034"/>
                  <a:pt x="1854806" y="561469"/>
                </a:cubicBezTo>
                <a:cubicBezTo>
                  <a:pt x="1852986" y="556557"/>
                  <a:pt x="1849344" y="554101"/>
                  <a:pt x="1844563" y="554101"/>
                </a:cubicBezTo>
                <a:cubicBezTo>
                  <a:pt x="1844563" y="554101"/>
                  <a:pt x="1844563" y="554101"/>
                  <a:pt x="1816326" y="554101"/>
                </a:cubicBezTo>
                <a:cubicBezTo>
                  <a:pt x="1811545" y="554101"/>
                  <a:pt x="1807903" y="556557"/>
                  <a:pt x="1805854" y="561469"/>
                </a:cubicBezTo>
                <a:cubicBezTo>
                  <a:pt x="1805854" y="561469"/>
                  <a:pt x="1805854" y="561469"/>
                  <a:pt x="1758493" y="686034"/>
                </a:cubicBezTo>
                <a:cubicBezTo>
                  <a:pt x="1758493" y="686034"/>
                  <a:pt x="1758493" y="686034"/>
                  <a:pt x="1711587" y="561469"/>
                </a:cubicBezTo>
                <a:cubicBezTo>
                  <a:pt x="1709538" y="556557"/>
                  <a:pt x="1706121" y="554101"/>
                  <a:pt x="1701340" y="554101"/>
                </a:cubicBezTo>
                <a:cubicBezTo>
                  <a:pt x="1701340" y="554101"/>
                  <a:pt x="1701340" y="554101"/>
                  <a:pt x="1672649" y="554101"/>
                </a:cubicBezTo>
                <a:close/>
                <a:moveTo>
                  <a:pt x="713135" y="554101"/>
                </a:moveTo>
                <a:cubicBezTo>
                  <a:pt x="708350" y="554101"/>
                  <a:pt x="703798" y="557897"/>
                  <a:pt x="703798" y="562809"/>
                </a:cubicBezTo>
                <a:cubicBezTo>
                  <a:pt x="703798" y="562809"/>
                  <a:pt x="703798" y="562809"/>
                  <a:pt x="703798" y="666168"/>
                </a:cubicBezTo>
                <a:cubicBezTo>
                  <a:pt x="703798" y="714162"/>
                  <a:pt x="734538" y="746532"/>
                  <a:pt x="784403" y="746532"/>
                </a:cubicBezTo>
                <a:cubicBezTo>
                  <a:pt x="814233" y="746532"/>
                  <a:pt x="834497" y="734701"/>
                  <a:pt x="846337" y="717513"/>
                </a:cubicBezTo>
                <a:cubicBezTo>
                  <a:pt x="846337" y="717513"/>
                  <a:pt x="846337" y="717513"/>
                  <a:pt x="846337" y="733136"/>
                </a:cubicBezTo>
                <a:cubicBezTo>
                  <a:pt x="846337" y="737824"/>
                  <a:pt x="850664" y="741396"/>
                  <a:pt x="855216" y="741396"/>
                </a:cubicBezTo>
                <a:cubicBezTo>
                  <a:pt x="855216" y="741396"/>
                  <a:pt x="855216" y="741396"/>
                  <a:pt x="878671" y="741396"/>
                </a:cubicBezTo>
                <a:cubicBezTo>
                  <a:pt x="883452" y="741396"/>
                  <a:pt x="887778" y="737603"/>
                  <a:pt x="887778" y="732915"/>
                </a:cubicBezTo>
                <a:cubicBezTo>
                  <a:pt x="887778" y="732915"/>
                  <a:pt x="887778" y="732915"/>
                  <a:pt x="887778" y="563034"/>
                </a:cubicBezTo>
                <a:cubicBezTo>
                  <a:pt x="887778" y="557897"/>
                  <a:pt x="883452" y="554101"/>
                  <a:pt x="878671" y="554101"/>
                </a:cubicBezTo>
                <a:cubicBezTo>
                  <a:pt x="878671" y="554101"/>
                  <a:pt x="878671" y="554101"/>
                  <a:pt x="855216" y="554101"/>
                </a:cubicBezTo>
                <a:cubicBezTo>
                  <a:pt x="850664" y="554101"/>
                  <a:pt x="846337" y="557897"/>
                  <a:pt x="846337" y="562809"/>
                </a:cubicBezTo>
                <a:cubicBezTo>
                  <a:pt x="846337" y="562809"/>
                  <a:pt x="846337" y="562809"/>
                  <a:pt x="846337" y="659916"/>
                </a:cubicBezTo>
                <a:cubicBezTo>
                  <a:pt x="846337" y="689830"/>
                  <a:pt x="827209" y="711261"/>
                  <a:pt x="795104" y="711261"/>
                </a:cubicBezTo>
                <a:cubicBezTo>
                  <a:pt x="762090" y="711261"/>
                  <a:pt x="745239" y="690721"/>
                  <a:pt x="745239" y="659470"/>
                </a:cubicBezTo>
                <a:cubicBezTo>
                  <a:pt x="745239" y="659470"/>
                  <a:pt x="745239" y="659470"/>
                  <a:pt x="745239" y="562809"/>
                </a:cubicBezTo>
                <a:cubicBezTo>
                  <a:pt x="745239" y="557897"/>
                  <a:pt x="741368" y="554101"/>
                  <a:pt x="736587" y="554101"/>
                </a:cubicBezTo>
                <a:cubicBezTo>
                  <a:pt x="736587" y="554101"/>
                  <a:pt x="736587" y="554101"/>
                  <a:pt x="713135" y="554101"/>
                </a:cubicBezTo>
                <a:close/>
                <a:moveTo>
                  <a:pt x="1497096" y="548968"/>
                </a:moveTo>
                <a:cubicBezTo>
                  <a:pt x="1441308" y="548968"/>
                  <a:pt x="1396909" y="592053"/>
                  <a:pt x="1396909" y="647861"/>
                </a:cubicBezTo>
                <a:cubicBezTo>
                  <a:pt x="1396909" y="703893"/>
                  <a:pt x="1441308" y="746532"/>
                  <a:pt x="1497096" y="746532"/>
                </a:cubicBezTo>
                <a:cubicBezTo>
                  <a:pt x="1552881" y="746532"/>
                  <a:pt x="1597510" y="703893"/>
                  <a:pt x="1597510" y="647861"/>
                </a:cubicBezTo>
                <a:cubicBezTo>
                  <a:pt x="1597510" y="592053"/>
                  <a:pt x="1552881" y="548968"/>
                  <a:pt x="1497096" y="548968"/>
                </a:cubicBezTo>
                <a:close/>
                <a:moveTo>
                  <a:pt x="1323134" y="548743"/>
                </a:moveTo>
                <a:cubicBezTo>
                  <a:pt x="1263932" y="548743"/>
                  <a:pt x="1224544" y="591608"/>
                  <a:pt x="1224544" y="647861"/>
                </a:cubicBezTo>
                <a:cubicBezTo>
                  <a:pt x="1224544" y="703893"/>
                  <a:pt x="1263932" y="746532"/>
                  <a:pt x="1323134" y="746532"/>
                </a:cubicBezTo>
                <a:cubicBezTo>
                  <a:pt x="1346589" y="746532"/>
                  <a:pt x="1368217" y="739834"/>
                  <a:pt x="1384613" y="727779"/>
                </a:cubicBezTo>
                <a:cubicBezTo>
                  <a:pt x="1387346" y="725772"/>
                  <a:pt x="1391672" y="721085"/>
                  <a:pt x="1386433" y="714832"/>
                </a:cubicBezTo>
                <a:lnTo>
                  <a:pt x="1374596" y="700100"/>
                </a:lnTo>
                <a:cubicBezTo>
                  <a:pt x="1369811" y="693848"/>
                  <a:pt x="1365030" y="695858"/>
                  <a:pt x="1360704" y="698090"/>
                </a:cubicBezTo>
                <a:cubicBezTo>
                  <a:pt x="1350231" y="703893"/>
                  <a:pt x="1338616" y="709475"/>
                  <a:pt x="1324502" y="709475"/>
                </a:cubicBezTo>
                <a:cubicBezTo>
                  <a:pt x="1289661" y="709475"/>
                  <a:pt x="1266665" y="682462"/>
                  <a:pt x="1266665" y="647861"/>
                </a:cubicBezTo>
                <a:cubicBezTo>
                  <a:pt x="1266665" y="613038"/>
                  <a:pt x="1289661" y="585801"/>
                  <a:pt x="1324502" y="585801"/>
                </a:cubicBezTo>
                <a:cubicBezTo>
                  <a:pt x="1338616" y="585801"/>
                  <a:pt x="1351141" y="590713"/>
                  <a:pt x="1361387" y="596965"/>
                </a:cubicBezTo>
                <a:cubicBezTo>
                  <a:pt x="1365714" y="599867"/>
                  <a:pt x="1370950" y="601428"/>
                  <a:pt x="1375276" y="595401"/>
                </a:cubicBezTo>
                <a:cubicBezTo>
                  <a:pt x="1375276" y="595401"/>
                  <a:pt x="1375276" y="595401"/>
                  <a:pt x="1386433" y="580222"/>
                </a:cubicBezTo>
                <a:cubicBezTo>
                  <a:pt x="1391217" y="573525"/>
                  <a:pt x="1387346" y="569283"/>
                  <a:pt x="1384613" y="567272"/>
                </a:cubicBezTo>
                <a:cubicBezTo>
                  <a:pt x="1368217" y="555220"/>
                  <a:pt x="1346589" y="548743"/>
                  <a:pt x="1323134" y="548743"/>
                </a:cubicBezTo>
                <a:close/>
                <a:moveTo>
                  <a:pt x="1011188" y="548743"/>
                </a:moveTo>
                <a:cubicBezTo>
                  <a:pt x="959501" y="548743"/>
                  <a:pt x="914872" y="588927"/>
                  <a:pt x="914872" y="647415"/>
                </a:cubicBezTo>
                <a:cubicBezTo>
                  <a:pt x="914872" y="706794"/>
                  <a:pt x="959501" y="746532"/>
                  <a:pt x="1010734" y="746532"/>
                </a:cubicBezTo>
                <a:cubicBezTo>
                  <a:pt x="1038515" y="746532"/>
                  <a:pt x="1061282" y="734031"/>
                  <a:pt x="1073578" y="716394"/>
                </a:cubicBezTo>
                <a:cubicBezTo>
                  <a:pt x="1073578" y="732915"/>
                  <a:pt x="1073578" y="732915"/>
                  <a:pt x="1073578" y="732915"/>
                </a:cubicBezTo>
                <a:cubicBezTo>
                  <a:pt x="1073578" y="737603"/>
                  <a:pt x="1078133" y="741396"/>
                  <a:pt x="1082685" y="741396"/>
                </a:cubicBezTo>
                <a:cubicBezTo>
                  <a:pt x="1106366" y="741396"/>
                  <a:pt x="1106366" y="741396"/>
                  <a:pt x="1106366" y="741396"/>
                </a:cubicBezTo>
                <a:cubicBezTo>
                  <a:pt x="1111147" y="741396"/>
                  <a:pt x="1115018" y="737603"/>
                  <a:pt x="1115018" y="732915"/>
                </a:cubicBezTo>
                <a:cubicBezTo>
                  <a:pt x="1115018" y="563034"/>
                  <a:pt x="1115018" y="563034"/>
                  <a:pt x="1115018" y="563034"/>
                </a:cubicBezTo>
                <a:cubicBezTo>
                  <a:pt x="1115018" y="557897"/>
                  <a:pt x="1111147" y="554101"/>
                  <a:pt x="1106366" y="554101"/>
                </a:cubicBezTo>
                <a:cubicBezTo>
                  <a:pt x="1082685" y="554101"/>
                  <a:pt x="1082685" y="554101"/>
                  <a:pt x="1082685" y="554101"/>
                </a:cubicBezTo>
                <a:cubicBezTo>
                  <a:pt x="1078133" y="554101"/>
                  <a:pt x="1073578" y="557897"/>
                  <a:pt x="1073578" y="563034"/>
                </a:cubicBezTo>
                <a:cubicBezTo>
                  <a:pt x="1073578" y="578658"/>
                  <a:pt x="1073578" y="578658"/>
                  <a:pt x="1073578" y="578658"/>
                </a:cubicBezTo>
                <a:cubicBezTo>
                  <a:pt x="1061737" y="561023"/>
                  <a:pt x="1038515" y="548743"/>
                  <a:pt x="1011188" y="548743"/>
                </a:cubicBezTo>
                <a:close/>
                <a:moveTo>
                  <a:pt x="532343" y="498739"/>
                </a:moveTo>
                <a:cubicBezTo>
                  <a:pt x="591315" y="498739"/>
                  <a:pt x="632986" y="544056"/>
                  <a:pt x="632986" y="603214"/>
                </a:cubicBezTo>
                <a:cubicBezTo>
                  <a:pt x="632986" y="637816"/>
                  <a:pt x="618868" y="667505"/>
                  <a:pt x="595642" y="686259"/>
                </a:cubicBezTo>
                <a:cubicBezTo>
                  <a:pt x="577197" y="639601"/>
                  <a:pt x="577197" y="639601"/>
                  <a:pt x="577197" y="639601"/>
                </a:cubicBezTo>
                <a:cubicBezTo>
                  <a:pt x="575604" y="635584"/>
                  <a:pt x="572416" y="632234"/>
                  <a:pt x="565357" y="632234"/>
                </a:cubicBezTo>
                <a:cubicBezTo>
                  <a:pt x="541451" y="632234"/>
                  <a:pt x="541451" y="632234"/>
                  <a:pt x="541451" y="632234"/>
                </a:cubicBezTo>
                <a:cubicBezTo>
                  <a:pt x="535530" y="632234"/>
                  <a:pt x="530749" y="636030"/>
                  <a:pt x="533482" y="643397"/>
                </a:cubicBezTo>
                <a:cubicBezTo>
                  <a:pt x="557617" y="704787"/>
                  <a:pt x="557617" y="704787"/>
                  <a:pt x="557617" y="704787"/>
                </a:cubicBezTo>
                <a:cubicBezTo>
                  <a:pt x="549649" y="706794"/>
                  <a:pt x="541222" y="707913"/>
                  <a:pt x="532343" y="707913"/>
                </a:cubicBezTo>
                <a:cubicBezTo>
                  <a:pt x="473367" y="707913"/>
                  <a:pt x="431700" y="662597"/>
                  <a:pt x="431700" y="603214"/>
                </a:cubicBezTo>
                <a:cubicBezTo>
                  <a:pt x="431700" y="544056"/>
                  <a:pt x="473367" y="498739"/>
                  <a:pt x="532343" y="498739"/>
                </a:cubicBezTo>
                <a:close/>
                <a:moveTo>
                  <a:pt x="1165113" y="465253"/>
                </a:moveTo>
                <a:cubicBezTo>
                  <a:pt x="1160331" y="465253"/>
                  <a:pt x="1156005" y="469495"/>
                  <a:pt x="1156005" y="474183"/>
                </a:cubicBezTo>
                <a:cubicBezTo>
                  <a:pt x="1156005" y="474183"/>
                  <a:pt x="1156005" y="474183"/>
                  <a:pt x="1156005" y="732467"/>
                </a:cubicBezTo>
                <a:cubicBezTo>
                  <a:pt x="1156005" y="737157"/>
                  <a:pt x="1160331" y="741396"/>
                  <a:pt x="1165113" y="741396"/>
                </a:cubicBezTo>
                <a:cubicBezTo>
                  <a:pt x="1165113" y="741396"/>
                  <a:pt x="1165113" y="741396"/>
                  <a:pt x="1188564" y="741396"/>
                </a:cubicBezTo>
                <a:cubicBezTo>
                  <a:pt x="1193804" y="741396"/>
                  <a:pt x="1197446" y="737157"/>
                  <a:pt x="1197446" y="732467"/>
                </a:cubicBezTo>
                <a:cubicBezTo>
                  <a:pt x="1197446" y="732467"/>
                  <a:pt x="1197446" y="732467"/>
                  <a:pt x="1197446" y="474183"/>
                </a:cubicBezTo>
                <a:cubicBezTo>
                  <a:pt x="1197446" y="469495"/>
                  <a:pt x="1193804" y="465253"/>
                  <a:pt x="1188564" y="465253"/>
                </a:cubicBezTo>
                <a:cubicBezTo>
                  <a:pt x="1188564" y="465253"/>
                  <a:pt x="1188564" y="465253"/>
                  <a:pt x="1165113" y="465253"/>
                </a:cubicBezTo>
                <a:close/>
                <a:moveTo>
                  <a:pt x="532343" y="460120"/>
                </a:moveTo>
                <a:cubicBezTo>
                  <a:pt x="451964" y="460120"/>
                  <a:pt x="387072" y="521285"/>
                  <a:pt x="387072" y="603214"/>
                </a:cubicBezTo>
                <a:cubicBezTo>
                  <a:pt x="387072" y="685143"/>
                  <a:pt x="451964" y="746532"/>
                  <a:pt x="532343" y="746532"/>
                </a:cubicBezTo>
                <a:cubicBezTo>
                  <a:pt x="546003" y="746532"/>
                  <a:pt x="559437" y="744746"/>
                  <a:pt x="571961" y="741396"/>
                </a:cubicBezTo>
                <a:cubicBezTo>
                  <a:pt x="587673" y="781134"/>
                  <a:pt x="587673" y="781134"/>
                  <a:pt x="587673" y="781134"/>
                </a:cubicBezTo>
                <a:cubicBezTo>
                  <a:pt x="589267" y="785597"/>
                  <a:pt x="592454" y="788277"/>
                  <a:pt x="598374" y="788277"/>
                </a:cubicBezTo>
                <a:cubicBezTo>
                  <a:pt x="623420" y="788277"/>
                  <a:pt x="623420" y="788277"/>
                  <a:pt x="623420" y="788277"/>
                </a:cubicBezTo>
                <a:cubicBezTo>
                  <a:pt x="629340" y="788277"/>
                  <a:pt x="633895" y="784260"/>
                  <a:pt x="630934" y="776892"/>
                </a:cubicBezTo>
                <a:cubicBezTo>
                  <a:pt x="610669" y="724656"/>
                  <a:pt x="610669" y="724656"/>
                  <a:pt x="610669" y="724656"/>
                </a:cubicBezTo>
                <a:cubicBezTo>
                  <a:pt x="650972" y="699875"/>
                  <a:pt x="677614" y="655899"/>
                  <a:pt x="677614" y="603214"/>
                </a:cubicBezTo>
                <a:cubicBezTo>
                  <a:pt x="677614" y="521285"/>
                  <a:pt x="612718" y="460120"/>
                  <a:pt x="532343" y="460120"/>
                </a:cubicBezTo>
                <a:close/>
                <a:moveTo>
                  <a:pt x="0" y="0"/>
                </a:moveTo>
                <a:lnTo>
                  <a:pt x="9144000" y="0"/>
                </a:lnTo>
                <a:lnTo>
                  <a:pt x="9144000" y="6858000"/>
                </a:lnTo>
                <a:lnTo>
                  <a:pt x="0" y="6858000"/>
                </a:lnTo>
                <a:close/>
              </a:path>
            </a:pathLst>
          </a:custGeom>
          <a:noFill/>
        </p:spPr>
        <p:txBody>
          <a:bodyPr wrap="square" lIns="503998" tIns="5400000" rIns="0" anchor="t">
            <a:noAutofit/>
          </a:bodyPr>
          <a:lstStyle>
            <a:lvl1pPr marL="0" indent="0">
              <a:buNone/>
              <a:defRPr sz="2800"/>
            </a:lvl1pPr>
          </a:lstStyle>
          <a:p>
            <a:r>
              <a:rPr lang="en-US" dirty="0"/>
              <a:t>Drag and drop an image onto the slide to insert photo</a:t>
            </a:r>
          </a:p>
        </p:txBody>
      </p:sp>
      <p:sp>
        <p:nvSpPr>
          <p:cNvPr id="23" name="Text Placeholder 22">
            <a:extLst>
              <a:ext uri="{FF2B5EF4-FFF2-40B4-BE49-F238E27FC236}">
                <a16:creationId xmlns:a16="http://schemas.microsoft.com/office/drawing/2014/main" id="{9E473B40-4535-D651-9591-50C493873603}"/>
              </a:ext>
            </a:extLst>
          </p:cNvPr>
          <p:cNvSpPr>
            <a:spLocks noGrp="1"/>
          </p:cNvSpPr>
          <p:nvPr>
            <p:ph type="body" sz="quarter" idx="16"/>
          </p:nvPr>
        </p:nvSpPr>
        <p:spPr>
          <a:xfrm>
            <a:off x="0" y="0"/>
            <a:ext cx="12192000" cy="6858000"/>
          </a:xfrm>
          <a:custGeom>
            <a:avLst/>
            <a:gdLst>
              <a:gd name="connsiteX0" fmla="*/ 1497096 w 9144000"/>
              <a:gd name="connsiteY0" fmla="*/ 586917 h 6858000"/>
              <a:gd name="connsiteX1" fmla="*/ 1555614 w 9144000"/>
              <a:gd name="connsiteY1" fmla="*/ 647861 h 6858000"/>
              <a:gd name="connsiteX2" fmla="*/ 1497096 w 9144000"/>
              <a:gd name="connsiteY2" fmla="*/ 708580 h 6858000"/>
              <a:gd name="connsiteX3" fmla="*/ 1438579 w 9144000"/>
              <a:gd name="connsiteY3" fmla="*/ 647861 h 6858000"/>
              <a:gd name="connsiteX4" fmla="*/ 1497096 w 9144000"/>
              <a:gd name="connsiteY4" fmla="*/ 586917 h 6858000"/>
              <a:gd name="connsiteX5" fmla="*/ 1015515 w 9144000"/>
              <a:gd name="connsiteY5" fmla="*/ 586917 h 6858000"/>
              <a:gd name="connsiteX6" fmla="*/ 1074032 w 9144000"/>
              <a:gd name="connsiteY6" fmla="*/ 647861 h 6858000"/>
              <a:gd name="connsiteX7" fmla="*/ 1015515 w 9144000"/>
              <a:gd name="connsiteY7" fmla="*/ 709029 h 6858000"/>
              <a:gd name="connsiteX8" fmla="*/ 956997 w 9144000"/>
              <a:gd name="connsiteY8" fmla="*/ 647861 h 6858000"/>
              <a:gd name="connsiteX9" fmla="*/ 1015515 w 9144000"/>
              <a:gd name="connsiteY9" fmla="*/ 586917 h 6858000"/>
              <a:gd name="connsiteX10" fmla="*/ 1672649 w 9144000"/>
              <a:gd name="connsiteY10" fmla="*/ 554101 h 6858000"/>
              <a:gd name="connsiteX11" fmla="*/ 1662177 w 9144000"/>
              <a:gd name="connsiteY11" fmla="*/ 561469 h 6858000"/>
              <a:gd name="connsiteX12" fmla="*/ 1595687 w 9144000"/>
              <a:gd name="connsiteY12" fmla="*/ 732021 h 6858000"/>
              <a:gd name="connsiteX13" fmla="*/ 1602065 w 9144000"/>
              <a:gd name="connsiteY13" fmla="*/ 741396 h 6858000"/>
              <a:gd name="connsiteX14" fmla="*/ 1627565 w 9144000"/>
              <a:gd name="connsiteY14" fmla="*/ 741396 h 6858000"/>
              <a:gd name="connsiteX15" fmla="*/ 1638041 w 9144000"/>
              <a:gd name="connsiteY15" fmla="*/ 734477 h 6858000"/>
              <a:gd name="connsiteX16" fmla="*/ 1686996 w 9144000"/>
              <a:gd name="connsiteY16" fmla="*/ 605670 h 6858000"/>
              <a:gd name="connsiteX17" fmla="*/ 1735951 w 9144000"/>
              <a:gd name="connsiteY17" fmla="*/ 734477 h 6858000"/>
              <a:gd name="connsiteX18" fmla="*/ 1746194 w 9144000"/>
              <a:gd name="connsiteY18" fmla="*/ 741396 h 6858000"/>
              <a:gd name="connsiteX19" fmla="*/ 1769649 w 9144000"/>
              <a:gd name="connsiteY19" fmla="*/ 741396 h 6858000"/>
              <a:gd name="connsiteX20" fmla="*/ 1780122 w 9144000"/>
              <a:gd name="connsiteY20" fmla="*/ 734477 h 6858000"/>
              <a:gd name="connsiteX21" fmla="*/ 1830216 w 9144000"/>
              <a:gd name="connsiteY21" fmla="*/ 605670 h 6858000"/>
              <a:gd name="connsiteX22" fmla="*/ 1878716 w 9144000"/>
              <a:gd name="connsiteY22" fmla="*/ 734477 h 6858000"/>
              <a:gd name="connsiteX23" fmla="*/ 1889191 w 9144000"/>
              <a:gd name="connsiteY23" fmla="*/ 741396 h 6858000"/>
              <a:gd name="connsiteX24" fmla="*/ 1913782 w 9144000"/>
              <a:gd name="connsiteY24" fmla="*/ 741396 h 6858000"/>
              <a:gd name="connsiteX25" fmla="*/ 1924254 w 9144000"/>
              <a:gd name="connsiteY25" fmla="*/ 734477 h 6858000"/>
              <a:gd name="connsiteX26" fmla="*/ 1973209 w 9144000"/>
              <a:gd name="connsiteY26" fmla="*/ 605670 h 6858000"/>
              <a:gd name="connsiteX27" fmla="*/ 2022848 w 9144000"/>
              <a:gd name="connsiteY27" fmla="*/ 734477 h 6858000"/>
              <a:gd name="connsiteX28" fmla="*/ 2033324 w 9144000"/>
              <a:gd name="connsiteY28" fmla="*/ 741396 h 6858000"/>
              <a:gd name="connsiteX29" fmla="*/ 2056775 w 9144000"/>
              <a:gd name="connsiteY29" fmla="*/ 741396 h 6858000"/>
              <a:gd name="connsiteX30" fmla="*/ 2067022 w 9144000"/>
              <a:gd name="connsiteY30" fmla="*/ 734477 h 6858000"/>
              <a:gd name="connsiteX31" fmla="*/ 2116432 w 9144000"/>
              <a:gd name="connsiteY31" fmla="*/ 606340 h 6858000"/>
              <a:gd name="connsiteX32" fmla="*/ 2164932 w 9144000"/>
              <a:gd name="connsiteY32" fmla="*/ 734477 h 6858000"/>
              <a:gd name="connsiteX33" fmla="*/ 2175404 w 9144000"/>
              <a:gd name="connsiteY33" fmla="*/ 741396 h 6858000"/>
              <a:gd name="connsiteX34" fmla="*/ 2201592 w 9144000"/>
              <a:gd name="connsiteY34" fmla="*/ 741396 h 6858000"/>
              <a:gd name="connsiteX35" fmla="*/ 2207967 w 9144000"/>
              <a:gd name="connsiteY35" fmla="*/ 732021 h 6858000"/>
              <a:gd name="connsiteX36" fmla="*/ 2141477 w 9144000"/>
              <a:gd name="connsiteY36" fmla="*/ 561469 h 6858000"/>
              <a:gd name="connsiteX37" fmla="*/ 2131231 w 9144000"/>
              <a:gd name="connsiteY37" fmla="*/ 554101 h 6858000"/>
              <a:gd name="connsiteX38" fmla="*/ 2102543 w 9144000"/>
              <a:gd name="connsiteY38" fmla="*/ 554101 h 6858000"/>
              <a:gd name="connsiteX39" fmla="*/ 2092067 w 9144000"/>
              <a:gd name="connsiteY39" fmla="*/ 561469 h 6858000"/>
              <a:gd name="connsiteX40" fmla="*/ 2045619 w 9144000"/>
              <a:gd name="connsiteY40" fmla="*/ 686034 h 6858000"/>
              <a:gd name="connsiteX41" fmla="*/ 1997803 w 9144000"/>
              <a:gd name="connsiteY41" fmla="*/ 561469 h 6858000"/>
              <a:gd name="connsiteX42" fmla="*/ 1987556 w 9144000"/>
              <a:gd name="connsiteY42" fmla="*/ 554101 h 6858000"/>
              <a:gd name="connsiteX43" fmla="*/ 1959094 w 9144000"/>
              <a:gd name="connsiteY43" fmla="*/ 554101 h 6858000"/>
              <a:gd name="connsiteX44" fmla="*/ 1948848 w 9144000"/>
              <a:gd name="connsiteY44" fmla="*/ 561469 h 6858000"/>
              <a:gd name="connsiteX45" fmla="*/ 1901941 w 9144000"/>
              <a:gd name="connsiteY45" fmla="*/ 686034 h 6858000"/>
              <a:gd name="connsiteX46" fmla="*/ 1854806 w 9144000"/>
              <a:gd name="connsiteY46" fmla="*/ 561469 h 6858000"/>
              <a:gd name="connsiteX47" fmla="*/ 1844563 w 9144000"/>
              <a:gd name="connsiteY47" fmla="*/ 554101 h 6858000"/>
              <a:gd name="connsiteX48" fmla="*/ 1816326 w 9144000"/>
              <a:gd name="connsiteY48" fmla="*/ 554101 h 6858000"/>
              <a:gd name="connsiteX49" fmla="*/ 1805854 w 9144000"/>
              <a:gd name="connsiteY49" fmla="*/ 561469 h 6858000"/>
              <a:gd name="connsiteX50" fmla="*/ 1758493 w 9144000"/>
              <a:gd name="connsiteY50" fmla="*/ 686034 h 6858000"/>
              <a:gd name="connsiteX51" fmla="*/ 1711587 w 9144000"/>
              <a:gd name="connsiteY51" fmla="*/ 561469 h 6858000"/>
              <a:gd name="connsiteX52" fmla="*/ 1701340 w 9144000"/>
              <a:gd name="connsiteY52" fmla="*/ 554101 h 6858000"/>
              <a:gd name="connsiteX53" fmla="*/ 1672649 w 9144000"/>
              <a:gd name="connsiteY53" fmla="*/ 554101 h 6858000"/>
              <a:gd name="connsiteX54" fmla="*/ 713135 w 9144000"/>
              <a:gd name="connsiteY54" fmla="*/ 554101 h 6858000"/>
              <a:gd name="connsiteX55" fmla="*/ 703798 w 9144000"/>
              <a:gd name="connsiteY55" fmla="*/ 562809 h 6858000"/>
              <a:gd name="connsiteX56" fmla="*/ 703798 w 9144000"/>
              <a:gd name="connsiteY56" fmla="*/ 666168 h 6858000"/>
              <a:gd name="connsiteX57" fmla="*/ 784403 w 9144000"/>
              <a:gd name="connsiteY57" fmla="*/ 746532 h 6858000"/>
              <a:gd name="connsiteX58" fmla="*/ 846337 w 9144000"/>
              <a:gd name="connsiteY58" fmla="*/ 717513 h 6858000"/>
              <a:gd name="connsiteX59" fmla="*/ 846337 w 9144000"/>
              <a:gd name="connsiteY59" fmla="*/ 733136 h 6858000"/>
              <a:gd name="connsiteX60" fmla="*/ 855216 w 9144000"/>
              <a:gd name="connsiteY60" fmla="*/ 741396 h 6858000"/>
              <a:gd name="connsiteX61" fmla="*/ 878671 w 9144000"/>
              <a:gd name="connsiteY61" fmla="*/ 741396 h 6858000"/>
              <a:gd name="connsiteX62" fmla="*/ 887778 w 9144000"/>
              <a:gd name="connsiteY62" fmla="*/ 732915 h 6858000"/>
              <a:gd name="connsiteX63" fmla="*/ 887778 w 9144000"/>
              <a:gd name="connsiteY63" fmla="*/ 563034 h 6858000"/>
              <a:gd name="connsiteX64" fmla="*/ 878671 w 9144000"/>
              <a:gd name="connsiteY64" fmla="*/ 554101 h 6858000"/>
              <a:gd name="connsiteX65" fmla="*/ 855216 w 9144000"/>
              <a:gd name="connsiteY65" fmla="*/ 554101 h 6858000"/>
              <a:gd name="connsiteX66" fmla="*/ 846337 w 9144000"/>
              <a:gd name="connsiteY66" fmla="*/ 562809 h 6858000"/>
              <a:gd name="connsiteX67" fmla="*/ 846337 w 9144000"/>
              <a:gd name="connsiteY67" fmla="*/ 659916 h 6858000"/>
              <a:gd name="connsiteX68" fmla="*/ 795104 w 9144000"/>
              <a:gd name="connsiteY68" fmla="*/ 711261 h 6858000"/>
              <a:gd name="connsiteX69" fmla="*/ 745239 w 9144000"/>
              <a:gd name="connsiteY69" fmla="*/ 659470 h 6858000"/>
              <a:gd name="connsiteX70" fmla="*/ 745239 w 9144000"/>
              <a:gd name="connsiteY70" fmla="*/ 562809 h 6858000"/>
              <a:gd name="connsiteX71" fmla="*/ 736587 w 9144000"/>
              <a:gd name="connsiteY71" fmla="*/ 554101 h 6858000"/>
              <a:gd name="connsiteX72" fmla="*/ 713135 w 9144000"/>
              <a:gd name="connsiteY72" fmla="*/ 554101 h 6858000"/>
              <a:gd name="connsiteX73" fmla="*/ 1497096 w 9144000"/>
              <a:gd name="connsiteY73" fmla="*/ 548968 h 6858000"/>
              <a:gd name="connsiteX74" fmla="*/ 1396909 w 9144000"/>
              <a:gd name="connsiteY74" fmla="*/ 647861 h 6858000"/>
              <a:gd name="connsiteX75" fmla="*/ 1497096 w 9144000"/>
              <a:gd name="connsiteY75" fmla="*/ 746532 h 6858000"/>
              <a:gd name="connsiteX76" fmla="*/ 1597510 w 9144000"/>
              <a:gd name="connsiteY76" fmla="*/ 647861 h 6858000"/>
              <a:gd name="connsiteX77" fmla="*/ 1497096 w 9144000"/>
              <a:gd name="connsiteY77" fmla="*/ 548968 h 6858000"/>
              <a:gd name="connsiteX78" fmla="*/ 1323134 w 9144000"/>
              <a:gd name="connsiteY78" fmla="*/ 548743 h 6858000"/>
              <a:gd name="connsiteX79" fmla="*/ 1224544 w 9144000"/>
              <a:gd name="connsiteY79" fmla="*/ 647861 h 6858000"/>
              <a:gd name="connsiteX80" fmla="*/ 1323134 w 9144000"/>
              <a:gd name="connsiteY80" fmla="*/ 746532 h 6858000"/>
              <a:gd name="connsiteX81" fmla="*/ 1384613 w 9144000"/>
              <a:gd name="connsiteY81" fmla="*/ 727779 h 6858000"/>
              <a:gd name="connsiteX82" fmla="*/ 1386433 w 9144000"/>
              <a:gd name="connsiteY82" fmla="*/ 714832 h 6858000"/>
              <a:gd name="connsiteX83" fmla="*/ 1374596 w 9144000"/>
              <a:gd name="connsiteY83" fmla="*/ 700100 h 6858000"/>
              <a:gd name="connsiteX84" fmla="*/ 1360704 w 9144000"/>
              <a:gd name="connsiteY84" fmla="*/ 698090 h 6858000"/>
              <a:gd name="connsiteX85" fmla="*/ 1324502 w 9144000"/>
              <a:gd name="connsiteY85" fmla="*/ 709475 h 6858000"/>
              <a:gd name="connsiteX86" fmla="*/ 1266665 w 9144000"/>
              <a:gd name="connsiteY86" fmla="*/ 647861 h 6858000"/>
              <a:gd name="connsiteX87" fmla="*/ 1324502 w 9144000"/>
              <a:gd name="connsiteY87" fmla="*/ 585801 h 6858000"/>
              <a:gd name="connsiteX88" fmla="*/ 1361387 w 9144000"/>
              <a:gd name="connsiteY88" fmla="*/ 596965 h 6858000"/>
              <a:gd name="connsiteX89" fmla="*/ 1375276 w 9144000"/>
              <a:gd name="connsiteY89" fmla="*/ 595401 h 6858000"/>
              <a:gd name="connsiteX90" fmla="*/ 1386433 w 9144000"/>
              <a:gd name="connsiteY90" fmla="*/ 580222 h 6858000"/>
              <a:gd name="connsiteX91" fmla="*/ 1384613 w 9144000"/>
              <a:gd name="connsiteY91" fmla="*/ 567272 h 6858000"/>
              <a:gd name="connsiteX92" fmla="*/ 1323134 w 9144000"/>
              <a:gd name="connsiteY92" fmla="*/ 548743 h 6858000"/>
              <a:gd name="connsiteX93" fmla="*/ 1011188 w 9144000"/>
              <a:gd name="connsiteY93" fmla="*/ 548743 h 6858000"/>
              <a:gd name="connsiteX94" fmla="*/ 914872 w 9144000"/>
              <a:gd name="connsiteY94" fmla="*/ 647415 h 6858000"/>
              <a:gd name="connsiteX95" fmla="*/ 1010734 w 9144000"/>
              <a:gd name="connsiteY95" fmla="*/ 746532 h 6858000"/>
              <a:gd name="connsiteX96" fmla="*/ 1073578 w 9144000"/>
              <a:gd name="connsiteY96" fmla="*/ 716394 h 6858000"/>
              <a:gd name="connsiteX97" fmla="*/ 1073578 w 9144000"/>
              <a:gd name="connsiteY97" fmla="*/ 732915 h 6858000"/>
              <a:gd name="connsiteX98" fmla="*/ 1082685 w 9144000"/>
              <a:gd name="connsiteY98" fmla="*/ 741396 h 6858000"/>
              <a:gd name="connsiteX99" fmla="*/ 1106366 w 9144000"/>
              <a:gd name="connsiteY99" fmla="*/ 741396 h 6858000"/>
              <a:gd name="connsiteX100" fmla="*/ 1115018 w 9144000"/>
              <a:gd name="connsiteY100" fmla="*/ 732915 h 6858000"/>
              <a:gd name="connsiteX101" fmla="*/ 1115018 w 9144000"/>
              <a:gd name="connsiteY101" fmla="*/ 563034 h 6858000"/>
              <a:gd name="connsiteX102" fmla="*/ 1106366 w 9144000"/>
              <a:gd name="connsiteY102" fmla="*/ 554101 h 6858000"/>
              <a:gd name="connsiteX103" fmla="*/ 1082685 w 9144000"/>
              <a:gd name="connsiteY103" fmla="*/ 554101 h 6858000"/>
              <a:gd name="connsiteX104" fmla="*/ 1073578 w 9144000"/>
              <a:gd name="connsiteY104" fmla="*/ 563034 h 6858000"/>
              <a:gd name="connsiteX105" fmla="*/ 1073578 w 9144000"/>
              <a:gd name="connsiteY105" fmla="*/ 578658 h 6858000"/>
              <a:gd name="connsiteX106" fmla="*/ 1011188 w 9144000"/>
              <a:gd name="connsiteY106" fmla="*/ 548743 h 6858000"/>
              <a:gd name="connsiteX107" fmla="*/ 532343 w 9144000"/>
              <a:gd name="connsiteY107" fmla="*/ 498739 h 6858000"/>
              <a:gd name="connsiteX108" fmla="*/ 632986 w 9144000"/>
              <a:gd name="connsiteY108" fmla="*/ 603214 h 6858000"/>
              <a:gd name="connsiteX109" fmla="*/ 595642 w 9144000"/>
              <a:gd name="connsiteY109" fmla="*/ 686259 h 6858000"/>
              <a:gd name="connsiteX110" fmla="*/ 577197 w 9144000"/>
              <a:gd name="connsiteY110" fmla="*/ 639601 h 6858000"/>
              <a:gd name="connsiteX111" fmla="*/ 565357 w 9144000"/>
              <a:gd name="connsiteY111" fmla="*/ 632234 h 6858000"/>
              <a:gd name="connsiteX112" fmla="*/ 541451 w 9144000"/>
              <a:gd name="connsiteY112" fmla="*/ 632234 h 6858000"/>
              <a:gd name="connsiteX113" fmla="*/ 533482 w 9144000"/>
              <a:gd name="connsiteY113" fmla="*/ 643397 h 6858000"/>
              <a:gd name="connsiteX114" fmla="*/ 557617 w 9144000"/>
              <a:gd name="connsiteY114" fmla="*/ 704787 h 6858000"/>
              <a:gd name="connsiteX115" fmla="*/ 532343 w 9144000"/>
              <a:gd name="connsiteY115" fmla="*/ 707913 h 6858000"/>
              <a:gd name="connsiteX116" fmla="*/ 431700 w 9144000"/>
              <a:gd name="connsiteY116" fmla="*/ 603214 h 6858000"/>
              <a:gd name="connsiteX117" fmla="*/ 532343 w 9144000"/>
              <a:gd name="connsiteY117" fmla="*/ 498739 h 6858000"/>
              <a:gd name="connsiteX118" fmla="*/ 1165113 w 9144000"/>
              <a:gd name="connsiteY118" fmla="*/ 465253 h 6858000"/>
              <a:gd name="connsiteX119" fmla="*/ 1156005 w 9144000"/>
              <a:gd name="connsiteY119" fmla="*/ 474183 h 6858000"/>
              <a:gd name="connsiteX120" fmla="*/ 1156005 w 9144000"/>
              <a:gd name="connsiteY120" fmla="*/ 732467 h 6858000"/>
              <a:gd name="connsiteX121" fmla="*/ 1165113 w 9144000"/>
              <a:gd name="connsiteY121" fmla="*/ 741396 h 6858000"/>
              <a:gd name="connsiteX122" fmla="*/ 1188564 w 9144000"/>
              <a:gd name="connsiteY122" fmla="*/ 741396 h 6858000"/>
              <a:gd name="connsiteX123" fmla="*/ 1197446 w 9144000"/>
              <a:gd name="connsiteY123" fmla="*/ 732467 h 6858000"/>
              <a:gd name="connsiteX124" fmla="*/ 1197446 w 9144000"/>
              <a:gd name="connsiteY124" fmla="*/ 474183 h 6858000"/>
              <a:gd name="connsiteX125" fmla="*/ 1188564 w 9144000"/>
              <a:gd name="connsiteY125" fmla="*/ 465253 h 6858000"/>
              <a:gd name="connsiteX126" fmla="*/ 1165113 w 9144000"/>
              <a:gd name="connsiteY126" fmla="*/ 465253 h 6858000"/>
              <a:gd name="connsiteX127" fmla="*/ 532343 w 9144000"/>
              <a:gd name="connsiteY127" fmla="*/ 460120 h 6858000"/>
              <a:gd name="connsiteX128" fmla="*/ 387072 w 9144000"/>
              <a:gd name="connsiteY128" fmla="*/ 603214 h 6858000"/>
              <a:gd name="connsiteX129" fmla="*/ 532343 w 9144000"/>
              <a:gd name="connsiteY129" fmla="*/ 746532 h 6858000"/>
              <a:gd name="connsiteX130" fmla="*/ 571961 w 9144000"/>
              <a:gd name="connsiteY130" fmla="*/ 741396 h 6858000"/>
              <a:gd name="connsiteX131" fmla="*/ 587673 w 9144000"/>
              <a:gd name="connsiteY131" fmla="*/ 781134 h 6858000"/>
              <a:gd name="connsiteX132" fmla="*/ 598374 w 9144000"/>
              <a:gd name="connsiteY132" fmla="*/ 788277 h 6858000"/>
              <a:gd name="connsiteX133" fmla="*/ 623420 w 9144000"/>
              <a:gd name="connsiteY133" fmla="*/ 788277 h 6858000"/>
              <a:gd name="connsiteX134" fmla="*/ 630934 w 9144000"/>
              <a:gd name="connsiteY134" fmla="*/ 776892 h 6858000"/>
              <a:gd name="connsiteX135" fmla="*/ 610669 w 9144000"/>
              <a:gd name="connsiteY135" fmla="*/ 724656 h 6858000"/>
              <a:gd name="connsiteX136" fmla="*/ 677614 w 9144000"/>
              <a:gd name="connsiteY136" fmla="*/ 603214 h 6858000"/>
              <a:gd name="connsiteX137" fmla="*/ 532343 w 9144000"/>
              <a:gd name="connsiteY137" fmla="*/ 460120 h 6858000"/>
              <a:gd name="connsiteX138" fmla="*/ 0 w 9144000"/>
              <a:gd name="connsiteY138" fmla="*/ 0 h 6858000"/>
              <a:gd name="connsiteX139" fmla="*/ 9144000 w 9144000"/>
              <a:gd name="connsiteY139" fmla="*/ 0 h 6858000"/>
              <a:gd name="connsiteX140" fmla="*/ 9144000 w 9144000"/>
              <a:gd name="connsiteY140" fmla="*/ 6858000 h 6858000"/>
              <a:gd name="connsiteX141" fmla="*/ 0 w 9144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9144000" h="6858000">
                <a:moveTo>
                  <a:pt x="1497096" y="586917"/>
                </a:moveTo>
                <a:cubicBezTo>
                  <a:pt x="1531478" y="586917"/>
                  <a:pt x="1555614" y="613484"/>
                  <a:pt x="1555614" y="647861"/>
                </a:cubicBezTo>
                <a:cubicBezTo>
                  <a:pt x="1555614" y="681792"/>
                  <a:pt x="1531478" y="708580"/>
                  <a:pt x="1497096" y="708580"/>
                </a:cubicBezTo>
                <a:cubicBezTo>
                  <a:pt x="1462940" y="708580"/>
                  <a:pt x="1438579" y="681792"/>
                  <a:pt x="1438579" y="647861"/>
                </a:cubicBezTo>
                <a:cubicBezTo>
                  <a:pt x="1438579" y="613484"/>
                  <a:pt x="1462940" y="586917"/>
                  <a:pt x="1497096" y="586917"/>
                </a:cubicBezTo>
                <a:close/>
                <a:moveTo>
                  <a:pt x="1015515" y="586917"/>
                </a:moveTo>
                <a:cubicBezTo>
                  <a:pt x="1049442" y="586917"/>
                  <a:pt x="1074032" y="613484"/>
                  <a:pt x="1074032" y="647861"/>
                </a:cubicBezTo>
                <a:cubicBezTo>
                  <a:pt x="1074032" y="681792"/>
                  <a:pt x="1049442" y="709029"/>
                  <a:pt x="1015515" y="709029"/>
                </a:cubicBezTo>
                <a:cubicBezTo>
                  <a:pt x="981362" y="709029"/>
                  <a:pt x="956997" y="681792"/>
                  <a:pt x="956997" y="647861"/>
                </a:cubicBezTo>
                <a:cubicBezTo>
                  <a:pt x="956997" y="613484"/>
                  <a:pt x="981362" y="586917"/>
                  <a:pt x="1015515" y="586917"/>
                </a:cubicBezTo>
                <a:close/>
                <a:moveTo>
                  <a:pt x="1672649" y="554101"/>
                </a:moveTo>
                <a:cubicBezTo>
                  <a:pt x="1667867" y="554101"/>
                  <a:pt x="1664225" y="556557"/>
                  <a:pt x="1662177" y="561469"/>
                </a:cubicBezTo>
                <a:cubicBezTo>
                  <a:pt x="1662177" y="561469"/>
                  <a:pt x="1662177" y="561469"/>
                  <a:pt x="1595687" y="732021"/>
                </a:cubicBezTo>
                <a:cubicBezTo>
                  <a:pt x="1593867" y="736708"/>
                  <a:pt x="1596141" y="741396"/>
                  <a:pt x="1602065" y="741396"/>
                </a:cubicBezTo>
                <a:cubicBezTo>
                  <a:pt x="1602065" y="741396"/>
                  <a:pt x="1602065" y="741396"/>
                  <a:pt x="1627565" y="741396"/>
                </a:cubicBezTo>
                <a:cubicBezTo>
                  <a:pt x="1632347" y="741396"/>
                  <a:pt x="1636447" y="739164"/>
                  <a:pt x="1638041" y="734477"/>
                </a:cubicBezTo>
                <a:cubicBezTo>
                  <a:pt x="1638041" y="734477"/>
                  <a:pt x="1638041" y="734477"/>
                  <a:pt x="1686996" y="605670"/>
                </a:cubicBezTo>
                <a:cubicBezTo>
                  <a:pt x="1686996" y="605670"/>
                  <a:pt x="1686996" y="605670"/>
                  <a:pt x="1735951" y="734477"/>
                </a:cubicBezTo>
                <a:cubicBezTo>
                  <a:pt x="1737771" y="739389"/>
                  <a:pt x="1741413" y="741396"/>
                  <a:pt x="1746194" y="741396"/>
                </a:cubicBezTo>
                <a:cubicBezTo>
                  <a:pt x="1746194" y="741396"/>
                  <a:pt x="1746194" y="741396"/>
                  <a:pt x="1769649" y="741396"/>
                </a:cubicBezTo>
                <a:cubicBezTo>
                  <a:pt x="1774431" y="741396"/>
                  <a:pt x="1778073" y="739389"/>
                  <a:pt x="1780122" y="734477"/>
                </a:cubicBezTo>
                <a:cubicBezTo>
                  <a:pt x="1780122" y="734477"/>
                  <a:pt x="1780122" y="734477"/>
                  <a:pt x="1830216" y="605670"/>
                </a:cubicBezTo>
                <a:cubicBezTo>
                  <a:pt x="1830216" y="605670"/>
                  <a:pt x="1830216" y="605670"/>
                  <a:pt x="1878716" y="734477"/>
                </a:cubicBezTo>
                <a:cubicBezTo>
                  <a:pt x="1880764" y="739164"/>
                  <a:pt x="1884407" y="741396"/>
                  <a:pt x="1889191" y="741396"/>
                </a:cubicBezTo>
                <a:cubicBezTo>
                  <a:pt x="1889191" y="741396"/>
                  <a:pt x="1889191" y="741396"/>
                  <a:pt x="1913782" y="741396"/>
                </a:cubicBezTo>
                <a:cubicBezTo>
                  <a:pt x="1918563" y="741396"/>
                  <a:pt x="1922205" y="739164"/>
                  <a:pt x="1924254" y="734477"/>
                </a:cubicBezTo>
                <a:cubicBezTo>
                  <a:pt x="1924254" y="734477"/>
                  <a:pt x="1924254" y="734477"/>
                  <a:pt x="1973209" y="605670"/>
                </a:cubicBezTo>
                <a:cubicBezTo>
                  <a:pt x="1973209" y="605670"/>
                  <a:pt x="1973209" y="605670"/>
                  <a:pt x="2022848" y="734477"/>
                </a:cubicBezTo>
                <a:cubicBezTo>
                  <a:pt x="2024897" y="739389"/>
                  <a:pt x="2028539" y="741396"/>
                  <a:pt x="2033324" y="741396"/>
                </a:cubicBezTo>
                <a:cubicBezTo>
                  <a:pt x="2033324" y="741396"/>
                  <a:pt x="2033324" y="741396"/>
                  <a:pt x="2056775" y="741396"/>
                </a:cubicBezTo>
                <a:cubicBezTo>
                  <a:pt x="2061557" y="741396"/>
                  <a:pt x="2064973" y="739389"/>
                  <a:pt x="2067022" y="734477"/>
                </a:cubicBezTo>
                <a:cubicBezTo>
                  <a:pt x="2067022" y="734477"/>
                  <a:pt x="2067022" y="734477"/>
                  <a:pt x="2116432" y="606340"/>
                </a:cubicBezTo>
                <a:cubicBezTo>
                  <a:pt x="2116432" y="606340"/>
                  <a:pt x="2116432" y="606340"/>
                  <a:pt x="2164932" y="734477"/>
                </a:cubicBezTo>
                <a:cubicBezTo>
                  <a:pt x="2166526" y="739164"/>
                  <a:pt x="2170623" y="741396"/>
                  <a:pt x="2175404" y="741396"/>
                </a:cubicBezTo>
                <a:cubicBezTo>
                  <a:pt x="2175404" y="741396"/>
                  <a:pt x="2175404" y="741396"/>
                  <a:pt x="2201592" y="741396"/>
                </a:cubicBezTo>
                <a:cubicBezTo>
                  <a:pt x="2207512" y="741396"/>
                  <a:pt x="2210016" y="736708"/>
                  <a:pt x="2207967" y="732021"/>
                </a:cubicBezTo>
                <a:cubicBezTo>
                  <a:pt x="2207967" y="732021"/>
                  <a:pt x="2207967" y="732021"/>
                  <a:pt x="2141477" y="561469"/>
                </a:cubicBezTo>
                <a:cubicBezTo>
                  <a:pt x="2139428" y="556557"/>
                  <a:pt x="2136015" y="554101"/>
                  <a:pt x="2131231" y="554101"/>
                </a:cubicBezTo>
                <a:cubicBezTo>
                  <a:pt x="2131231" y="554101"/>
                  <a:pt x="2131231" y="554101"/>
                  <a:pt x="2102543" y="554101"/>
                </a:cubicBezTo>
                <a:cubicBezTo>
                  <a:pt x="2097762" y="554101"/>
                  <a:pt x="2094116" y="556557"/>
                  <a:pt x="2092067" y="561469"/>
                </a:cubicBezTo>
                <a:cubicBezTo>
                  <a:pt x="2092067" y="561469"/>
                  <a:pt x="2092067" y="561469"/>
                  <a:pt x="2045619" y="686034"/>
                </a:cubicBezTo>
                <a:cubicBezTo>
                  <a:pt x="2045619" y="686034"/>
                  <a:pt x="2045619" y="686034"/>
                  <a:pt x="1997803" y="561469"/>
                </a:cubicBezTo>
                <a:cubicBezTo>
                  <a:pt x="1995751" y="556557"/>
                  <a:pt x="1992109" y="554101"/>
                  <a:pt x="1987556" y="554101"/>
                </a:cubicBezTo>
                <a:cubicBezTo>
                  <a:pt x="1987556" y="554101"/>
                  <a:pt x="1987556" y="554101"/>
                  <a:pt x="1959094" y="554101"/>
                </a:cubicBezTo>
                <a:cubicBezTo>
                  <a:pt x="1954310" y="554101"/>
                  <a:pt x="1950897" y="556557"/>
                  <a:pt x="1948848" y="561469"/>
                </a:cubicBezTo>
                <a:cubicBezTo>
                  <a:pt x="1948848" y="561469"/>
                  <a:pt x="1948848" y="561469"/>
                  <a:pt x="1901941" y="686034"/>
                </a:cubicBezTo>
                <a:cubicBezTo>
                  <a:pt x="1901941" y="686034"/>
                  <a:pt x="1901941" y="686034"/>
                  <a:pt x="1854806" y="561469"/>
                </a:cubicBezTo>
                <a:cubicBezTo>
                  <a:pt x="1852986" y="556557"/>
                  <a:pt x="1849344" y="554101"/>
                  <a:pt x="1844563" y="554101"/>
                </a:cubicBezTo>
                <a:cubicBezTo>
                  <a:pt x="1844563" y="554101"/>
                  <a:pt x="1844563" y="554101"/>
                  <a:pt x="1816326" y="554101"/>
                </a:cubicBezTo>
                <a:cubicBezTo>
                  <a:pt x="1811545" y="554101"/>
                  <a:pt x="1807903" y="556557"/>
                  <a:pt x="1805854" y="561469"/>
                </a:cubicBezTo>
                <a:cubicBezTo>
                  <a:pt x="1805854" y="561469"/>
                  <a:pt x="1805854" y="561469"/>
                  <a:pt x="1758493" y="686034"/>
                </a:cubicBezTo>
                <a:cubicBezTo>
                  <a:pt x="1758493" y="686034"/>
                  <a:pt x="1758493" y="686034"/>
                  <a:pt x="1711587" y="561469"/>
                </a:cubicBezTo>
                <a:cubicBezTo>
                  <a:pt x="1709538" y="556557"/>
                  <a:pt x="1706121" y="554101"/>
                  <a:pt x="1701340" y="554101"/>
                </a:cubicBezTo>
                <a:cubicBezTo>
                  <a:pt x="1701340" y="554101"/>
                  <a:pt x="1701340" y="554101"/>
                  <a:pt x="1672649" y="554101"/>
                </a:cubicBezTo>
                <a:close/>
                <a:moveTo>
                  <a:pt x="713135" y="554101"/>
                </a:moveTo>
                <a:cubicBezTo>
                  <a:pt x="708350" y="554101"/>
                  <a:pt x="703798" y="557897"/>
                  <a:pt x="703798" y="562809"/>
                </a:cubicBezTo>
                <a:cubicBezTo>
                  <a:pt x="703798" y="562809"/>
                  <a:pt x="703798" y="562809"/>
                  <a:pt x="703798" y="666168"/>
                </a:cubicBezTo>
                <a:cubicBezTo>
                  <a:pt x="703798" y="714162"/>
                  <a:pt x="734538" y="746532"/>
                  <a:pt x="784403" y="746532"/>
                </a:cubicBezTo>
                <a:cubicBezTo>
                  <a:pt x="814233" y="746532"/>
                  <a:pt x="834497" y="734701"/>
                  <a:pt x="846337" y="717513"/>
                </a:cubicBezTo>
                <a:cubicBezTo>
                  <a:pt x="846337" y="717513"/>
                  <a:pt x="846337" y="717513"/>
                  <a:pt x="846337" y="733136"/>
                </a:cubicBezTo>
                <a:cubicBezTo>
                  <a:pt x="846337" y="737824"/>
                  <a:pt x="850664" y="741396"/>
                  <a:pt x="855216" y="741396"/>
                </a:cubicBezTo>
                <a:cubicBezTo>
                  <a:pt x="855216" y="741396"/>
                  <a:pt x="855216" y="741396"/>
                  <a:pt x="878671" y="741396"/>
                </a:cubicBezTo>
                <a:cubicBezTo>
                  <a:pt x="883452" y="741396"/>
                  <a:pt x="887778" y="737603"/>
                  <a:pt x="887778" y="732915"/>
                </a:cubicBezTo>
                <a:cubicBezTo>
                  <a:pt x="887778" y="732915"/>
                  <a:pt x="887778" y="732915"/>
                  <a:pt x="887778" y="563034"/>
                </a:cubicBezTo>
                <a:cubicBezTo>
                  <a:pt x="887778" y="557897"/>
                  <a:pt x="883452" y="554101"/>
                  <a:pt x="878671" y="554101"/>
                </a:cubicBezTo>
                <a:cubicBezTo>
                  <a:pt x="878671" y="554101"/>
                  <a:pt x="878671" y="554101"/>
                  <a:pt x="855216" y="554101"/>
                </a:cubicBezTo>
                <a:cubicBezTo>
                  <a:pt x="850664" y="554101"/>
                  <a:pt x="846337" y="557897"/>
                  <a:pt x="846337" y="562809"/>
                </a:cubicBezTo>
                <a:cubicBezTo>
                  <a:pt x="846337" y="562809"/>
                  <a:pt x="846337" y="562809"/>
                  <a:pt x="846337" y="659916"/>
                </a:cubicBezTo>
                <a:cubicBezTo>
                  <a:pt x="846337" y="689830"/>
                  <a:pt x="827209" y="711261"/>
                  <a:pt x="795104" y="711261"/>
                </a:cubicBezTo>
                <a:cubicBezTo>
                  <a:pt x="762090" y="711261"/>
                  <a:pt x="745239" y="690721"/>
                  <a:pt x="745239" y="659470"/>
                </a:cubicBezTo>
                <a:cubicBezTo>
                  <a:pt x="745239" y="659470"/>
                  <a:pt x="745239" y="659470"/>
                  <a:pt x="745239" y="562809"/>
                </a:cubicBezTo>
                <a:cubicBezTo>
                  <a:pt x="745239" y="557897"/>
                  <a:pt x="741368" y="554101"/>
                  <a:pt x="736587" y="554101"/>
                </a:cubicBezTo>
                <a:cubicBezTo>
                  <a:pt x="736587" y="554101"/>
                  <a:pt x="736587" y="554101"/>
                  <a:pt x="713135" y="554101"/>
                </a:cubicBezTo>
                <a:close/>
                <a:moveTo>
                  <a:pt x="1497096" y="548968"/>
                </a:moveTo>
                <a:cubicBezTo>
                  <a:pt x="1441308" y="548968"/>
                  <a:pt x="1396909" y="592053"/>
                  <a:pt x="1396909" y="647861"/>
                </a:cubicBezTo>
                <a:cubicBezTo>
                  <a:pt x="1396909" y="703893"/>
                  <a:pt x="1441308" y="746532"/>
                  <a:pt x="1497096" y="746532"/>
                </a:cubicBezTo>
                <a:cubicBezTo>
                  <a:pt x="1552881" y="746532"/>
                  <a:pt x="1597510" y="703893"/>
                  <a:pt x="1597510" y="647861"/>
                </a:cubicBezTo>
                <a:cubicBezTo>
                  <a:pt x="1597510" y="592053"/>
                  <a:pt x="1552881" y="548968"/>
                  <a:pt x="1497096" y="548968"/>
                </a:cubicBezTo>
                <a:close/>
                <a:moveTo>
                  <a:pt x="1323134" y="548743"/>
                </a:moveTo>
                <a:cubicBezTo>
                  <a:pt x="1263932" y="548743"/>
                  <a:pt x="1224544" y="591608"/>
                  <a:pt x="1224544" y="647861"/>
                </a:cubicBezTo>
                <a:cubicBezTo>
                  <a:pt x="1224544" y="703893"/>
                  <a:pt x="1263932" y="746532"/>
                  <a:pt x="1323134" y="746532"/>
                </a:cubicBezTo>
                <a:cubicBezTo>
                  <a:pt x="1346589" y="746532"/>
                  <a:pt x="1368217" y="739834"/>
                  <a:pt x="1384613" y="727779"/>
                </a:cubicBezTo>
                <a:cubicBezTo>
                  <a:pt x="1387346" y="725772"/>
                  <a:pt x="1391672" y="721085"/>
                  <a:pt x="1386433" y="714832"/>
                </a:cubicBezTo>
                <a:lnTo>
                  <a:pt x="1374596" y="700100"/>
                </a:lnTo>
                <a:cubicBezTo>
                  <a:pt x="1369811" y="693848"/>
                  <a:pt x="1365030" y="695858"/>
                  <a:pt x="1360704" y="698090"/>
                </a:cubicBezTo>
                <a:cubicBezTo>
                  <a:pt x="1350231" y="703893"/>
                  <a:pt x="1338616" y="709475"/>
                  <a:pt x="1324502" y="709475"/>
                </a:cubicBezTo>
                <a:cubicBezTo>
                  <a:pt x="1289661" y="709475"/>
                  <a:pt x="1266665" y="682462"/>
                  <a:pt x="1266665" y="647861"/>
                </a:cubicBezTo>
                <a:cubicBezTo>
                  <a:pt x="1266665" y="613038"/>
                  <a:pt x="1289661" y="585801"/>
                  <a:pt x="1324502" y="585801"/>
                </a:cubicBezTo>
                <a:cubicBezTo>
                  <a:pt x="1338616" y="585801"/>
                  <a:pt x="1351141" y="590713"/>
                  <a:pt x="1361387" y="596965"/>
                </a:cubicBezTo>
                <a:cubicBezTo>
                  <a:pt x="1365714" y="599867"/>
                  <a:pt x="1370950" y="601428"/>
                  <a:pt x="1375276" y="595401"/>
                </a:cubicBezTo>
                <a:cubicBezTo>
                  <a:pt x="1375276" y="595401"/>
                  <a:pt x="1375276" y="595401"/>
                  <a:pt x="1386433" y="580222"/>
                </a:cubicBezTo>
                <a:cubicBezTo>
                  <a:pt x="1391217" y="573525"/>
                  <a:pt x="1387346" y="569283"/>
                  <a:pt x="1384613" y="567272"/>
                </a:cubicBezTo>
                <a:cubicBezTo>
                  <a:pt x="1368217" y="555220"/>
                  <a:pt x="1346589" y="548743"/>
                  <a:pt x="1323134" y="548743"/>
                </a:cubicBezTo>
                <a:close/>
                <a:moveTo>
                  <a:pt x="1011188" y="548743"/>
                </a:moveTo>
                <a:cubicBezTo>
                  <a:pt x="959501" y="548743"/>
                  <a:pt x="914872" y="588927"/>
                  <a:pt x="914872" y="647415"/>
                </a:cubicBezTo>
                <a:cubicBezTo>
                  <a:pt x="914872" y="706794"/>
                  <a:pt x="959501" y="746532"/>
                  <a:pt x="1010734" y="746532"/>
                </a:cubicBezTo>
                <a:cubicBezTo>
                  <a:pt x="1038515" y="746532"/>
                  <a:pt x="1061282" y="734031"/>
                  <a:pt x="1073578" y="716394"/>
                </a:cubicBezTo>
                <a:cubicBezTo>
                  <a:pt x="1073578" y="732915"/>
                  <a:pt x="1073578" y="732915"/>
                  <a:pt x="1073578" y="732915"/>
                </a:cubicBezTo>
                <a:cubicBezTo>
                  <a:pt x="1073578" y="737603"/>
                  <a:pt x="1078133" y="741396"/>
                  <a:pt x="1082685" y="741396"/>
                </a:cubicBezTo>
                <a:cubicBezTo>
                  <a:pt x="1106366" y="741396"/>
                  <a:pt x="1106366" y="741396"/>
                  <a:pt x="1106366" y="741396"/>
                </a:cubicBezTo>
                <a:cubicBezTo>
                  <a:pt x="1111147" y="741396"/>
                  <a:pt x="1115018" y="737603"/>
                  <a:pt x="1115018" y="732915"/>
                </a:cubicBezTo>
                <a:cubicBezTo>
                  <a:pt x="1115018" y="563034"/>
                  <a:pt x="1115018" y="563034"/>
                  <a:pt x="1115018" y="563034"/>
                </a:cubicBezTo>
                <a:cubicBezTo>
                  <a:pt x="1115018" y="557897"/>
                  <a:pt x="1111147" y="554101"/>
                  <a:pt x="1106366" y="554101"/>
                </a:cubicBezTo>
                <a:cubicBezTo>
                  <a:pt x="1082685" y="554101"/>
                  <a:pt x="1082685" y="554101"/>
                  <a:pt x="1082685" y="554101"/>
                </a:cubicBezTo>
                <a:cubicBezTo>
                  <a:pt x="1078133" y="554101"/>
                  <a:pt x="1073578" y="557897"/>
                  <a:pt x="1073578" y="563034"/>
                </a:cubicBezTo>
                <a:cubicBezTo>
                  <a:pt x="1073578" y="578658"/>
                  <a:pt x="1073578" y="578658"/>
                  <a:pt x="1073578" y="578658"/>
                </a:cubicBezTo>
                <a:cubicBezTo>
                  <a:pt x="1061737" y="561023"/>
                  <a:pt x="1038515" y="548743"/>
                  <a:pt x="1011188" y="548743"/>
                </a:cubicBezTo>
                <a:close/>
                <a:moveTo>
                  <a:pt x="532343" y="498739"/>
                </a:moveTo>
                <a:cubicBezTo>
                  <a:pt x="591315" y="498739"/>
                  <a:pt x="632986" y="544056"/>
                  <a:pt x="632986" y="603214"/>
                </a:cubicBezTo>
                <a:cubicBezTo>
                  <a:pt x="632986" y="637816"/>
                  <a:pt x="618868" y="667505"/>
                  <a:pt x="595642" y="686259"/>
                </a:cubicBezTo>
                <a:cubicBezTo>
                  <a:pt x="577197" y="639601"/>
                  <a:pt x="577197" y="639601"/>
                  <a:pt x="577197" y="639601"/>
                </a:cubicBezTo>
                <a:cubicBezTo>
                  <a:pt x="575604" y="635584"/>
                  <a:pt x="572416" y="632234"/>
                  <a:pt x="565357" y="632234"/>
                </a:cubicBezTo>
                <a:cubicBezTo>
                  <a:pt x="541451" y="632234"/>
                  <a:pt x="541451" y="632234"/>
                  <a:pt x="541451" y="632234"/>
                </a:cubicBezTo>
                <a:cubicBezTo>
                  <a:pt x="535530" y="632234"/>
                  <a:pt x="530749" y="636030"/>
                  <a:pt x="533482" y="643397"/>
                </a:cubicBezTo>
                <a:cubicBezTo>
                  <a:pt x="557617" y="704787"/>
                  <a:pt x="557617" y="704787"/>
                  <a:pt x="557617" y="704787"/>
                </a:cubicBezTo>
                <a:cubicBezTo>
                  <a:pt x="549649" y="706794"/>
                  <a:pt x="541222" y="707913"/>
                  <a:pt x="532343" y="707913"/>
                </a:cubicBezTo>
                <a:cubicBezTo>
                  <a:pt x="473367" y="707913"/>
                  <a:pt x="431700" y="662597"/>
                  <a:pt x="431700" y="603214"/>
                </a:cubicBezTo>
                <a:cubicBezTo>
                  <a:pt x="431700" y="544056"/>
                  <a:pt x="473367" y="498739"/>
                  <a:pt x="532343" y="498739"/>
                </a:cubicBezTo>
                <a:close/>
                <a:moveTo>
                  <a:pt x="1165113" y="465253"/>
                </a:moveTo>
                <a:cubicBezTo>
                  <a:pt x="1160331" y="465253"/>
                  <a:pt x="1156005" y="469495"/>
                  <a:pt x="1156005" y="474183"/>
                </a:cubicBezTo>
                <a:cubicBezTo>
                  <a:pt x="1156005" y="474183"/>
                  <a:pt x="1156005" y="474183"/>
                  <a:pt x="1156005" y="732467"/>
                </a:cubicBezTo>
                <a:cubicBezTo>
                  <a:pt x="1156005" y="737157"/>
                  <a:pt x="1160331" y="741396"/>
                  <a:pt x="1165113" y="741396"/>
                </a:cubicBezTo>
                <a:cubicBezTo>
                  <a:pt x="1165113" y="741396"/>
                  <a:pt x="1165113" y="741396"/>
                  <a:pt x="1188564" y="741396"/>
                </a:cubicBezTo>
                <a:cubicBezTo>
                  <a:pt x="1193804" y="741396"/>
                  <a:pt x="1197446" y="737157"/>
                  <a:pt x="1197446" y="732467"/>
                </a:cubicBezTo>
                <a:cubicBezTo>
                  <a:pt x="1197446" y="732467"/>
                  <a:pt x="1197446" y="732467"/>
                  <a:pt x="1197446" y="474183"/>
                </a:cubicBezTo>
                <a:cubicBezTo>
                  <a:pt x="1197446" y="469495"/>
                  <a:pt x="1193804" y="465253"/>
                  <a:pt x="1188564" y="465253"/>
                </a:cubicBezTo>
                <a:cubicBezTo>
                  <a:pt x="1188564" y="465253"/>
                  <a:pt x="1188564" y="465253"/>
                  <a:pt x="1165113" y="465253"/>
                </a:cubicBezTo>
                <a:close/>
                <a:moveTo>
                  <a:pt x="532343" y="460120"/>
                </a:moveTo>
                <a:cubicBezTo>
                  <a:pt x="451964" y="460120"/>
                  <a:pt x="387072" y="521285"/>
                  <a:pt x="387072" y="603214"/>
                </a:cubicBezTo>
                <a:cubicBezTo>
                  <a:pt x="387072" y="685143"/>
                  <a:pt x="451964" y="746532"/>
                  <a:pt x="532343" y="746532"/>
                </a:cubicBezTo>
                <a:cubicBezTo>
                  <a:pt x="546003" y="746532"/>
                  <a:pt x="559437" y="744746"/>
                  <a:pt x="571961" y="741396"/>
                </a:cubicBezTo>
                <a:cubicBezTo>
                  <a:pt x="587673" y="781134"/>
                  <a:pt x="587673" y="781134"/>
                  <a:pt x="587673" y="781134"/>
                </a:cubicBezTo>
                <a:cubicBezTo>
                  <a:pt x="589267" y="785597"/>
                  <a:pt x="592454" y="788277"/>
                  <a:pt x="598374" y="788277"/>
                </a:cubicBezTo>
                <a:cubicBezTo>
                  <a:pt x="623420" y="788277"/>
                  <a:pt x="623420" y="788277"/>
                  <a:pt x="623420" y="788277"/>
                </a:cubicBezTo>
                <a:cubicBezTo>
                  <a:pt x="629340" y="788277"/>
                  <a:pt x="633895" y="784260"/>
                  <a:pt x="630934" y="776892"/>
                </a:cubicBezTo>
                <a:cubicBezTo>
                  <a:pt x="610669" y="724656"/>
                  <a:pt x="610669" y="724656"/>
                  <a:pt x="610669" y="724656"/>
                </a:cubicBezTo>
                <a:cubicBezTo>
                  <a:pt x="650972" y="699875"/>
                  <a:pt x="677614" y="655899"/>
                  <a:pt x="677614" y="603214"/>
                </a:cubicBezTo>
                <a:cubicBezTo>
                  <a:pt x="677614" y="521285"/>
                  <a:pt x="612718" y="460120"/>
                  <a:pt x="532343" y="460120"/>
                </a:cubicBezTo>
                <a:close/>
                <a:moveTo>
                  <a:pt x="0" y="0"/>
                </a:moveTo>
                <a:lnTo>
                  <a:pt x="9144000" y="0"/>
                </a:lnTo>
                <a:lnTo>
                  <a:pt x="9144000" y="6858000"/>
                </a:lnTo>
                <a:lnTo>
                  <a:pt x="0" y="6858000"/>
                </a:lnTo>
                <a:close/>
              </a:path>
            </a:pathLst>
          </a:custGeom>
          <a:gradFill>
            <a:gsLst>
              <a:gs pos="39000">
                <a:srgbClr val="202B3F">
                  <a:alpha val="65483"/>
                </a:srgbClr>
              </a:gs>
              <a:gs pos="0">
                <a:srgbClr val="202B3F">
                  <a:alpha val="73000"/>
                </a:srgbClr>
              </a:gs>
              <a:gs pos="99000">
                <a:srgbClr val="202B3F">
                  <a:alpha val="0"/>
                </a:srgbClr>
              </a:gs>
            </a:gsLst>
            <a:lin ang="0" scaled="0"/>
          </a:gradFill>
        </p:spPr>
        <p:txBody>
          <a:bodyPr wrap="square" lIns="72000">
            <a:noAutofit/>
          </a:bodyPr>
          <a:lstStyle>
            <a:lvl1pPr>
              <a:defRPr>
                <a:noFill/>
              </a:defRPr>
            </a:lvl1pPr>
          </a:lstStyle>
          <a:p>
            <a:pPr lvl="0"/>
            <a:r>
              <a:rPr lang="en-US"/>
              <a:t>Click to edit Master text styles</a:t>
            </a:r>
          </a:p>
        </p:txBody>
      </p:sp>
      <p:sp>
        <p:nvSpPr>
          <p:cNvPr id="4" name="Title 2">
            <a:extLst>
              <a:ext uri="{FF2B5EF4-FFF2-40B4-BE49-F238E27FC236}">
                <a16:creationId xmlns:a16="http://schemas.microsoft.com/office/drawing/2014/main" id="{AE26A26D-3BB6-3DA7-C72C-3F2C422C0EEE}"/>
              </a:ext>
            </a:extLst>
          </p:cNvPr>
          <p:cNvSpPr>
            <a:spLocks noGrp="1"/>
          </p:cNvSpPr>
          <p:nvPr>
            <p:ph type="title" hasCustomPrompt="1"/>
          </p:nvPr>
        </p:nvSpPr>
        <p:spPr bwMode="gray">
          <a:xfrm>
            <a:off x="515938" y="1628775"/>
            <a:ext cx="5107311" cy="2160588"/>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dirty="0">
                <a:solidFill>
                  <a:srgbClr val="FFFFFE"/>
                </a:solidFill>
                <a:ea typeface="Alfabet" pitchFamily="2" charset="0"/>
                <a:cs typeface="Microsoft Sans Serif" panose="020B0604020202020204" pitchFamily="34" charset="0"/>
              </a:rPr>
              <a:t>Presentation </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title goes here</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4 lines</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maximum</a:t>
            </a:r>
            <a:endParaRPr lang="en-US" dirty="0"/>
          </a:p>
        </p:txBody>
      </p:sp>
      <p:sp>
        <p:nvSpPr>
          <p:cNvPr id="21" name="TextBox 20">
            <a:extLst>
              <a:ext uri="{FF2B5EF4-FFF2-40B4-BE49-F238E27FC236}">
                <a16:creationId xmlns:a16="http://schemas.microsoft.com/office/drawing/2014/main" id="{3EE038FB-4C78-3BA5-EAC0-C17C4E2E02A4}"/>
              </a:ext>
            </a:extLst>
          </p:cNvPr>
          <p:cNvSpPr txBox="1"/>
          <p:nvPr/>
        </p:nvSpPr>
        <p:spPr>
          <a:xfrm>
            <a:off x="-9169168"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8" name="Text Placeholder 22">
            <a:extLst>
              <a:ext uri="{FF2B5EF4-FFF2-40B4-BE49-F238E27FC236}">
                <a16:creationId xmlns:a16="http://schemas.microsoft.com/office/drawing/2014/main" id="{589D6934-29C0-4C38-57F1-A9FE9DB44EB7}"/>
              </a:ext>
            </a:extLst>
          </p:cNvPr>
          <p:cNvSpPr>
            <a:spLocks noGrp="1"/>
          </p:cNvSpPr>
          <p:nvPr>
            <p:ph type="body" sz="quarter" idx="14" hasCustomPrompt="1"/>
          </p:nvPr>
        </p:nvSpPr>
        <p:spPr>
          <a:xfrm>
            <a:off x="516470" y="5974140"/>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1" name="Text Placeholder 41">
            <a:extLst>
              <a:ext uri="{FF2B5EF4-FFF2-40B4-BE49-F238E27FC236}">
                <a16:creationId xmlns:a16="http://schemas.microsoft.com/office/drawing/2014/main" id="{6CD06640-601D-4468-8D05-52EA40F203F9}"/>
              </a:ext>
            </a:extLst>
          </p:cNvPr>
          <p:cNvSpPr>
            <a:spLocks noGrp="1"/>
          </p:cNvSpPr>
          <p:nvPr>
            <p:ph type="body" sz="quarter" idx="19" hasCustomPrompt="1"/>
          </p:nvPr>
        </p:nvSpPr>
        <p:spPr>
          <a:xfrm>
            <a:off x="515938" y="6396526"/>
            <a:ext cx="11159596" cy="87716"/>
          </a:xfrm>
        </p:spPr>
        <p:txBody>
          <a:bodyPr wrap="square">
            <a:spAutoFit/>
          </a:bodyPr>
          <a:lstStyle>
            <a:lvl1pPr marL="0" indent="0">
              <a:buNone/>
              <a:defRPr sz="600">
                <a:solidFill>
                  <a:schemeClr val="accent6">
                    <a:lumMod val="90000"/>
                  </a:schemeClr>
                </a:solidFill>
              </a:defRPr>
            </a:lvl1pPr>
          </a:lstStyle>
          <a:p>
            <a:pPr lvl="0" algn="l"/>
            <a:r>
              <a:rPr lang="en-US" dirty="0">
                <a:solidFill>
                  <a:schemeClr val="accent6">
                    <a:lumMod val="90000"/>
                  </a:schemeClr>
                </a:solidFill>
              </a:rPr>
              <a:t>Confidential – Qualcomm Technologies, Inc. and/or its affiliated companies – May Contain Trade Secrets</a:t>
            </a:r>
          </a:p>
        </p:txBody>
      </p:sp>
      <p:sp>
        <p:nvSpPr>
          <p:cNvPr id="12" name="Text Placeholder 41">
            <a:extLst>
              <a:ext uri="{FF2B5EF4-FFF2-40B4-BE49-F238E27FC236}">
                <a16:creationId xmlns:a16="http://schemas.microsoft.com/office/drawing/2014/main" id="{E433DDFE-6188-C61A-F68D-89DE7310E88E}"/>
              </a:ext>
            </a:extLst>
          </p:cNvPr>
          <p:cNvSpPr>
            <a:spLocks noGrp="1"/>
          </p:cNvSpPr>
          <p:nvPr>
            <p:ph type="body" sz="quarter" idx="20" hasCustomPrompt="1"/>
          </p:nvPr>
        </p:nvSpPr>
        <p:spPr>
          <a:xfrm>
            <a:off x="515938" y="6243154"/>
            <a:ext cx="11159596" cy="87716"/>
          </a:xfrm>
        </p:spPr>
        <p:txBody>
          <a:bodyPr wrap="square">
            <a:spAutoFit/>
          </a:bodyPr>
          <a:lstStyle>
            <a:lvl1pPr marL="0" indent="0">
              <a:buNone/>
              <a:defRPr sz="600">
                <a:solidFill>
                  <a:schemeClr val="accent6">
                    <a:lumMod val="90000"/>
                  </a:schemeClr>
                </a:solidFill>
              </a:defRPr>
            </a:lvl1pPr>
          </a:lstStyle>
          <a:p>
            <a:pPr lvl="0" algn="l"/>
            <a:r>
              <a:rPr lang="en-US" dirty="0">
                <a:solidFill>
                  <a:schemeClr val="accent6">
                    <a:lumMod val="90000"/>
                  </a:schemeClr>
                </a:solidFill>
              </a:rPr>
              <a:t>Footer</a:t>
            </a:r>
          </a:p>
        </p:txBody>
      </p:sp>
      <p:sp>
        <p:nvSpPr>
          <p:cNvPr id="13" name="Text Placeholder 22">
            <a:extLst>
              <a:ext uri="{FF2B5EF4-FFF2-40B4-BE49-F238E27FC236}">
                <a16:creationId xmlns:a16="http://schemas.microsoft.com/office/drawing/2014/main" id="{35D6646D-3B41-EAF4-7F4C-36CCA60751BE}"/>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4" name="Text Placeholder 7">
            <a:extLst>
              <a:ext uri="{FF2B5EF4-FFF2-40B4-BE49-F238E27FC236}">
                <a16:creationId xmlns:a16="http://schemas.microsoft.com/office/drawing/2014/main" id="{89D228F9-8369-C058-0528-EC07A52B73A5}"/>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185807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929">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Photo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B859C2-4BEA-9848-AC63-40AF86018B01}"/>
              </a:ext>
            </a:extLst>
          </p:cNvPr>
          <p:cNvSpPr>
            <a:spLocks noGrp="1"/>
          </p:cNvSpPr>
          <p:nvPr>
            <p:ph type="title" hasCustomPrompt="1"/>
          </p:nvPr>
        </p:nvSpPr>
        <p:spPr bwMode="gray">
          <a:xfrm>
            <a:off x="515939" y="1628775"/>
            <a:ext cx="4787900" cy="2160588"/>
          </a:xfrm>
        </p:spPr>
        <p:txBody>
          <a:bodyPr wrap="square" anchor="b">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2" name="TextBox 1">
            <a:extLst>
              <a:ext uri="{FF2B5EF4-FFF2-40B4-BE49-F238E27FC236}">
                <a16:creationId xmlns:a16="http://schemas.microsoft.com/office/drawing/2014/main" id="{B53EA102-590A-06E9-B03C-339A5C410D02}"/>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7" name="Freeform 5">
            <a:extLst>
              <a:ext uri="{FF2B5EF4-FFF2-40B4-BE49-F238E27FC236}">
                <a16:creationId xmlns:a16="http://schemas.microsoft.com/office/drawing/2014/main" id="{46137533-882C-88D8-90A3-1DEAC884A3B7}"/>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9" name="Picture Placeholder 8">
            <a:extLst>
              <a:ext uri="{FF2B5EF4-FFF2-40B4-BE49-F238E27FC236}">
                <a16:creationId xmlns:a16="http://schemas.microsoft.com/office/drawing/2014/main" id="{947AA84A-3CF7-B9C3-8501-1FFC409EE64F}"/>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
        <p:nvSpPr>
          <p:cNvPr id="42" name="TextBox 41">
            <a:extLst>
              <a:ext uri="{FF2B5EF4-FFF2-40B4-BE49-F238E27FC236}">
                <a16:creationId xmlns:a16="http://schemas.microsoft.com/office/drawing/2014/main" id="{FCB66EEF-7BF0-16B2-8893-6F9315DB70A6}"/>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43" name="Text Placeholder 22">
            <a:extLst>
              <a:ext uri="{FF2B5EF4-FFF2-40B4-BE49-F238E27FC236}">
                <a16:creationId xmlns:a16="http://schemas.microsoft.com/office/drawing/2014/main" id="{5135EA7B-67C0-49B5-D566-EBF80D522CB4}"/>
              </a:ext>
            </a:extLst>
          </p:cNvPr>
          <p:cNvSpPr>
            <a:spLocks noGrp="1"/>
          </p:cNvSpPr>
          <p:nvPr>
            <p:ph type="body" sz="quarter" idx="15" hasCustomPrompt="1"/>
          </p:nvPr>
        </p:nvSpPr>
        <p:spPr>
          <a:xfrm>
            <a:off x="516470" y="590270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44" name="Text Placeholder 22">
            <a:extLst>
              <a:ext uri="{FF2B5EF4-FFF2-40B4-BE49-F238E27FC236}">
                <a16:creationId xmlns:a16="http://schemas.microsoft.com/office/drawing/2014/main" id="{5902E6B8-729C-18EC-D326-20D0399FDF71}"/>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45" name="Text Placeholder 7">
            <a:extLst>
              <a:ext uri="{FF2B5EF4-FFF2-40B4-BE49-F238E27FC236}">
                <a16:creationId xmlns:a16="http://schemas.microsoft.com/office/drawing/2014/main" id="{526A55FC-1831-8E0B-37C0-D4052815A464}"/>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167425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Photo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76B047-B3CB-334D-D7F4-B842FB3D8A89}"/>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2" name="TextBox 1">
            <a:extLst>
              <a:ext uri="{FF2B5EF4-FFF2-40B4-BE49-F238E27FC236}">
                <a16:creationId xmlns:a16="http://schemas.microsoft.com/office/drawing/2014/main" id="{7B75F639-CD07-743B-2848-E089E6C7B144}"/>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6" name="Freeform 5">
            <a:extLst>
              <a:ext uri="{FF2B5EF4-FFF2-40B4-BE49-F238E27FC236}">
                <a16:creationId xmlns:a16="http://schemas.microsoft.com/office/drawing/2014/main" id="{DE796232-3335-8DE4-4134-75915A483ADC}"/>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6" name="Picture Placeholder 35">
            <a:extLst>
              <a:ext uri="{FF2B5EF4-FFF2-40B4-BE49-F238E27FC236}">
                <a16:creationId xmlns:a16="http://schemas.microsoft.com/office/drawing/2014/main" id="{0C2C7EDC-5434-AC1A-80D9-DE5C5553098A}"/>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
        <p:nvSpPr>
          <p:cNvPr id="9" name="TextBox 8">
            <a:extLst>
              <a:ext uri="{FF2B5EF4-FFF2-40B4-BE49-F238E27FC236}">
                <a16:creationId xmlns:a16="http://schemas.microsoft.com/office/drawing/2014/main" id="{DFC65FD6-DAD9-3370-F8CF-C5432AFC0B6C}"/>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10" name="Text Placeholder 22">
            <a:extLst>
              <a:ext uri="{FF2B5EF4-FFF2-40B4-BE49-F238E27FC236}">
                <a16:creationId xmlns:a16="http://schemas.microsoft.com/office/drawing/2014/main" id="{2CC7259C-1979-B4B4-CF3C-148C1953F6FE}"/>
              </a:ext>
            </a:extLst>
          </p:cNvPr>
          <p:cNvSpPr>
            <a:spLocks noGrp="1"/>
          </p:cNvSpPr>
          <p:nvPr>
            <p:ph type="body" sz="quarter" idx="15" hasCustomPrompt="1"/>
          </p:nvPr>
        </p:nvSpPr>
        <p:spPr>
          <a:xfrm>
            <a:off x="516470" y="590270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1" name="Text Placeholder 22">
            <a:extLst>
              <a:ext uri="{FF2B5EF4-FFF2-40B4-BE49-F238E27FC236}">
                <a16:creationId xmlns:a16="http://schemas.microsoft.com/office/drawing/2014/main" id="{A37D1E32-71A5-6478-F836-ADFBBA541387}"/>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2" name="Text Placeholder 7">
            <a:extLst>
              <a:ext uri="{FF2B5EF4-FFF2-40B4-BE49-F238E27FC236}">
                <a16:creationId xmlns:a16="http://schemas.microsoft.com/office/drawing/2014/main" id="{1C23A530-2811-7533-9959-97C1F45E3205}"/>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302828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Photo_Grey">
    <p:bg>
      <p:bgPr>
        <a:solidFill>
          <a:srgbClr val="EFF1F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85B3C7-6442-1485-863A-E4B7FF5300D7}"/>
              </a:ext>
            </a:extLst>
          </p:cNvPr>
          <p:cNvSpPr>
            <a:spLocks noGrp="1"/>
          </p:cNvSpPr>
          <p:nvPr>
            <p:ph type="title" hasCustomPrompt="1"/>
          </p:nvPr>
        </p:nvSpPr>
        <p:spPr>
          <a:xfrm>
            <a:off x="515939" y="1640842"/>
            <a:ext cx="4787900" cy="2148523"/>
          </a:xfrm>
        </p:spPr>
        <p:txBody>
          <a:bodyPr anchor="b"/>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baseline="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Presentation </a:t>
            </a:r>
            <a:br>
              <a:rPr lang="en-US" dirty="0"/>
            </a:br>
            <a:r>
              <a:rPr lang="en-US" dirty="0"/>
              <a:t>title goes here</a:t>
            </a:r>
            <a:br>
              <a:rPr lang="en-US" dirty="0"/>
            </a:br>
            <a:r>
              <a:rPr lang="en-US" dirty="0"/>
              <a:t>four lines</a:t>
            </a:r>
            <a:br>
              <a:rPr lang="en-US" dirty="0"/>
            </a:br>
            <a:r>
              <a:rPr lang="en-US" dirty="0"/>
              <a:t>maximum</a:t>
            </a:r>
          </a:p>
        </p:txBody>
      </p:sp>
      <p:sp>
        <p:nvSpPr>
          <p:cNvPr id="3" name="TextBox 2">
            <a:extLst>
              <a:ext uri="{FF2B5EF4-FFF2-40B4-BE49-F238E27FC236}">
                <a16:creationId xmlns:a16="http://schemas.microsoft.com/office/drawing/2014/main" id="{8DFA9049-CC03-B98C-202F-65CABD8EB118}"/>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50000"/>
                  </a:schemeClr>
                </a:solidFill>
              </a:rPr>
              <a:t>Confidential – Qualcomm Technologies, Inc. and/or its affiliated companies – May Contain Trade Secrets</a:t>
            </a:r>
          </a:p>
        </p:txBody>
      </p:sp>
      <p:sp>
        <p:nvSpPr>
          <p:cNvPr id="7" name="Freeform 5">
            <a:extLst>
              <a:ext uri="{FF2B5EF4-FFF2-40B4-BE49-F238E27FC236}">
                <a16:creationId xmlns:a16="http://schemas.microsoft.com/office/drawing/2014/main" id="{89CBAEBC-32C5-D612-1499-978420CC1491}"/>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 name="Picture Placeholder 7">
            <a:extLst>
              <a:ext uri="{FF2B5EF4-FFF2-40B4-BE49-F238E27FC236}">
                <a16:creationId xmlns:a16="http://schemas.microsoft.com/office/drawing/2014/main" id="{B5E0CD4D-F8FF-95CB-86EF-54722FD77A2B}"/>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accent1"/>
                </a:solidFill>
                <a:latin typeface="+mj-lt"/>
                <a:ea typeface="+mn-ea"/>
                <a:cs typeface="+mn-cs"/>
              </a:defRPr>
            </a:lvl1pPr>
          </a:lstStyle>
          <a:p>
            <a:r>
              <a:rPr lang="en-US"/>
              <a:t>Click the icon to insert photo</a:t>
            </a:r>
          </a:p>
        </p:txBody>
      </p:sp>
      <p:sp>
        <p:nvSpPr>
          <p:cNvPr id="9" name="TextBox 8">
            <a:extLst>
              <a:ext uri="{FF2B5EF4-FFF2-40B4-BE49-F238E27FC236}">
                <a16:creationId xmlns:a16="http://schemas.microsoft.com/office/drawing/2014/main" id="{30A99A9F-7019-219F-6EAF-A2DA53D941D3}"/>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5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50000"/>
                </a:schemeClr>
              </a:solidFill>
              <a:latin typeface="+mn-lt"/>
              <a:ea typeface="+mn-ea"/>
              <a:cs typeface="+mn-cs"/>
            </a:endParaRPr>
          </a:p>
        </p:txBody>
      </p:sp>
      <p:sp>
        <p:nvSpPr>
          <p:cNvPr id="10" name="Text Placeholder 22">
            <a:extLst>
              <a:ext uri="{FF2B5EF4-FFF2-40B4-BE49-F238E27FC236}">
                <a16:creationId xmlns:a16="http://schemas.microsoft.com/office/drawing/2014/main" id="{4E66B616-C251-7788-ABA7-AA0CFDC82005}"/>
              </a:ext>
            </a:extLst>
          </p:cNvPr>
          <p:cNvSpPr>
            <a:spLocks noGrp="1"/>
          </p:cNvSpPr>
          <p:nvPr>
            <p:ph type="body" sz="quarter" idx="15" hasCustomPrompt="1"/>
          </p:nvPr>
        </p:nvSpPr>
        <p:spPr>
          <a:xfrm>
            <a:off x="516470" y="590270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1" name="Text Placeholder 22">
            <a:extLst>
              <a:ext uri="{FF2B5EF4-FFF2-40B4-BE49-F238E27FC236}">
                <a16:creationId xmlns:a16="http://schemas.microsoft.com/office/drawing/2014/main" id="{1C93984C-A7B9-909B-36E3-250AB8F3C11F}"/>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2" name="Text Placeholder 7">
            <a:extLst>
              <a:ext uri="{FF2B5EF4-FFF2-40B4-BE49-F238E27FC236}">
                <a16:creationId xmlns:a16="http://schemas.microsoft.com/office/drawing/2014/main" id="{C5B55D77-B8D8-C2B6-7698-6711FBC6E98D}"/>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3714665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Holding slide_Dark Blue">
    <p:bg>
      <p:bgPr>
        <a:solidFill>
          <a:schemeClr val="accent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DF2FF63-7182-5A24-8044-A17E88615B0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8491" t="27215" r="18289" b="25368"/>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5" name="Graphic 4">
            <a:extLst>
              <a:ext uri="{FF2B5EF4-FFF2-40B4-BE49-F238E27FC236}">
                <a16:creationId xmlns:a16="http://schemas.microsoft.com/office/drawing/2014/main" id="{31634265-40CE-F1D5-9EF9-FF2C7B4AB9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8964" y="2537048"/>
            <a:ext cx="4554072" cy="1566928"/>
          </a:xfrm>
          <a:prstGeom prst="rect">
            <a:avLst/>
          </a:prstGeom>
        </p:spPr>
      </p:pic>
    </p:spTree>
    <p:extLst>
      <p:ext uri="{BB962C8B-B14F-4D97-AF65-F5344CB8AC3E}">
        <p14:creationId xmlns:p14="http://schemas.microsoft.com/office/powerpoint/2010/main" val="361989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Holding slide_Qualcomm Blue">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1634265-40CE-F1D5-9EF9-FF2C7B4AB9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8964" y="2537048"/>
            <a:ext cx="4554072" cy="1566928"/>
          </a:xfrm>
          <a:prstGeom prst="rect">
            <a:avLst/>
          </a:prstGeom>
        </p:spPr>
      </p:pic>
      <p:pic>
        <p:nvPicPr>
          <p:cNvPr id="2" name="Graphic 1">
            <a:extLst>
              <a:ext uri="{FF2B5EF4-FFF2-40B4-BE49-F238E27FC236}">
                <a16:creationId xmlns:a16="http://schemas.microsoft.com/office/drawing/2014/main" id="{8B71E348-1DB9-4381-2A9C-58F412A610E7}"/>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8491" t="27215" r="18289" b="25368"/>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spTree>
    <p:extLst>
      <p:ext uri="{BB962C8B-B14F-4D97-AF65-F5344CB8AC3E}">
        <p14:creationId xmlns:p14="http://schemas.microsoft.com/office/powerpoint/2010/main" val="291242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_Dark Blue">
    <p:bg>
      <p:bgPr>
        <a:solidFill>
          <a:schemeClr val="accent2"/>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20"/>
            <a:ext cx="5832475" cy="4984761"/>
          </a:xfrm>
          <a:prstGeom prst="rect">
            <a:avLst/>
          </a:prstGeom>
        </p:spPr>
        <p:txBody>
          <a:bodyPr wrap="square" anchor="ctr">
            <a:noAutofit/>
          </a:bodyPr>
          <a:lstStyle>
            <a:lvl1pPr marL="0" indent="0">
              <a:spcBef>
                <a:spcPts val="1500"/>
              </a:spcBef>
              <a:spcAft>
                <a:spcPts val="0"/>
              </a:spcAft>
              <a:buNone/>
              <a:defRPr sz="21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sp>
        <p:nvSpPr>
          <p:cNvPr id="3" name="TextBox 2">
            <a:extLst>
              <a:ext uri="{FF2B5EF4-FFF2-40B4-BE49-F238E27FC236}">
                <a16:creationId xmlns:a16="http://schemas.microsoft.com/office/drawing/2014/main" id="{DCF333EE-339A-2B10-12F5-EDCD3B9BB705}"/>
              </a:ext>
            </a:extLst>
          </p:cNvPr>
          <p:cNvSpPr txBox="1"/>
          <p:nvPr/>
        </p:nvSpPr>
        <p:spPr>
          <a:xfrm>
            <a:off x="876180" y="3150678"/>
            <a:ext cx="1687749" cy="519373"/>
          </a:xfrm>
          <a:prstGeom prst="rect">
            <a:avLst/>
          </a:prstGeom>
          <a:noFill/>
        </p:spPr>
        <p:txBody>
          <a:bodyPr wrap="square">
            <a:spAutoFit/>
          </a:bodyPr>
          <a:lstStyle/>
          <a:p>
            <a:r>
              <a:rPr kumimoji="0" lang="en-US" sz="2775" b="0" i="0" u="none" strike="noStrike" kern="2000" cap="none" spc="-38" normalizeH="0" baseline="0" noProof="0">
                <a:ln>
                  <a:noFill/>
                </a:ln>
                <a:solidFill>
                  <a:srgbClr val="FFFFFF"/>
                </a:solidFill>
                <a:effectLst/>
                <a:uLnTx/>
                <a:uFillTx/>
                <a:latin typeface="Aptos Display" panose="02110004020202020204"/>
                <a:ea typeface="+mj-ea"/>
                <a:cs typeface="+mj-cs"/>
              </a:rPr>
              <a:t>Agenda</a:t>
            </a:r>
            <a:endParaRPr lang="en-US" sz="2775"/>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pic>
        <p:nvPicPr>
          <p:cNvPr id="7" name="Graphic 6">
            <a:extLst>
              <a:ext uri="{FF2B5EF4-FFF2-40B4-BE49-F238E27FC236}">
                <a16:creationId xmlns:a16="http://schemas.microsoft.com/office/drawing/2014/main" id="{54922B49-B62F-A696-B53A-C3B5FF069C2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2212" t="-1336" r="-341" b="1336"/>
          <a:stretch/>
        </p:blipFill>
        <p:spPr>
          <a:xfrm rot="721101">
            <a:off x="-470974" y="1254311"/>
            <a:ext cx="5104057" cy="4343746"/>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Tree>
    <p:extLst>
      <p:ext uri="{BB962C8B-B14F-4D97-AF65-F5344CB8AC3E}">
        <p14:creationId xmlns:p14="http://schemas.microsoft.com/office/powerpoint/2010/main" val="686266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2761">
          <p15:clr>
            <a:srgbClr val="FBAE40"/>
          </p15:clr>
        </p15:guide>
        <p15:guide id="9" pos="5228">
          <p15:clr>
            <a:srgbClr val="FBAE40"/>
          </p15:clr>
        </p15:guide>
        <p15:guide id="12" orient="horz" pos="1752">
          <p15:clr>
            <a:srgbClr val="FBAE40"/>
          </p15:clr>
        </p15:guide>
        <p15:guide id="13" orient="horz" pos="259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_Qualcomm Blue">
    <p:bg>
      <p:bgPr>
        <a:solidFill>
          <a:schemeClr val="accent1"/>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20"/>
            <a:ext cx="5832475" cy="4984761"/>
          </a:xfrm>
          <a:prstGeom prst="rect">
            <a:avLst/>
          </a:prstGeom>
        </p:spPr>
        <p:txBody>
          <a:bodyPr wrap="square" anchor="ctr">
            <a:noAutofit/>
          </a:bodyPr>
          <a:lstStyle>
            <a:lvl1pPr marL="0" indent="0">
              <a:spcBef>
                <a:spcPts val="1500"/>
              </a:spcBef>
              <a:spcAft>
                <a:spcPts val="0"/>
              </a:spcAft>
              <a:buNone/>
              <a:defRPr sz="21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sp>
        <p:nvSpPr>
          <p:cNvPr id="3" name="TextBox 2">
            <a:extLst>
              <a:ext uri="{FF2B5EF4-FFF2-40B4-BE49-F238E27FC236}">
                <a16:creationId xmlns:a16="http://schemas.microsoft.com/office/drawing/2014/main" id="{DCF333EE-339A-2B10-12F5-EDCD3B9BB705}"/>
              </a:ext>
            </a:extLst>
          </p:cNvPr>
          <p:cNvSpPr txBox="1"/>
          <p:nvPr/>
        </p:nvSpPr>
        <p:spPr>
          <a:xfrm>
            <a:off x="876180" y="3150678"/>
            <a:ext cx="1687749" cy="519373"/>
          </a:xfrm>
          <a:prstGeom prst="rect">
            <a:avLst/>
          </a:prstGeom>
          <a:noFill/>
        </p:spPr>
        <p:txBody>
          <a:bodyPr wrap="square">
            <a:spAutoFit/>
          </a:bodyPr>
          <a:lstStyle/>
          <a:p>
            <a:r>
              <a:rPr kumimoji="0" lang="en-US" sz="2775" b="0" i="0" u="none" strike="noStrike" kern="2000" cap="none" spc="-38" normalizeH="0" baseline="0" noProof="0">
                <a:ln>
                  <a:noFill/>
                </a:ln>
                <a:solidFill>
                  <a:srgbClr val="FFFFFF"/>
                </a:solidFill>
                <a:effectLst/>
                <a:uLnTx/>
                <a:uFillTx/>
                <a:latin typeface="Aptos Display" panose="02110004020202020204"/>
                <a:ea typeface="+mj-ea"/>
                <a:cs typeface="+mj-cs"/>
              </a:rPr>
              <a:t>Agenda</a:t>
            </a:r>
            <a:endParaRPr lang="en-US" sz="2775"/>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pic>
        <p:nvPicPr>
          <p:cNvPr id="7" name="Graphic 6">
            <a:extLst>
              <a:ext uri="{FF2B5EF4-FFF2-40B4-BE49-F238E27FC236}">
                <a16:creationId xmlns:a16="http://schemas.microsoft.com/office/drawing/2014/main" id="{54922B49-B62F-A696-B53A-C3B5FF069C2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2212" t="-1336" r="-341" b="1336"/>
          <a:stretch/>
        </p:blipFill>
        <p:spPr>
          <a:xfrm rot="721101">
            <a:off x="-470974" y="1254311"/>
            <a:ext cx="5104057" cy="4343746"/>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Tree>
    <p:extLst>
      <p:ext uri="{BB962C8B-B14F-4D97-AF65-F5344CB8AC3E}">
        <p14:creationId xmlns:p14="http://schemas.microsoft.com/office/powerpoint/2010/main" val="635367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2761">
          <p15:clr>
            <a:srgbClr val="FBAE40"/>
          </p15:clr>
        </p15:guide>
        <p15:guide id="9" pos="5228">
          <p15:clr>
            <a:srgbClr val="FBAE40"/>
          </p15:clr>
        </p15:guide>
        <p15:guide id="12" orient="horz" pos="1752">
          <p15:clr>
            <a:srgbClr val="FBAE40"/>
          </p15:clr>
        </p15:guide>
        <p15:guide id="13" orient="horz" pos="259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Divider_Dark Blue">
    <p:bg>
      <p:bgPr>
        <a:solidFill>
          <a:schemeClr val="accent2"/>
        </a:solid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56F4BB75-A65B-C928-4300-940A326B325A}"/>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Divider slide title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3 lines maximum lorem ipsum dolor sit </a:t>
            </a:r>
            <a:r>
              <a:rPr lang="en-US" sz="3600" spc="-83" err="1">
                <a:solidFill>
                  <a:srgbClr val="FFFFFE"/>
                </a:solidFill>
                <a:ea typeface="Alfabet" pitchFamily="2" charset="0"/>
                <a:cs typeface="Microsoft Sans Serif" panose="020B0604020202020204" pitchFamily="34" charset="0"/>
              </a:rPr>
              <a:t>amet</a:t>
            </a:r>
            <a:endParaRPr lang="en-US" sz="3600" spc="-83">
              <a:solidFill>
                <a:srgbClr val="FFFFFE"/>
              </a:solidFill>
              <a:ea typeface="Alfabet" pitchFamily="2" charset="0"/>
              <a:cs typeface="Microsoft Sans Serif" panose="020B0604020202020204" pitchFamily="34" charset="0"/>
            </a:endParaRPr>
          </a:p>
        </p:txBody>
      </p:sp>
      <p:sp>
        <p:nvSpPr>
          <p:cNvPr id="2" name="TextBox 1">
            <a:extLst>
              <a:ext uri="{FF2B5EF4-FFF2-40B4-BE49-F238E27FC236}">
                <a16:creationId xmlns:a16="http://schemas.microsoft.com/office/drawing/2014/main" id="{43838B8B-F1EE-7291-078D-4B7E230B21DC}"/>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grpSp>
        <p:nvGrpSpPr>
          <p:cNvPr id="9" name="Group 8">
            <a:extLst>
              <a:ext uri="{FF2B5EF4-FFF2-40B4-BE49-F238E27FC236}">
                <a16:creationId xmlns:a16="http://schemas.microsoft.com/office/drawing/2014/main" id="{622447FE-C77D-00F6-80F5-15904B30717D}"/>
              </a:ext>
            </a:extLst>
          </p:cNvPr>
          <p:cNvGrpSpPr/>
          <p:nvPr/>
        </p:nvGrpSpPr>
        <p:grpSpPr>
          <a:xfrm>
            <a:off x="6282615" y="2887958"/>
            <a:ext cx="6914631" cy="4773361"/>
            <a:chOff x="7414009" y="2577117"/>
            <a:chExt cx="5592194" cy="5147262"/>
          </a:xfrm>
        </p:grpSpPr>
        <p:pic>
          <p:nvPicPr>
            <p:cNvPr id="11" name="Graphic 10">
              <a:extLst>
                <a:ext uri="{FF2B5EF4-FFF2-40B4-BE49-F238E27FC236}">
                  <a16:creationId xmlns:a16="http://schemas.microsoft.com/office/drawing/2014/main" id="{29149968-8E46-619F-88F9-CB1FF293445D}"/>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2" name="Picture 2">
              <a:extLst>
                <a:ext uri="{FF2B5EF4-FFF2-40B4-BE49-F238E27FC236}">
                  <a16:creationId xmlns:a16="http://schemas.microsoft.com/office/drawing/2014/main" id="{6CC0CF52-27A3-C6BF-5E95-61501A8B0704}"/>
                </a:ext>
              </a:extLst>
            </p:cNvPr>
            <p:cNvPicPr>
              <a:picLocks noChangeAspect="1" noChangeArrowheads="1"/>
            </p:cNvPicPr>
            <p:nvPr userDrawn="1"/>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5390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Divider_Qualcomm Blue">
    <p:bg>
      <p:bgPr>
        <a:solidFill>
          <a:schemeClr val="accent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dirty="0">
                <a:solidFill>
                  <a:srgbClr val="FFFFFE"/>
                </a:solidFill>
                <a:ea typeface="Alfabet" pitchFamily="2" charset="0"/>
                <a:cs typeface="Microsoft Sans Serif" panose="020B0604020202020204" pitchFamily="34" charset="0"/>
              </a:rPr>
              <a:t>Divider slide title </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3 lines maximum lorem ipsum dolor sit </a:t>
            </a:r>
            <a:r>
              <a:rPr lang="en-US" sz="3600" spc="-83" dirty="0" err="1">
                <a:solidFill>
                  <a:srgbClr val="FFFFFE"/>
                </a:solidFill>
                <a:ea typeface="Alfabet" pitchFamily="2" charset="0"/>
                <a:cs typeface="Microsoft Sans Serif" panose="020B0604020202020204" pitchFamily="34" charset="0"/>
              </a:rPr>
              <a:t>amet</a:t>
            </a:r>
            <a:endParaRPr lang="en-US" sz="3600" spc="-83" dirty="0">
              <a:solidFill>
                <a:srgbClr val="FFFFFE"/>
              </a:solidFill>
              <a:ea typeface="Alfabet" pitchFamily="2" charset="0"/>
              <a:cs typeface="Microsoft Sans Serif" panose="020B0604020202020204" pitchFamily="34" charset="0"/>
            </a:endParaRPr>
          </a:p>
        </p:txBody>
      </p:sp>
      <p:sp>
        <p:nvSpPr>
          <p:cNvPr id="2" name="TextBox 1">
            <a:extLst>
              <a:ext uri="{FF2B5EF4-FFF2-40B4-BE49-F238E27FC236}">
                <a16:creationId xmlns:a16="http://schemas.microsoft.com/office/drawing/2014/main" id="{6892E9DB-0257-5502-D259-A20C1F6C91CC}"/>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grpSp>
        <p:nvGrpSpPr>
          <p:cNvPr id="9" name="Group 8">
            <a:extLst>
              <a:ext uri="{FF2B5EF4-FFF2-40B4-BE49-F238E27FC236}">
                <a16:creationId xmlns:a16="http://schemas.microsoft.com/office/drawing/2014/main" id="{CC96257F-6B78-2388-5552-5CADBD7BFD58}"/>
              </a:ext>
            </a:extLst>
          </p:cNvPr>
          <p:cNvGrpSpPr/>
          <p:nvPr/>
        </p:nvGrpSpPr>
        <p:grpSpPr>
          <a:xfrm>
            <a:off x="6282615" y="2887958"/>
            <a:ext cx="6914631" cy="4773361"/>
            <a:chOff x="7414009" y="2577117"/>
            <a:chExt cx="5592194" cy="5147262"/>
          </a:xfrm>
        </p:grpSpPr>
        <p:pic>
          <p:nvPicPr>
            <p:cNvPr id="10" name="Graphic 9">
              <a:extLst>
                <a:ext uri="{FF2B5EF4-FFF2-40B4-BE49-F238E27FC236}">
                  <a16:creationId xmlns:a16="http://schemas.microsoft.com/office/drawing/2014/main" id="{149ED97A-4A51-B744-4CCB-9463187F2F19}"/>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1" name="Picture 2">
              <a:extLst>
                <a:ext uri="{FF2B5EF4-FFF2-40B4-BE49-F238E27FC236}">
                  <a16:creationId xmlns:a16="http://schemas.microsoft.com/office/drawing/2014/main" id="{D997CF3E-47D8-147C-2551-10507B098A09}"/>
                </a:ext>
              </a:extLst>
            </p:cNvPr>
            <p:cNvPicPr>
              <a:picLocks noChangeAspect="1" noChangeArrowheads="1"/>
            </p:cNvPicPr>
            <p:nvPr userDrawn="1"/>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27549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Divider_Light Grey">
    <p:bg>
      <p:bgPr>
        <a:solidFill>
          <a:srgbClr val="EFF1F5"/>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Divider slide title</a:t>
            </a:r>
            <a:br>
              <a:rPr lang="en-US" dirty="0"/>
            </a:br>
            <a:r>
              <a:rPr lang="en-US" dirty="0"/>
              <a:t>3 lines maximum lorem ipsum dolor sit </a:t>
            </a:r>
            <a:r>
              <a:rPr lang="en-US" dirty="0" err="1"/>
              <a:t>amet</a:t>
            </a:r>
            <a:endParaRPr lang="en-US" sz="3600" spc="-83" dirty="0">
              <a:solidFill>
                <a:srgbClr val="FFFFFE"/>
              </a:solidFill>
              <a:ea typeface="Alfabet" pitchFamily="2" charset="0"/>
              <a:cs typeface="Microsoft Sans Serif" panose="020B0604020202020204" pitchFamily="34" charset="0"/>
            </a:endParaRPr>
          </a:p>
        </p:txBody>
      </p:sp>
      <p:sp>
        <p:nvSpPr>
          <p:cNvPr id="2" name="TextBox 1">
            <a:extLst>
              <a:ext uri="{FF2B5EF4-FFF2-40B4-BE49-F238E27FC236}">
                <a16:creationId xmlns:a16="http://schemas.microsoft.com/office/drawing/2014/main" id="{6892E9DB-0257-5502-D259-A20C1F6C91CC}"/>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50000"/>
                  </a:schemeClr>
                </a:solidFill>
              </a:rPr>
              <a:t>Confidential – Qualcomm Technologies, Inc. and/or its affiliated companies – May Contain Trade Secrets</a:t>
            </a:r>
          </a:p>
        </p:txBody>
      </p:sp>
      <p:grpSp>
        <p:nvGrpSpPr>
          <p:cNvPr id="11" name="Group 10">
            <a:extLst>
              <a:ext uri="{FF2B5EF4-FFF2-40B4-BE49-F238E27FC236}">
                <a16:creationId xmlns:a16="http://schemas.microsoft.com/office/drawing/2014/main" id="{8A0F5407-4743-690C-1494-4F73F631FA88}"/>
              </a:ext>
            </a:extLst>
          </p:cNvPr>
          <p:cNvGrpSpPr/>
          <p:nvPr/>
        </p:nvGrpSpPr>
        <p:grpSpPr>
          <a:xfrm>
            <a:off x="6282615" y="2887958"/>
            <a:ext cx="6914631" cy="4773361"/>
            <a:chOff x="4711961" y="2887957"/>
            <a:chExt cx="5185973" cy="4773361"/>
          </a:xfrm>
        </p:grpSpPr>
        <p:pic>
          <p:nvPicPr>
            <p:cNvPr id="7" name="Graphic 6">
              <a:extLst>
                <a:ext uri="{FF2B5EF4-FFF2-40B4-BE49-F238E27FC236}">
                  <a16:creationId xmlns:a16="http://schemas.microsoft.com/office/drawing/2014/main" id="{15F2135C-FACD-DD54-0259-60660E588B9D}"/>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4711961" y="2887957"/>
              <a:ext cx="5185973" cy="4773361"/>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0" name="Picture 2">
              <a:extLst>
                <a:ext uri="{FF2B5EF4-FFF2-40B4-BE49-F238E27FC236}">
                  <a16:creationId xmlns:a16="http://schemas.microsoft.com/office/drawing/2014/main" id="{60477C1E-36F1-611F-59E4-648FC767E3A3}"/>
                </a:ext>
              </a:extLst>
            </p:cNvPr>
            <p:cNvPicPr>
              <a:picLocks noChangeAspect="1" noChangeArrowheads="1"/>
            </p:cNvPicPr>
            <p:nvPr userDrawn="1"/>
          </p:nvPicPr>
          <p:blipFill rotWithShape="1">
            <a:blip r:embed="rId4">
              <a:extLst>
                <a:ext uri="{96DAC541-7B7A-43D3-8B79-37D633B846F1}">
                  <asvg:svgBlip xmlns:asvg="http://schemas.microsoft.com/office/drawing/2016/SVG/main" r:embed="rId5"/>
                </a:ext>
              </a:extLst>
            </a:blip>
            <a:srcRect t="-1567" b="-1567"/>
            <a:stretch/>
          </p:blipFill>
          <p:spPr bwMode="auto">
            <a:xfrm>
              <a:off x="7032181" y="4957763"/>
              <a:ext cx="834342" cy="990600"/>
            </a:xfrm>
            <a:prstGeom prst="rect">
              <a:avLst/>
            </a:prstGeom>
            <a:noFill/>
          </p:spPr>
        </p:pic>
      </p:grpSp>
    </p:spTree>
    <p:extLst>
      <p:ext uri="{BB962C8B-B14F-4D97-AF65-F5344CB8AC3E}">
        <p14:creationId xmlns:p14="http://schemas.microsoft.com/office/powerpoint/2010/main" val="38304395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hank you_Blue">
    <p:bg>
      <p:bgPr>
        <a:solidFill>
          <a:schemeClr val="accent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p:nvSpPr>
        <p:spPr bwMode="gray">
          <a:xfrm>
            <a:off x="516467" y="2435886"/>
            <a:ext cx="8725779" cy="978729"/>
          </a:xfrm>
          <a:prstGeom prst="rect">
            <a:avLst/>
          </a:prstGeom>
          <a:noFill/>
        </p:spPr>
        <p:txBody>
          <a:bodyPr wrap="square" lIns="0" tIns="0" rIns="0" bIns="0" rtlCol="0">
            <a:spAutoFit/>
          </a:bodyPr>
          <a:lstStyle/>
          <a:p>
            <a:pPr marL="0" marR="0" lvl="0" indent="0" algn="l" defTabSz="685800" rtl="0" eaLnBrk="1" fontAlgn="auto" latinLnBrk="0" hangingPunct="1">
              <a:lnSpc>
                <a:spcPct val="87000"/>
              </a:lnSpc>
              <a:spcBef>
                <a:spcPts val="0"/>
              </a:spcBef>
              <a:spcAft>
                <a:spcPts val="0"/>
              </a:spcAft>
              <a:buClrTx/>
              <a:buSzTx/>
              <a:buFontTx/>
              <a:buNone/>
              <a:tabLst/>
              <a:defRPr/>
            </a:pPr>
            <a:r>
              <a:rPr kumimoji="0" lang="en-US" sz="7200" u="none" strike="noStrike" kern="1200" cap="none" spc="-225" normalizeH="0" noProof="0" dirty="0">
                <a:ln>
                  <a:noFill/>
                </a:ln>
                <a:effectLst/>
                <a:uLnTx/>
                <a:uFillTx/>
                <a:latin typeface="Aptos" panose="020B0004020202020204" pitchFamily="34" charset="0"/>
                <a:ea typeface="Alfabet" pitchFamily="2" charset="0"/>
              </a:rPr>
              <a:t>T</a:t>
            </a:r>
            <a:r>
              <a:rPr kumimoji="0" lang="en-US" sz="7200" u="none" strike="noStrike" kern="1200" cap="none" spc="-225" normalizeH="0" baseline="0" noProof="0" dirty="0">
                <a:ln>
                  <a:noFill/>
                </a:ln>
                <a:effectLst/>
                <a:uLnTx/>
                <a:uFillTx/>
                <a:latin typeface="Aptos" panose="020B0004020202020204" pitchFamily="34" charset="0"/>
                <a:ea typeface="Alfabet" pitchFamily="2" charset="0"/>
              </a:rPr>
              <a:t>h</a:t>
            </a:r>
            <a:r>
              <a:rPr kumimoji="0" lang="en-US" sz="7200" u="none" strike="noStrike" kern="1200" cap="none" spc="-450" normalizeH="0" noProof="0" dirty="0">
                <a:ln>
                  <a:noFill/>
                </a:ln>
                <a:effectLst/>
                <a:uLnTx/>
                <a:uFillTx/>
                <a:latin typeface="Aptos" panose="020B0004020202020204" pitchFamily="34" charset="0"/>
                <a:ea typeface="Alfabet" pitchFamily="2" charset="0"/>
              </a:rPr>
              <a:t>a</a:t>
            </a:r>
            <a:r>
              <a:rPr kumimoji="0" lang="en-US" sz="7200" u="none" strike="noStrike" kern="1200" cap="none" spc="-338" normalizeH="0" noProof="0" dirty="0">
                <a:ln>
                  <a:noFill/>
                </a:ln>
                <a:effectLst/>
                <a:uLnTx/>
                <a:uFillTx/>
                <a:latin typeface="Aptos" panose="020B0004020202020204" pitchFamily="34" charset="0"/>
                <a:ea typeface="Alfabet" pitchFamily="2" charset="0"/>
              </a:rPr>
              <a:t>n</a:t>
            </a:r>
            <a:r>
              <a:rPr kumimoji="0" lang="en-US" sz="7200" u="none" strike="noStrike" kern="1200" cap="none" spc="-450" normalizeH="0" noProof="0" dirty="0">
                <a:ln>
                  <a:noFill/>
                </a:ln>
                <a:effectLst/>
                <a:uLnTx/>
                <a:uFillTx/>
                <a:latin typeface="Aptos" panose="020B0004020202020204" pitchFamily="34" charset="0"/>
                <a:ea typeface="Alfabet" pitchFamily="2" charset="0"/>
              </a:rPr>
              <a:t>k  </a:t>
            </a:r>
            <a:r>
              <a:rPr kumimoji="0" lang="en-US" sz="7200" u="none" strike="noStrike" kern="1200" cap="none" spc="-60" normalizeH="0" noProof="0" dirty="0">
                <a:ln>
                  <a:noFill/>
                </a:ln>
                <a:effectLst/>
                <a:uLnTx/>
                <a:uFillTx/>
                <a:latin typeface="Aptos" panose="020B0004020202020204" pitchFamily="34" charset="0"/>
                <a:ea typeface="Alfabet" pitchFamily="2" charset="0"/>
              </a:rPr>
              <a:t>y</a:t>
            </a:r>
            <a:r>
              <a:rPr lang="en-US" sz="7200" spc="-225" dirty="0">
                <a:latin typeface="Aptos" panose="020B0004020202020204" pitchFamily="34" charset="0"/>
                <a:ea typeface="Alfabet" pitchFamily="2" charset="0"/>
              </a:rPr>
              <a:t>o</a:t>
            </a:r>
            <a:r>
              <a:rPr kumimoji="0" lang="en-US" sz="7200" u="none" strike="noStrike" kern="1200" cap="none" spc="-225" normalizeH="0" noProof="0" dirty="0">
                <a:ln>
                  <a:noFill/>
                </a:ln>
                <a:effectLst/>
                <a:uLnTx/>
                <a:uFillTx/>
                <a:latin typeface="Aptos" panose="020B0004020202020204" pitchFamily="34" charset="0"/>
                <a:ea typeface="Alfabet" pitchFamily="2" charset="0"/>
              </a:rPr>
              <a:t>u</a:t>
            </a:r>
          </a:p>
        </p:txBody>
      </p:sp>
      <p:sp>
        <p:nvSpPr>
          <p:cNvPr id="5" name="TextBox 4">
            <a:extLst>
              <a:ext uri="{FF2B5EF4-FFF2-40B4-BE49-F238E27FC236}">
                <a16:creationId xmlns:a16="http://schemas.microsoft.com/office/drawing/2014/main" id="{9AD3167D-B67D-2259-C2CB-D5F07DD61617}"/>
              </a:ext>
            </a:extLst>
          </p:cNvPr>
          <p:cNvSpPr txBox="1"/>
          <p:nvPr/>
        </p:nvSpPr>
        <p:spPr bwMode="gray">
          <a:xfrm>
            <a:off x="542662" y="4751065"/>
            <a:ext cx="5588284" cy="1046440"/>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patents are licensed by Qualcomm Incorporated. </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p:nvSpPr>
        <p:spPr bwMode="gray">
          <a:xfrm>
            <a:off x="542747" y="6100663"/>
            <a:ext cx="3127219" cy="112851"/>
          </a:xfrm>
          <a:prstGeom prst="rect">
            <a:avLst/>
          </a:prstGeom>
          <a:noFill/>
        </p:spPr>
        <p:txBody>
          <a:bodyPr wrap="square" lIns="0" tIns="0" rIns="0" bIns="0" rtlCol="0">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p:nvSpPr>
        <p:spPr>
          <a:xfrm>
            <a:off x="420096" y="6209771"/>
            <a:ext cx="4184203" cy="205184"/>
          </a:xfrm>
          <a:prstGeom prst="rect">
            <a:avLst/>
          </a:prstGeom>
          <a:noFill/>
        </p:spPr>
        <p:txBody>
          <a:bodyPr wrap="square">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For more information, visit us at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 &amp;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/blog</a:t>
            </a:r>
          </a:p>
        </p:txBody>
      </p:sp>
      <p:grpSp>
        <p:nvGrpSpPr>
          <p:cNvPr id="2" name="Group 1">
            <a:extLst>
              <a:ext uri="{FF2B5EF4-FFF2-40B4-BE49-F238E27FC236}">
                <a16:creationId xmlns:a16="http://schemas.microsoft.com/office/drawing/2014/main" id="{E4668E24-62F3-B923-4DDC-F0DCC8C44721}"/>
              </a:ext>
            </a:extLst>
          </p:cNvPr>
          <p:cNvGrpSpPr/>
          <p:nvPr/>
        </p:nvGrpSpPr>
        <p:grpSpPr>
          <a:xfrm>
            <a:off x="5715835" y="0"/>
            <a:ext cx="6476165" cy="5466080"/>
            <a:chOff x="3636852" y="0"/>
            <a:chExt cx="5507148" cy="6197600"/>
          </a:xfrm>
        </p:grpSpPr>
        <p:pic>
          <p:nvPicPr>
            <p:cNvPr id="19" name="Graphic 18">
              <a:extLst>
                <a:ext uri="{FF2B5EF4-FFF2-40B4-BE49-F238E27FC236}">
                  <a16:creationId xmlns:a16="http://schemas.microsoft.com/office/drawing/2014/main" id="{5FF1BF1B-FD32-9DA2-BF65-6EBCD6AFBADD}"/>
                </a:ext>
              </a:extLst>
            </p:cNvPr>
            <p:cNvPicPr>
              <a:picLocks noChangeAspect="1"/>
            </p:cNvPicPr>
            <p:nvPr userDrawn="1"/>
          </p:nvPicPr>
          <p:blipFill>
            <a:blip r:embed="rId2">
              <a:extLst>
                <a:ext uri="{96DAC541-7B7A-43D3-8B79-37D633B846F1}">
                  <asvg:svgBlip xmlns:asvg="http://schemas.microsoft.com/office/drawing/2016/SVG/main" r:embed="rId3"/>
                </a:ext>
              </a:extLst>
            </a:blip>
            <a:srcRect t="31605" r="39224"/>
            <a:stretch>
              <a:fillRect/>
            </a:stretch>
          </p:blipFill>
          <p:spPr>
            <a:xfrm>
              <a:off x="3636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0" name="Picture 2">
              <a:extLst>
                <a:ext uri="{FF2B5EF4-FFF2-40B4-BE49-F238E27FC236}">
                  <a16:creationId xmlns:a16="http://schemas.microsoft.com/office/drawing/2014/main" id="{38527B03-9B87-715B-D8FE-46080DB8C4FC}"/>
                </a:ext>
              </a:extLst>
            </p:cNvPr>
            <p:cNvPicPr>
              <a:picLocks noChangeAspect="1" noChangeArrowheads="1"/>
            </p:cNvPicPr>
            <p:nvPr userDrawn="1"/>
          </p:nvPicPr>
          <p:blipFill rotWithShape="1">
            <a:blip r:embed="rId4" cstate="email">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bwMode="auto">
            <a:xfrm>
              <a:off x="7847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B70E6C6E-A481-15D3-6289-CA72C0F5AD38}"/>
              </a:ext>
            </a:extLst>
          </p:cNvPr>
          <p:cNvGrpSpPr/>
          <p:nvPr/>
        </p:nvGrpSpPr>
        <p:grpSpPr>
          <a:xfrm>
            <a:off x="1293202" y="6125389"/>
            <a:ext cx="803823" cy="69053"/>
            <a:chOff x="1300130" y="6126885"/>
            <a:chExt cx="817893" cy="93682"/>
          </a:xfrm>
        </p:grpSpPr>
        <p:grpSp>
          <p:nvGrpSpPr>
            <p:cNvPr id="23" name="Group 5">
              <a:extLst>
                <a:ext uri="{FF2B5EF4-FFF2-40B4-BE49-F238E27FC236}">
                  <a16:creationId xmlns:a16="http://schemas.microsoft.com/office/drawing/2014/main" id="{2CC57315-75B3-D308-5D62-12E66D15EBF2}"/>
                </a:ext>
              </a:extLst>
            </p:cNvPr>
            <p:cNvGrpSpPr>
              <a:grpSpLocks noChangeAspect="1"/>
            </p:cNvGrpSpPr>
            <p:nvPr/>
          </p:nvGrpSpPr>
          <p:grpSpPr bwMode="gray">
            <a:xfrm>
              <a:off x="1300130" y="6126885"/>
              <a:ext cx="94798" cy="93682"/>
              <a:chOff x="3331" y="1656"/>
              <a:chExt cx="1020" cy="1008"/>
            </a:xfrm>
            <a:solidFill>
              <a:schemeClr val="tx1"/>
            </a:solidFill>
          </p:grpSpPr>
          <p:sp>
            <p:nvSpPr>
              <p:cNvPr id="32" name="Freeform 6">
                <a:extLst>
                  <a:ext uri="{FF2B5EF4-FFF2-40B4-BE49-F238E27FC236}">
                    <a16:creationId xmlns:a16="http://schemas.microsoft.com/office/drawing/2014/main" id="{B13353CA-AAD6-4D0B-F2E9-B97E02C48B6D}"/>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33" name="Freeform 7">
                <a:extLst>
                  <a:ext uri="{FF2B5EF4-FFF2-40B4-BE49-F238E27FC236}">
                    <a16:creationId xmlns:a16="http://schemas.microsoft.com/office/drawing/2014/main" id="{C3C4134E-497F-F217-78D8-336899D5BDE3}"/>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25" name="Group 4">
              <a:extLst>
                <a:ext uri="{FF2B5EF4-FFF2-40B4-BE49-F238E27FC236}">
                  <a16:creationId xmlns:a16="http://schemas.microsoft.com/office/drawing/2014/main" id="{7146BE8E-215B-B041-39A5-BF9AC81AEAC4}"/>
                </a:ext>
              </a:extLst>
            </p:cNvPr>
            <p:cNvGrpSpPr>
              <a:grpSpLocks noChangeAspect="1"/>
            </p:cNvGrpSpPr>
            <p:nvPr/>
          </p:nvGrpSpPr>
          <p:grpSpPr bwMode="auto">
            <a:xfrm>
              <a:off x="1640695" y="6127230"/>
              <a:ext cx="92914" cy="92992"/>
              <a:chOff x="2653" y="972"/>
              <a:chExt cx="2372" cy="2374"/>
            </a:xfrm>
            <a:solidFill>
              <a:schemeClr val="tx1"/>
            </a:solidFill>
          </p:grpSpPr>
          <p:sp>
            <p:nvSpPr>
              <p:cNvPr id="29" name="Freeform 5">
                <a:extLst>
                  <a:ext uri="{FF2B5EF4-FFF2-40B4-BE49-F238E27FC236}">
                    <a16:creationId xmlns:a16="http://schemas.microsoft.com/office/drawing/2014/main" id="{2A60874D-9B35-1C74-07E2-D4EC21445B0B}"/>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0" name="Freeform 6">
                <a:extLst>
                  <a:ext uri="{FF2B5EF4-FFF2-40B4-BE49-F238E27FC236}">
                    <a16:creationId xmlns:a16="http://schemas.microsoft.com/office/drawing/2014/main" id="{27DA2D57-73EA-01A8-43B1-C821B4E48057}"/>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1" name="Oval 7">
                <a:extLst>
                  <a:ext uri="{FF2B5EF4-FFF2-40B4-BE49-F238E27FC236}">
                    <a16:creationId xmlns:a16="http://schemas.microsoft.com/office/drawing/2014/main" id="{2AD1B7F2-FD63-1D9B-D151-075005967001}"/>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26" name="Graphic 25">
              <a:extLst>
                <a:ext uri="{FF2B5EF4-FFF2-40B4-BE49-F238E27FC236}">
                  <a16:creationId xmlns:a16="http://schemas.microsoft.com/office/drawing/2014/main" id="{35BCC55F-631C-3362-5B71-146E9178C0A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810838" y="6131300"/>
              <a:ext cx="122931" cy="84852"/>
            </a:xfrm>
            <a:prstGeom prst="rect">
              <a:avLst/>
            </a:prstGeom>
          </p:spPr>
        </p:pic>
        <p:pic>
          <p:nvPicPr>
            <p:cNvPr id="27" name="Graphic 26">
              <a:extLst>
                <a:ext uri="{FF2B5EF4-FFF2-40B4-BE49-F238E27FC236}">
                  <a16:creationId xmlns:a16="http://schemas.microsoft.com/office/drawing/2014/main" id="{677795D6-3632-3EE8-2E20-5A982DACD20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023789" y="6126885"/>
              <a:ext cx="94234" cy="93682"/>
            </a:xfrm>
            <a:prstGeom prst="rect">
              <a:avLst/>
            </a:prstGeom>
          </p:spPr>
        </p:pic>
        <p:pic>
          <p:nvPicPr>
            <p:cNvPr id="28" name="Graphic 27">
              <a:extLst>
                <a:ext uri="{FF2B5EF4-FFF2-40B4-BE49-F238E27FC236}">
                  <a16:creationId xmlns:a16="http://schemas.microsoft.com/office/drawing/2014/main" id="{897FA0A1-1126-A6FF-FE0B-FF5A8AE64F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476872" y="6131572"/>
              <a:ext cx="84309" cy="84309"/>
            </a:xfrm>
            <a:prstGeom prst="rect">
              <a:avLst/>
            </a:prstGeom>
          </p:spPr>
        </p:pic>
      </p:grpSp>
      <p:sp>
        <p:nvSpPr>
          <p:cNvPr id="8" name="TextBox 7">
            <a:extLst>
              <a:ext uri="{FF2B5EF4-FFF2-40B4-BE49-F238E27FC236}">
                <a16:creationId xmlns:a16="http://schemas.microsoft.com/office/drawing/2014/main" id="{1303793E-2912-211D-3D53-EDC443E1557E}"/>
              </a:ext>
            </a:extLst>
          </p:cNvPr>
          <p:cNvSpPr txBox="1"/>
          <p:nvPr/>
        </p:nvSpPr>
        <p:spPr bwMode="gray">
          <a:xfrm>
            <a:off x="542661" y="3934636"/>
            <a:ext cx="5452579" cy="654025"/>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Qualcomm and Snapdragon are trademarks or registered trademarks of Qualcomm Incorporated. </a:t>
            </a:r>
            <a:b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endParaRPr>
          </a:p>
        </p:txBody>
      </p:sp>
    </p:spTree>
    <p:extLst>
      <p:ext uri="{BB962C8B-B14F-4D97-AF65-F5344CB8AC3E}">
        <p14:creationId xmlns:p14="http://schemas.microsoft.com/office/powerpoint/2010/main" val="3573629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_Qualcomm Blue">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p:nvSpPr>
        <p:spPr bwMode="gray">
          <a:xfrm>
            <a:off x="516467" y="2435886"/>
            <a:ext cx="8725779" cy="978729"/>
          </a:xfrm>
          <a:prstGeom prst="rect">
            <a:avLst/>
          </a:prstGeom>
          <a:noFill/>
        </p:spPr>
        <p:txBody>
          <a:bodyPr wrap="square" lIns="0" tIns="0" rIns="0" bIns="0" rtlCol="0">
            <a:spAutoFit/>
          </a:bodyPr>
          <a:lstStyle/>
          <a:p>
            <a:pPr marL="0" marR="0" lvl="0" indent="0" algn="l" defTabSz="685800" rtl="0" eaLnBrk="1" fontAlgn="auto" latinLnBrk="0" hangingPunct="1">
              <a:lnSpc>
                <a:spcPct val="87000"/>
              </a:lnSpc>
              <a:spcBef>
                <a:spcPts val="0"/>
              </a:spcBef>
              <a:spcAft>
                <a:spcPts val="0"/>
              </a:spcAft>
              <a:buClrTx/>
              <a:buSzTx/>
              <a:buFontTx/>
              <a:buNone/>
              <a:tabLst/>
              <a:defRPr/>
            </a:pPr>
            <a:r>
              <a:rPr kumimoji="0" lang="en-US" sz="7200" u="none" strike="noStrike" kern="1200" cap="none" spc="-225" normalizeH="0" noProof="0" dirty="0">
                <a:ln>
                  <a:noFill/>
                </a:ln>
                <a:effectLst/>
                <a:uLnTx/>
                <a:uFillTx/>
                <a:latin typeface="Aptos" panose="020B0004020202020204" pitchFamily="34" charset="0"/>
                <a:ea typeface="Alfabet" pitchFamily="2" charset="0"/>
              </a:rPr>
              <a:t>T</a:t>
            </a:r>
            <a:r>
              <a:rPr kumimoji="0" lang="en-US" sz="7200" u="none" strike="noStrike" kern="1200" cap="none" spc="-225" normalizeH="0" baseline="0" noProof="0" dirty="0">
                <a:ln>
                  <a:noFill/>
                </a:ln>
                <a:effectLst/>
                <a:uLnTx/>
                <a:uFillTx/>
                <a:latin typeface="Aptos" panose="020B0004020202020204" pitchFamily="34" charset="0"/>
                <a:ea typeface="Alfabet" pitchFamily="2" charset="0"/>
              </a:rPr>
              <a:t>h</a:t>
            </a:r>
            <a:r>
              <a:rPr kumimoji="0" lang="en-US" sz="7200" u="none" strike="noStrike" kern="1200" cap="none" spc="-450" normalizeH="0" noProof="0" dirty="0">
                <a:ln>
                  <a:noFill/>
                </a:ln>
                <a:effectLst/>
                <a:uLnTx/>
                <a:uFillTx/>
                <a:latin typeface="Aptos" panose="020B0004020202020204" pitchFamily="34" charset="0"/>
                <a:ea typeface="Alfabet" pitchFamily="2" charset="0"/>
              </a:rPr>
              <a:t>a</a:t>
            </a:r>
            <a:r>
              <a:rPr kumimoji="0" lang="en-US" sz="7200" u="none" strike="noStrike" kern="1200" cap="none" spc="-338" normalizeH="0" noProof="0" dirty="0">
                <a:ln>
                  <a:noFill/>
                </a:ln>
                <a:effectLst/>
                <a:uLnTx/>
                <a:uFillTx/>
                <a:latin typeface="Aptos" panose="020B0004020202020204" pitchFamily="34" charset="0"/>
                <a:ea typeface="Alfabet" pitchFamily="2" charset="0"/>
              </a:rPr>
              <a:t>n</a:t>
            </a:r>
            <a:r>
              <a:rPr kumimoji="0" lang="en-US" sz="7200" u="none" strike="noStrike" kern="1200" cap="none" spc="-450" normalizeH="0" noProof="0" dirty="0">
                <a:ln>
                  <a:noFill/>
                </a:ln>
                <a:effectLst/>
                <a:uLnTx/>
                <a:uFillTx/>
                <a:latin typeface="Aptos" panose="020B0004020202020204" pitchFamily="34" charset="0"/>
                <a:ea typeface="Alfabet" pitchFamily="2" charset="0"/>
              </a:rPr>
              <a:t>k  </a:t>
            </a:r>
            <a:r>
              <a:rPr kumimoji="0" lang="en-US" sz="7200" u="none" strike="noStrike" kern="1200" cap="none" spc="-60" normalizeH="0" noProof="0" dirty="0">
                <a:ln>
                  <a:noFill/>
                </a:ln>
                <a:effectLst/>
                <a:uLnTx/>
                <a:uFillTx/>
                <a:latin typeface="Aptos" panose="020B0004020202020204" pitchFamily="34" charset="0"/>
                <a:ea typeface="Alfabet" pitchFamily="2" charset="0"/>
              </a:rPr>
              <a:t>y</a:t>
            </a:r>
            <a:r>
              <a:rPr lang="en-US" sz="7200" spc="-225" dirty="0">
                <a:latin typeface="Aptos" panose="020B0004020202020204" pitchFamily="34" charset="0"/>
                <a:ea typeface="Alfabet" pitchFamily="2" charset="0"/>
              </a:rPr>
              <a:t>o</a:t>
            </a:r>
            <a:r>
              <a:rPr kumimoji="0" lang="en-US" sz="7200" u="none" strike="noStrike" kern="1200" cap="none" spc="-225" normalizeH="0" noProof="0" dirty="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p:nvSpPr>
        <p:spPr bwMode="gray">
          <a:xfrm>
            <a:off x="542661" y="3934636"/>
            <a:ext cx="5452579" cy="654025"/>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Qualcomm and Snapdragon are trademarks or registered trademarks of Qualcomm Incorporated. </a:t>
            </a:r>
            <a:b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p:nvSpPr>
        <p:spPr bwMode="gray">
          <a:xfrm>
            <a:off x="542662" y="4751065"/>
            <a:ext cx="5588284" cy="1046440"/>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patents are licensed by Qualcomm Incorporated. </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p:nvSpPr>
        <p:spPr bwMode="gray">
          <a:xfrm>
            <a:off x="542747" y="6100663"/>
            <a:ext cx="3127219" cy="112851"/>
          </a:xfrm>
          <a:prstGeom prst="rect">
            <a:avLst/>
          </a:prstGeom>
          <a:noFill/>
        </p:spPr>
        <p:txBody>
          <a:bodyPr wrap="square" lIns="0" tIns="0" rIns="0" bIns="0" rtlCol="0">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p:nvSpPr>
        <p:spPr>
          <a:xfrm>
            <a:off x="420096" y="6209771"/>
            <a:ext cx="4184203" cy="205184"/>
          </a:xfrm>
          <a:prstGeom prst="rect">
            <a:avLst/>
          </a:prstGeom>
          <a:noFill/>
        </p:spPr>
        <p:txBody>
          <a:bodyPr wrap="square">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For more information, visit us at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 &amp;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/blog</a:t>
            </a:r>
          </a:p>
        </p:txBody>
      </p:sp>
      <p:grpSp>
        <p:nvGrpSpPr>
          <p:cNvPr id="2" name="Group 1">
            <a:extLst>
              <a:ext uri="{FF2B5EF4-FFF2-40B4-BE49-F238E27FC236}">
                <a16:creationId xmlns:a16="http://schemas.microsoft.com/office/drawing/2014/main" id="{E4668E24-62F3-B923-4DDC-F0DCC8C44721}"/>
              </a:ext>
            </a:extLst>
          </p:cNvPr>
          <p:cNvGrpSpPr/>
          <p:nvPr/>
        </p:nvGrpSpPr>
        <p:grpSpPr>
          <a:xfrm>
            <a:off x="5715835" y="0"/>
            <a:ext cx="6476165" cy="5466080"/>
            <a:chOff x="3636852" y="0"/>
            <a:chExt cx="5507148" cy="6197600"/>
          </a:xfrm>
        </p:grpSpPr>
        <p:pic>
          <p:nvPicPr>
            <p:cNvPr id="19" name="Graphic 18">
              <a:extLst>
                <a:ext uri="{FF2B5EF4-FFF2-40B4-BE49-F238E27FC236}">
                  <a16:creationId xmlns:a16="http://schemas.microsoft.com/office/drawing/2014/main" id="{5FF1BF1B-FD32-9DA2-BF65-6EBCD6AFBADD}"/>
                </a:ext>
              </a:extLst>
            </p:cNvPr>
            <p:cNvPicPr>
              <a:picLocks noChangeAspect="1"/>
            </p:cNvPicPr>
            <p:nvPr userDrawn="1"/>
          </p:nvPicPr>
          <p:blipFill>
            <a:blip r:embed="rId2">
              <a:extLst>
                <a:ext uri="{96DAC541-7B7A-43D3-8B79-37D633B846F1}">
                  <asvg:svgBlip xmlns:asvg="http://schemas.microsoft.com/office/drawing/2016/SVG/main" r:embed="rId3"/>
                </a:ext>
              </a:extLst>
            </a:blip>
            <a:srcRect t="31605" r="39224"/>
            <a:stretch>
              <a:fillRect/>
            </a:stretch>
          </p:blipFill>
          <p:spPr>
            <a:xfrm>
              <a:off x="3636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0" name="Picture 2">
              <a:extLst>
                <a:ext uri="{FF2B5EF4-FFF2-40B4-BE49-F238E27FC236}">
                  <a16:creationId xmlns:a16="http://schemas.microsoft.com/office/drawing/2014/main" id="{38527B03-9B87-715B-D8FE-46080DB8C4FC}"/>
                </a:ext>
              </a:extLst>
            </p:cNvPr>
            <p:cNvPicPr>
              <a:picLocks noChangeAspect="1" noChangeArrowheads="1"/>
            </p:cNvPicPr>
            <p:nvPr userDrawn="1"/>
          </p:nvPicPr>
          <p:blipFill rotWithShape="1">
            <a:blip r:embed="rId4" cstate="email">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bwMode="auto">
            <a:xfrm>
              <a:off x="7847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B70E6C6E-A481-15D3-6289-CA72C0F5AD38}"/>
              </a:ext>
            </a:extLst>
          </p:cNvPr>
          <p:cNvGrpSpPr/>
          <p:nvPr/>
        </p:nvGrpSpPr>
        <p:grpSpPr>
          <a:xfrm>
            <a:off x="1293202" y="6125389"/>
            <a:ext cx="803823" cy="69053"/>
            <a:chOff x="1300130" y="6126885"/>
            <a:chExt cx="817893" cy="93682"/>
          </a:xfrm>
        </p:grpSpPr>
        <p:grpSp>
          <p:nvGrpSpPr>
            <p:cNvPr id="23" name="Group 5">
              <a:extLst>
                <a:ext uri="{FF2B5EF4-FFF2-40B4-BE49-F238E27FC236}">
                  <a16:creationId xmlns:a16="http://schemas.microsoft.com/office/drawing/2014/main" id="{2CC57315-75B3-D308-5D62-12E66D15EBF2}"/>
                </a:ext>
              </a:extLst>
            </p:cNvPr>
            <p:cNvGrpSpPr>
              <a:grpSpLocks noChangeAspect="1"/>
            </p:cNvGrpSpPr>
            <p:nvPr/>
          </p:nvGrpSpPr>
          <p:grpSpPr bwMode="gray">
            <a:xfrm>
              <a:off x="1300130" y="6126885"/>
              <a:ext cx="94798" cy="93682"/>
              <a:chOff x="3331" y="1656"/>
              <a:chExt cx="1020" cy="1008"/>
            </a:xfrm>
            <a:solidFill>
              <a:schemeClr val="tx1"/>
            </a:solidFill>
          </p:grpSpPr>
          <p:sp>
            <p:nvSpPr>
              <p:cNvPr id="32" name="Freeform 6">
                <a:extLst>
                  <a:ext uri="{FF2B5EF4-FFF2-40B4-BE49-F238E27FC236}">
                    <a16:creationId xmlns:a16="http://schemas.microsoft.com/office/drawing/2014/main" id="{B13353CA-AAD6-4D0B-F2E9-B97E02C48B6D}"/>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33" name="Freeform 7">
                <a:extLst>
                  <a:ext uri="{FF2B5EF4-FFF2-40B4-BE49-F238E27FC236}">
                    <a16:creationId xmlns:a16="http://schemas.microsoft.com/office/drawing/2014/main" id="{C3C4134E-497F-F217-78D8-336899D5BDE3}"/>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25" name="Group 4">
              <a:extLst>
                <a:ext uri="{FF2B5EF4-FFF2-40B4-BE49-F238E27FC236}">
                  <a16:creationId xmlns:a16="http://schemas.microsoft.com/office/drawing/2014/main" id="{7146BE8E-215B-B041-39A5-BF9AC81AEAC4}"/>
                </a:ext>
              </a:extLst>
            </p:cNvPr>
            <p:cNvGrpSpPr>
              <a:grpSpLocks noChangeAspect="1"/>
            </p:cNvGrpSpPr>
            <p:nvPr/>
          </p:nvGrpSpPr>
          <p:grpSpPr bwMode="auto">
            <a:xfrm>
              <a:off x="1640695" y="6127230"/>
              <a:ext cx="92914" cy="92992"/>
              <a:chOff x="2653" y="972"/>
              <a:chExt cx="2372" cy="2374"/>
            </a:xfrm>
            <a:solidFill>
              <a:schemeClr val="tx1"/>
            </a:solidFill>
          </p:grpSpPr>
          <p:sp>
            <p:nvSpPr>
              <p:cNvPr id="29" name="Freeform 5">
                <a:extLst>
                  <a:ext uri="{FF2B5EF4-FFF2-40B4-BE49-F238E27FC236}">
                    <a16:creationId xmlns:a16="http://schemas.microsoft.com/office/drawing/2014/main" id="{2A60874D-9B35-1C74-07E2-D4EC21445B0B}"/>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0" name="Freeform 6">
                <a:extLst>
                  <a:ext uri="{FF2B5EF4-FFF2-40B4-BE49-F238E27FC236}">
                    <a16:creationId xmlns:a16="http://schemas.microsoft.com/office/drawing/2014/main" id="{27DA2D57-73EA-01A8-43B1-C821B4E48057}"/>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1" name="Oval 7">
                <a:extLst>
                  <a:ext uri="{FF2B5EF4-FFF2-40B4-BE49-F238E27FC236}">
                    <a16:creationId xmlns:a16="http://schemas.microsoft.com/office/drawing/2014/main" id="{2AD1B7F2-FD63-1D9B-D151-075005967001}"/>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26" name="Graphic 25">
              <a:extLst>
                <a:ext uri="{FF2B5EF4-FFF2-40B4-BE49-F238E27FC236}">
                  <a16:creationId xmlns:a16="http://schemas.microsoft.com/office/drawing/2014/main" id="{35BCC55F-631C-3362-5B71-146E9178C0A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810838" y="6131300"/>
              <a:ext cx="122931" cy="84852"/>
            </a:xfrm>
            <a:prstGeom prst="rect">
              <a:avLst/>
            </a:prstGeom>
          </p:spPr>
        </p:pic>
        <p:pic>
          <p:nvPicPr>
            <p:cNvPr id="27" name="Graphic 26">
              <a:extLst>
                <a:ext uri="{FF2B5EF4-FFF2-40B4-BE49-F238E27FC236}">
                  <a16:creationId xmlns:a16="http://schemas.microsoft.com/office/drawing/2014/main" id="{677795D6-3632-3EE8-2E20-5A982DACD20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023789" y="6126885"/>
              <a:ext cx="94234" cy="93682"/>
            </a:xfrm>
            <a:prstGeom prst="rect">
              <a:avLst/>
            </a:prstGeom>
          </p:spPr>
        </p:pic>
        <p:pic>
          <p:nvPicPr>
            <p:cNvPr id="28" name="Graphic 27">
              <a:extLst>
                <a:ext uri="{FF2B5EF4-FFF2-40B4-BE49-F238E27FC236}">
                  <a16:creationId xmlns:a16="http://schemas.microsoft.com/office/drawing/2014/main" id="{897FA0A1-1126-A6FF-FE0B-FF5A8AE64F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476872" y="6131572"/>
              <a:ext cx="84309" cy="84309"/>
            </a:xfrm>
            <a:prstGeom prst="rect">
              <a:avLst/>
            </a:prstGeom>
          </p:spPr>
        </p:pic>
      </p:grpSp>
    </p:spTree>
    <p:extLst>
      <p:ext uri="{BB962C8B-B14F-4D97-AF65-F5344CB8AC3E}">
        <p14:creationId xmlns:p14="http://schemas.microsoft.com/office/powerpoint/2010/main" val="467810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Photo+Content_Dark Blue">
    <p:bg>
      <p:bgPr>
        <a:solidFill>
          <a:schemeClr val="accent2"/>
        </a:solidFill>
        <a:effectLst/>
      </p:bgPr>
    </p:bg>
    <p:spTree>
      <p:nvGrpSpPr>
        <p:cNvPr id="1" name=""/>
        <p:cNvGrpSpPr/>
        <p:nvPr/>
      </p:nvGrpSpPr>
      <p:grpSpPr>
        <a:xfrm>
          <a:off x="0" y="0"/>
          <a:ext cx="0" cy="0"/>
          <a:chOff x="0" y="0"/>
          <a:chExt cx="0" cy="0"/>
        </a:xfrm>
      </p:grpSpPr>
      <p:sp>
        <p:nvSpPr>
          <p:cNvPr id="34" name="Text Placeholder 9">
            <a:extLst>
              <a:ext uri="{FF2B5EF4-FFF2-40B4-BE49-F238E27FC236}">
                <a16:creationId xmlns:a16="http://schemas.microsoft.com/office/drawing/2014/main" id="{C4E6416A-9559-FB3E-0BBF-7EA0AD461D64}"/>
              </a:ext>
            </a:extLst>
          </p:cNvPr>
          <p:cNvSpPr>
            <a:spLocks noGrp="1"/>
          </p:cNvSpPr>
          <p:nvPr>
            <p:ph type="body" sz="quarter" idx="14" hasCustomPrompt="1"/>
          </p:nvPr>
        </p:nvSpPr>
        <p:spPr>
          <a:xfrm>
            <a:off x="515937" y="1196977"/>
            <a:ext cx="5327651" cy="1198115"/>
          </a:xfrm>
          <a:prstGeom prst="rect">
            <a:avLst/>
          </a:prstGeo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35" name="Title 13">
            <a:extLst>
              <a:ext uri="{FF2B5EF4-FFF2-40B4-BE49-F238E27FC236}">
                <a16:creationId xmlns:a16="http://schemas.microsoft.com/office/drawing/2014/main" id="{6E52DE1D-E1C5-FA43-157D-B6DB44997581}"/>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tx2"/>
                </a:solidFill>
                <a:latin typeface="+mj-lt"/>
                <a:ea typeface="+mj-ea"/>
                <a:cs typeface="+mj-cs"/>
              </a:defRPr>
            </a:lvl1pPr>
          </a:lstStyle>
          <a:p>
            <a:r>
              <a:rPr lang="en-US"/>
              <a:t>2:1 Content &amp; Photo layout </a:t>
            </a:r>
            <a:br>
              <a:rPr lang="en-US"/>
            </a:br>
            <a:r>
              <a:rPr lang="en-US"/>
              <a:t>Title 2 lines maximum</a:t>
            </a:r>
          </a:p>
        </p:txBody>
      </p:sp>
      <p:sp>
        <p:nvSpPr>
          <p:cNvPr id="3" name="Text Placeholder 16">
            <a:extLst>
              <a:ext uri="{FF2B5EF4-FFF2-40B4-BE49-F238E27FC236}">
                <a16:creationId xmlns:a16="http://schemas.microsoft.com/office/drawing/2014/main" id="{761E5387-0FB0-19C2-FA98-97B449918263}"/>
              </a:ext>
            </a:extLst>
          </p:cNvPr>
          <p:cNvSpPr>
            <a:spLocks noGrp="1"/>
          </p:cNvSpPr>
          <p:nvPr>
            <p:ph type="body" sz="quarter" idx="15" hasCustomPrompt="1"/>
          </p:nvPr>
        </p:nvSpPr>
        <p:spPr>
          <a:xfrm>
            <a:off x="515937" y="3581401"/>
            <a:ext cx="5327651" cy="2435086"/>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0" name="Footer Placeholder 129">
            <a:extLst>
              <a:ext uri="{FF2B5EF4-FFF2-40B4-BE49-F238E27FC236}">
                <a16:creationId xmlns:a16="http://schemas.microsoft.com/office/drawing/2014/main" id="{6E955ECC-94BE-5FD6-AD77-43B7140E9EA4}"/>
              </a:ext>
            </a:extLst>
          </p:cNvPr>
          <p:cNvSpPr>
            <a:spLocks noGrp="1"/>
          </p:cNvSpPr>
          <p:nvPr>
            <p:ph type="ftr" sz="quarter" idx="22"/>
          </p:nvPr>
        </p:nvSpPr>
        <p:spPr>
          <a:xfrm>
            <a:off x="515939" y="6173304"/>
            <a:ext cx="6480175" cy="118174"/>
          </a:xfrm>
        </p:spPr>
        <p:txBody>
          <a:bodyPr/>
          <a:lstStyle>
            <a:lvl1pPr>
              <a:defRPr>
                <a:solidFill>
                  <a:schemeClr val="accent6">
                    <a:lumMod val="90000"/>
                  </a:schemeClr>
                </a:solidFill>
              </a:defRPr>
            </a:lvl1pPr>
          </a:lstStyle>
          <a:p>
            <a:endParaRPr lang="en-US"/>
          </a:p>
        </p:txBody>
      </p:sp>
      <p:sp>
        <p:nvSpPr>
          <p:cNvPr id="14" name="TextBox 13">
            <a:extLst>
              <a:ext uri="{FF2B5EF4-FFF2-40B4-BE49-F238E27FC236}">
                <a16:creationId xmlns:a16="http://schemas.microsoft.com/office/drawing/2014/main" id="{FB477151-6700-F983-29B2-C649178C3192}"/>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2" name="Picture Placeholder 1">
            <a:extLst>
              <a:ext uri="{FF2B5EF4-FFF2-40B4-BE49-F238E27FC236}">
                <a16:creationId xmlns:a16="http://schemas.microsoft.com/office/drawing/2014/main" id="{45F4A6D6-29D5-2277-FDC4-F50124D668D7}"/>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Tree>
    <p:extLst>
      <p:ext uri="{BB962C8B-B14F-4D97-AF65-F5344CB8AC3E}">
        <p14:creationId xmlns:p14="http://schemas.microsoft.com/office/powerpoint/2010/main" val="1886506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4Contents_Dark Blue">
    <p:bg>
      <p:bgPr>
        <a:solidFill>
          <a:schemeClr val="accent2"/>
        </a:solidFill>
        <a:effectLst/>
      </p:bgPr>
    </p:bg>
    <p:spTree>
      <p:nvGrpSpPr>
        <p:cNvPr id="1" name=""/>
        <p:cNvGrpSpPr/>
        <p:nvPr/>
      </p:nvGrpSpPr>
      <p:grpSpPr>
        <a:xfrm>
          <a:off x="0" y="0"/>
          <a:ext cx="0" cy="0"/>
          <a:chOff x="0" y="0"/>
          <a:chExt cx="0" cy="0"/>
        </a:xfrm>
      </p:grpSpPr>
      <p:sp>
        <p:nvSpPr>
          <p:cNvPr id="121" name="Title 120">
            <a:extLst>
              <a:ext uri="{FF2B5EF4-FFF2-40B4-BE49-F238E27FC236}">
                <a16:creationId xmlns:a16="http://schemas.microsoft.com/office/drawing/2014/main" id="{69A0FF75-14D8-E32A-7063-C9748A3C9F91}"/>
              </a:ext>
            </a:extLst>
          </p:cNvPr>
          <p:cNvSpPr>
            <a:spLocks noGrp="1"/>
          </p:cNvSpPr>
          <p:nvPr>
            <p:ph type="title" hasCustomPrompt="1"/>
          </p:nvPr>
        </p:nvSpPr>
        <p:spPr>
          <a:xfrm>
            <a:off x="515939" y="2795081"/>
            <a:ext cx="3556709" cy="1294408"/>
          </a:xfrm>
        </p:spPr>
        <p:txBody>
          <a:bodyPr anchor="ctr"/>
          <a:lstStyle>
            <a:lvl1pPr algn="l" defTabSz="685800" rtl="0" eaLnBrk="1" latinLnBrk="0" hangingPunct="1">
              <a:lnSpc>
                <a:spcPct val="85000"/>
              </a:lnSpc>
              <a:spcBef>
                <a:spcPct val="0"/>
              </a:spcBef>
              <a:buNone/>
              <a:defRPr lang="en-US" sz="2100" kern="2000" spc="-38" baseline="0" dirty="0">
                <a:solidFill>
                  <a:schemeClr val="tx2"/>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3" name="Picture Placeholder 2">
            <a:extLst>
              <a:ext uri="{FF2B5EF4-FFF2-40B4-BE49-F238E27FC236}">
                <a16:creationId xmlns:a16="http://schemas.microsoft.com/office/drawing/2014/main" id="{F0B8F96D-FD44-F171-A9D8-DBDAC78FC8E4}"/>
              </a:ext>
            </a:extLst>
          </p:cNvPr>
          <p:cNvSpPr>
            <a:spLocks noGrp="1"/>
          </p:cNvSpPr>
          <p:nvPr>
            <p:ph type="pic" sz="quarter" idx="23" hasCustomPrompt="1"/>
          </p:nvPr>
        </p:nvSpPr>
        <p:spPr>
          <a:xfrm>
            <a:off x="4914400" y="691210"/>
            <a:ext cx="1012800" cy="759113"/>
          </a:xfrm>
          <a:prstGeom prst="rect">
            <a:avLst/>
          </a:prstGeom>
        </p:spPr>
        <p:txBody>
          <a:bodyPr lIns="144000"/>
          <a:lstStyle>
            <a:lvl1pPr marL="0" indent="0">
              <a:buNone/>
              <a:defRPr sz="1050"/>
            </a:lvl1pPr>
          </a:lstStyle>
          <a:p>
            <a:r>
              <a:rPr lang="en-US"/>
              <a:t>Icon</a:t>
            </a:r>
          </a:p>
        </p:txBody>
      </p:sp>
      <p:sp>
        <p:nvSpPr>
          <p:cNvPr id="7" name="Text Placeholder 22">
            <a:extLst>
              <a:ext uri="{FF2B5EF4-FFF2-40B4-BE49-F238E27FC236}">
                <a16:creationId xmlns:a16="http://schemas.microsoft.com/office/drawing/2014/main" id="{540F481F-27E2-9596-6618-0167AE789EB7}"/>
              </a:ext>
            </a:extLst>
          </p:cNvPr>
          <p:cNvSpPr>
            <a:spLocks noGrp="1"/>
          </p:cNvSpPr>
          <p:nvPr>
            <p:ph type="body" sz="quarter" idx="13" hasCustomPrompt="1"/>
          </p:nvPr>
        </p:nvSpPr>
        <p:spPr>
          <a:xfrm>
            <a:off x="6315479" y="699926"/>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1" name="Text Placeholder 16">
            <a:extLst>
              <a:ext uri="{FF2B5EF4-FFF2-40B4-BE49-F238E27FC236}">
                <a16:creationId xmlns:a16="http://schemas.microsoft.com/office/drawing/2014/main" id="{5AD3B09A-9879-9D06-43BD-4EA317213C47}"/>
              </a:ext>
            </a:extLst>
          </p:cNvPr>
          <p:cNvSpPr>
            <a:spLocks noGrp="1"/>
          </p:cNvSpPr>
          <p:nvPr>
            <p:ph type="body" sz="quarter" idx="15" hasCustomPrompt="1"/>
          </p:nvPr>
        </p:nvSpPr>
        <p:spPr>
          <a:xfrm>
            <a:off x="6315479" y="101917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 name="Picture Placeholder 2">
            <a:extLst>
              <a:ext uri="{FF2B5EF4-FFF2-40B4-BE49-F238E27FC236}">
                <a16:creationId xmlns:a16="http://schemas.microsoft.com/office/drawing/2014/main" id="{A9FF6113-EF3A-1576-D73C-A52A121FAB1C}"/>
              </a:ext>
            </a:extLst>
          </p:cNvPr>
          <p:cNvSpPr>
            <a:spLocks noGrp="1"/>
          </p:cNvSpPr>
          <p:nvPr>
            <p:ph type="pic" sz="quarter" idx="24" hasCustomPrompt="1"/>
          </p:nvPr>
        </p:nvSpPr>
        <p:spPr>
          <a:xfrm>
            <a:off x="4914400" y="2138785"/>
            <a:ext cx="1012800" cy="759113"/>
          </a:xfrm>
          <a:prstGeom prst="rect">
            <a:avLst/>
          </a:prstGeom>
        </p:spPr>
        <p:txBody>
          <a:bodyPr lIns="144000"/>
          <a:lstStyle>
            <a:lvl1pPr marL="0" indent="0">
              <a:buNone/>
              <a:defRPr sz="1050"/>
            </a:lvl1pPr>
          </a:lstStyle>
          <a:p>
            <a:r>
              <a:rPr lang="en-US"/>
              <a:t>Icon</a:t>
            </a:r>
          </a:p>
        </p:txBody>
      </p:sp>
      <p:sp>
        <p:nvSpPr>
          <p:cNvPr id="8" name="Text Placeholder 22">
            <a:extLst>
              <a:ext uri="{FF2B5EF4-FFF2-40B4-BE49-F238E27FC236}">
                <a16:creationId xmlns:a16="http://schemas.microsoft.com/office/drawing/2014/main" id="{0D18EACE-127B-6B06-AD25-4A2241813BAF}"/>
              </a:ext>
            </a:extLst>
          </p:cNvPr>
          <p:cNvSpPr>
            <a:spLocks noGrp="1"/>
          </p:cNvSpPr>
          <p:nvPr>
            <p:ph type="body" sz="quarter" idx="16" hasCustomPrompt="1"/>
          </p:nvPr>
        </p:nvSpPr>
        <p:spPr>
          <a:xfrm>
            <a:off x="6315479" y="2143616"/>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2" name="Text Placeholder 16">
            <a:extLst>
              <a:ext uri="{FF2B5EF4-FFF2-40B4-BE49-F238E27FC236}">
                <a16:creationId xmlns:a16="http://schemas.microsoft.com/office/drawing/2014/main" id="{FE68A898-D303-8D55-DAE9-354A3ADEF94C}"/>
              </a:ext>
            </a:extLst>
          </p:cNvPr>
          <p:cNvSpPr>
            <a:spLocks noGrp="1"/>
          </p:cNvSpPr>
          <p:nvPr>
            <p:ph type="body" sz="quarter" idx="17" hasCustomPrompt="1"/>
          </p:nvPr>
        </p:nvSpPr>
        <p:spPr>
          <a:xfrm>
            <a:off x="6315479" y="246286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2">
            <a:extLst>
              <a:ext uri="{FF2B5EF4-FFF2-40B4-BE49-F238E27FC236}">
                <a16:creationId xmlns:a16="http://schemas.microsoft.com/office/drawing/2014/main" id="{B81CC10C-2479-2172-4790-C33A7D0FDF87}"/>
              </a:ext>
            </a:extLst>
          </p:cNvPr>
          <p:cNvSpPr>
            <a:spLocks noGrp="1"/>
          </p:cNvSpPr>
          <p:nvPr>
            <p:ph type="pic" sz="quarter" idx="25" hasCustomPrompt="1"/>
          </p:nvPr>
        </p:nvSpPr>
        <p:spPr>
          <a:xfrm>
            <a:off x="4914400" y="3586360"/>
            <a:ext cx="1012800" cy="759113"/>
          </a:xfrm>
          <a:prstGeom prst="rect">
            <a:avLst/>
          </a:prstGeom>
        </p:spPr>
        <p:txBody>
          <a:bodyPr lIns="144000"/>
          <a:lstStyle>
            <a:lvl1pPr marL="0" indent="0">
              <a:buNone/>
              <a:defRPr sz="1050"/>
            </a:lvl1pPr>
          </a:lstStyle>
          <a:p>
            <a:r>
              <a:rPr lang="en-US"/>
              <a:t>Icon</a:t>
            </a:r>
          </a:p>
        </p:txBody>
      </p:sp>
      <p:sp>
        <p:nvSpPr>
          <p:cNvPr id="9" name="Text Placeholder 22">
            <a:extLst>
              <a:ext uri="{FF2B5EF4-FFF2-40B4-BE49-F238E27FC236}">
                <a16:creationId xmlns:a16="http://schemas.microsoft.com/office/drawing/2014/main" id="{9D4E19AD-AAFC-4CA9-0DD1-B7CB4DF0A72F}"/>
              </a:ext>
            </a:extLst>
          </p:cNvPr>
          <p:cNvSpPr>
            <a:spLocks noGrp="1"/>
          </p:cNvSpPr>
          <p:nvPr>
            <p:ph type="body" sz="quarter" idx="18" hasCustomPrompt="1"/>
          </p:nvPr>
        </p:nvSpPr>
        <p:spPr>
          <a:xfrm>
            <a:off x="6315479" y="3587072"/>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3" name="Text Placeholder 16">
            <a:extLst>
              <a:ext uri="{FF2B5EF4-FFF2-40B4-BE49-F238E27FC236}">
                <a16:creationId xmlns:a16="http://schemas.microsoft.com/office/drawing/2014/main" id="{EA88F319-A94C-7FA8-D23A-48F40D533176}"/>
              </a:ext>
            </a:extLst>
          </p:cNvPr>
          <p:cNvSpPr>
            <a:spLocks noGrp="1"/>
          </p:cNvSpPr>
          <p:nvPr>
            <p:ph type="body" sz="quarter" idx="19" hasCustomPrompt="1"/>
          </p:nvPr>
        </p:nvSpPr>
        <p:spPr>
          <a:xfrm>
            <a:off x="6315479" y="3906322"/>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2">
            <a:extLst>
              <a:ext uri="{FF2B5EF4-FFF2-40B4-BE49-F238E27FC236}">
                <a16:creationId xmlns:a16="http://schemas.microsoft.com/office/drawing/2014/main" id="{36FDE296-B561-8BFB-75AC-DF9E526B6014}"/>
              </a:ext>
            </a:extLst>
          </p:cNvPr>
          <p:cNvSpPr>
            <a:spLocks noGrp="1"/>
          </p:cNvSpPr>
          <p:nvPr>
            <p:ph type="pic" sz="quarter" idx="26" hasCustomPrompt="1"/>
          </p:nvPr>
        </p:nvSpPr>
        <p:spPr>
          <a:xfrm>
            <a:off x="4914400" y="5033935"/>
            <a:ext cx="1012800" cy="759113"/>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D992648B-AB2D-7A33-2295-0C1C75B319F2}"/>
              </a:ext>
            </a:extLst>
          </p:cNvPr>
          <p:cNvSpPr>
            <a:spLocks noGrp="1"/>
          </p:cNvSpPr>
          <p:nvPr>
            <p:ph type="body" sz="quarter" idx="20" hasCustomPrompt="1"/>
          </p:nvPr>
        </p:nvSpPr>
        <p:spPr>
          <a:xfrm>
            <a:off x="6315479" y="5021238"/>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4" name="Text Placeholder 16">
            <a:extLst>
              <a:ext uri="{FF2B5EF4-FFF2-40B4-BE49-F238E27FC236}">
                <a16:creationId xmlns:a16="http://schemas.microsoft.com/office/drawing/2014/main" id="{650DFDAE-2409-3A42-4F81-05073BC1CAE7}"/>
              </a:ext>
            </a:extLst>
          </p:cNvPr>
          <p:cNvSpPr>
            <a:spLocks noGrp="1"/>
          </p:cNvSpPr>
          <p:nvPr>
            <p:ph type="body" sz="quarter" idx="21" hasCustomPrompt="1"/>
          </p:nvPr>
        </p:nvSpPr>
        <p:spPr>
          <a:xfrm>
            <a:off x="6315479" y="5340487"/>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42" name="Footer Placeholder 2">
            <a:extLst>
              <a:ext uri="{FF2B5EF4-FFF2-40B4-BE49-F238E27FC236}">
                <a16:creationId xmlns:a16="http://schemas.microsoft.com/office/drawing/2014/main" id="{920B862D-804D-E51A-93CC-90FE3076AA3F}"/>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spTree>
    <p:extLst>
      <p:ext uri="{BB962C8B-B14F-4D97-AF65-F5344CB8AC3E}">
        <p14:creationId xmlns:p14="http://schemas.microsoft.com/office/powerpoint/2010/main" val="164485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192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Two column layout</a:t>
            </a:r>
            <a:br>
              <a:rPr lang="en-US" dirty="0"/>
            </a:br>
            <a:r>
              <a:rPr lang="en-US" dirty="0"/>
              <a:t>Title 2 lines maximum</a:t>
            </a:r>
            <a:endParaRPr lang="en-CA" dirty="0"/>
          </a:p>
        </p:txBody>
      </p:sp>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08800" cy="835024"/>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123025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hree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Three column layout</a:t>
            </a:r>
            <a:br>
              <a:rPr lang="en-US" dirty="0"/>
            </a:br>
            <a:r>
              <a:rPr lang="en-US" dirty="0"/>
              <a:t>Title 2 lines maximum</a:t>
            </a:r>
            <a:endParaRPr lang="en-CA" dirty="0"/>
          </a:p>
        </p:txBody>
      </p:sp>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a:prstGeom prst="rect">
            <a:avLst/>
          </a:prstGeom>
        </p:spPr>
        <p:txBody>
          <a:bodyPr lIns="144000"/>
          <a:lstStyle>
            <a:lvl1pPr marL="0" indent="0">
              <a:buNone/>
              <a:defRPr sz="105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a:prstGeom prst="rect">
            <a:avLst/>
          </a:prstGeo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3338514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our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a:prstGeom prst="rect">
            <a:avLst/>
          </a:prstGeo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a:prstGeom prst="rect">
            <a:avLst/>
          </a:prstGeo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3908354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6467"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58672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38849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ur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Four column layout</a:t>
            </a:r>
            <a:br>
              <a:rPr lang="en-US" dirty="0"/>
            </a:br>
            <a:r>
              <a:rPr lang="en-US" dirty="0"/>
              <a:t>Title 2 lines maximum</a:t>
            </a:r>
            <a:endParaRPr lang="en-CA" dirty="0"/>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358310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_Dark Blue">
    <p:bg>
      <p:bgPr>
        <a:solidFill>
          <a:schemeClr val="accent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739A76-C8B6-CADD-ACBA-17389E4E17CB}"/>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F16C6448-AB08-7665-09DF-C32961CFFB7A}"/>
              </a:ext>
            </a:extLst>
          </p:cNvPr>
          <p:cNvSpPr>
            <a:spLocks noGrp="1"/>
          </p:cNvSpPr>
          <p:nvPr>
            <p:ph type="ftr" sz="quarter" idx="14"/>
          </p:nvPr>
        </p:nvSpPr>
        <p:spPr/>
        <p:txBody>
          <a:bodyPr/>
          <a:lstStyle/>
          <a:p>
            <a:endParaRPr lang="en-US"/>
          </a:p>
        </p:txBody>
      </p:sp>
      <p:sp>
        <p:nvSpPr>
          <p:cNvPr id="3" name="Title 11">
            <a:extLst>
              <a:ext uri="{FF2B5EF4-FFF2-40B4-BE49-F238E27FC236}">
                <a16:creationId xmlns:a16="http://schemas.microsoft.com/office/drawing/2014/main" id="{A7CB53CE-C802-1D1F-D426-1D077D759B89}"/>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4" name="Text Placeholder 22">
            <a:extLst>
              <a:ext uri="{FF2B5EF4-FFF2-40B4-BE49-F238E27FC236}">
                <a16:creationId xmlns:a16="http://schemas.microsoft.com/office/drawing/2014/main" id="{28246C9E-6E9B-618C-D7F7-08D1FC30E817}"/>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Tree>
    <p:extLst>
      <p:ext uri="{BB962C8B-B14F-4D97-AF65-F5344CB8AC3E}">
        <p14:creationId xmlns:p14="http://schemas.microsoft.com/office/powerpoint/2010/main" val="15970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50/50 Title+Subtitle+Content_Dark Blue">
    <p:bg>
      <p:bgRef idx="1001">
        <a:schemeClr val="bg2"/>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tx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2" name="TextBox 1">
            <a:extLst>
              <a:ext uri="{FF2B5EF4-FFF2-40B4-BE49-F238E27FC236}">
                <a16:creationId xmlns:a16="http://schemas.microsoft.com/office/drawing/2014/main" id="{1EA46947-10E6-0C5D-E261-25B7344F9B24}"/>
              </a:ext>
            </a:extLst>
          </p:cNvPr>
          <p:cNvSpPr txBox="1"/>
          <p:nvPr/>
        </p:nvSpPr>
        <p:spPr>
          <a:xfrm>
            <a:off x="6773076" y="6424867"/>
            <a:ext cx="4765549" cy="88614"/>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algn="r" defTabSz="514350" rtl="0" eaLnBrk="1" latinLnBrk="0" hangingPunct="1">
              <a:lnSpc>
                <a:spcPct val="96000"/>
              </a:lnSpc>
              <a:spcBef>
                <a:spcPts val="0"/>
              </a:spcBef>
              <a:spcAft>
                <a:spcPts val="169"/>
              </a:spcAft>
              <a:buClr>
                <a:srgbClr val="3253DC"/>
              </a:buClr>
              <a:buFont typeface="Arial" panose="020B0604020202020204" pitchFamily="34" charset="0"/>
              <a:buNone/>
            </a:pPr>
            <a:r>
              <a:rPr lang="en-US" sz="600" kern="1200" baseline="0" dirty="0">
                <a:solidFill>
                  <a:schemeClr val="tx1"/>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9976934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2/1 Title+Subtitle+Content_Dark Blue">
    <p:bg>
      <p:bgRef idx="1001">
        <a:schemeClr val="bg2"/>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tx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8640233" y="6338049"/>
            <a:ext cx="2898392"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tx1"/>
                </a:solidFill>
              </a:rPr>
              <a:t>Confidential – Qualcomm Technologies, Inc. and/or its affiliated companies – May Contain Trade Secrets</a:t>
            </a:r>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3619005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Content_Dark Blue">
    <p:bg>
      <p:bgRef idx="1001">
        <a:schemeClr val="bg2"/>
      </p:bgRef>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8" y="449564"/>
            <a:ext cx="11160127" cy="621665"/>
          </a:xfrm>
        </p:spPr>
        <p:txBody>
          <a:bodyPr/>
          <a:lstStyle>
            <a:lvl1pPr>
              <a:defRPr>
                <a:solidFill>
                  <a:schemeClr val="tx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6359648" cy="118174"/>
          </a:xfrm>
        </p:spPr>
        <p:txBody>
          <a:bodyPr vert="horz" wrap="square" lIns="0" tIns="0" rIns="0" bIns="0" rtlCol="0" anchor="b">
            <a:noAutofit/>
          </a:bodyPr>
          <a:lstStyle>
            <a:lvl1pPr>
              <a:defRPr lang="en-CA" dirty="0"/>
            </a:lvl1pPr>
          </a:lstStyle>
          <a:p>
            <a:endParaRPr lang="en-US"/>
          </a:p>
        </p:txBody>
      </p:sp>
    </p:spTree>
    <p:extLst>
      <p:ext uri="{BB962C8B-B14F-4D97-AF65-F5344CB8AC3E}">
        <p14:creationId xmlns:p14="http://schemas.microsoft.com/office/powerpoint/2010/main" val="3981874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Subtitle+Content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vert="horz" wrap="square" lIns="0" tIns="0" rIns="0" bIns="0" rtlCol="0" anchor="b">
            <a:noAutofit/>
          </a:bodyPr>
          <a:lstStyle>
            <a:lvl1pPr>
              <a:defRPr lang="en-CA"/>
            </a:lvl1pPr>
          </a:lstStyle>
          <a:p>
            <a:endParaRPr lang="en-US"/>
          </a:p>
        </p:txBody>
      </p:sp>
      <p:sp>
        <p:nvSpPr>
          <p:cNvPr id="8" name="Title 2">
            <a:extLst>
              <a:ext uri="{FF2B5EF4-FFF2-40B4-BE49-F238E27FC236}">
                <a16:creationId xmlns:a16="http://schemas.microsoft.com/office/drawing/2014/main" id="{AD7A4F5C-3845-3582-1596-405479630BA0}"/>
              </a:ext>
            </a:extLst>
          </p:cNvPr>
          <p:cNvSpPr>
            <a:spLocks noGrp="1"/>
          </p:cNvSpPr>
          <p:nvPr>
            <p:ph type="title" hasCustomPrompt="1"/>
          </p:nvPr>
        </p:nvSpPr>
        <p:spPr>
          <a:xfrm>
            <a:off x="515938" y="449564"/>
            <a:ext cx="11160127" cy="621665"/>
          </a:xfrm>
        </p:spPr>
        <p:txBody>
          <a:bodyPr/>
          <a:lstStyle>
            <a:lvl1pPr>
              <a:defRPr>
                <a:solidFill>
                  <a:schemeClr val="tx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1E4A345E-FD24-E8F7-6379-B92F87882AE4}"/>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Text Placeholder 5">
            <a:extLst>
              <a:ext uri="{FF2B5EF4-FFF2-40B4-BE49-F238E27FC236}">
                <a16:creationId xmlns:a16="http://schemas.microsoft.com/office/drawing/2014/main" id="{F11B0188-DB87-61AD-7160-CCFACEC8A242}"/>
              </a:ext>
            </a:extLst>
          </p:cNvPr>
          <p:cNvSpPr>
            <a:spLocks noGrp="1"/>
          </p:cNvSpPr>
          <p:nvPr>
            <p:ph type="body" sz="quarter" idx="12" hasCustomPrompt="1"/>
          </p:nvPr>
        </p:nvSpPr>
        <p:spPr>
          <a:xfrm>
            <a:off x="516467" y="1097026"/>
            <a:ext cx="11159067"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3166178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Blank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6D27F9-CF30-5B0A-BEC1-BF74B6CB4CB7}"/>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4161849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Photo+Content_Black">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B69D9101-5103-BD0B-DC2D-41CB0A78D249}"/>
              </a:ext>
            </a:extLst>
          </p:cNvPr>
          <p:cNvSpPr>
            <a:spLocks noGrp="1"/>
          </p:cNvSpPr>
          <p:nvPr>
            <p:ph type="body" sz="quarter" idx="14" hasCustomPrompt="1"/>
          </p:nvPr>
        </p:nvSpPr>
        <p:spPr>
          <a:xfrm>
            <a:off x="515937" y="1196977"/>
            <a:ext cx="5327651" cy="1198115"/>
          </a:xfrm>
          <a:prstGeom prst="rect">
            <a:avLst/>
          </a:prstGeo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4" name="Title 13">
            <a:extLst>
              <a:ext uri="{FF2B5EF4-FFF2-40B4-BE49-F238E27FC236}">
                <a16:creationId xmlns:a16="http://schemas.microsoft.com/office/drawing/2014/main" id="{9C2E6A67-498D-55F2-44A0-AEB73181C1F5}"/>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tx1"/>
                </a:solidFill>
                <a:latin typeface="+mj-lt"/>
                <a:ea typeface="+mj-ea"/>
                <a:cs typeface="+mj-cs"/>
              </a:defRPr>
            </a:lvl1pPr>
          </a:lstStyle>
          <a:p>
            <a:r>
              <a:rPr lang="en-US"/>
              <a:t>2:1 Content &amp; Photo layout </a:t>
            </a:r>
            <a:br>
              <a:rPr lang="en-US"/>
            </a:br>
            <a:r>
              <a:rPr lang="en-US"/>
              <a:t>Title 2 lines maximum</a:t>
            </a:r>
          </a:p>
        </p:txBody>
      </p:sp>
      <p:sp>
        <p:nvSpPr>
          <p:cNvPr id="5" name="Text Placeholder 16">
            <a:extLst>
              <a:ext uri="{FF2B5EF4-FFF2-40B4-BE49-F238E27FC236}">
                <a16:creationId xmlns:a16="http://schemas.microsoft.com/office/drawing/2014/main" id="{567A0B54-1429-39DB-5A18-7783AC1134DD}"/>
              </a:ext>
            </a:extLst>
          </p:cNvPr>
          <p:cNvSpPr>
            <a:spLocks noGrp="1"/>
          </p:cNvSpPr>
          <p:nvPr>
            <p:ph type="body" sz="quarter" idx="15" hasCustomPrompt="1"/>
          </p:nvPr>
        </p:nvSpPr>
        <p:spPr>
          <a:xfrm>
            <a:off x="515937" y="3581401"/>
            <a:ext cx="5327651" cy="2435086"/>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Footer Placeholder 129">
            <a:extLst>
              <a:ext uri="{FF2B5EF4-FFF2-40B4-BE49-F238E27FC236}">
                <a16:creationId xmlns:a16="http://schemas.microsoft.com/office/drawing/2014/main" id="{8D80928B-7E3D-8479-1AC2-7A221DBC66EF}"/>
              </a:ext>
            </a:extLst>
          </p:cNvPr>
          <p:cNvSpPr>
            <a:spLocks noGrp="1"/>
          </p:cNvSpPr>
          <p:nvPr>
            <p:ph type="ftr" sz="quarter" idx="22"/>
          </p:nvPr>
        </p:nvSpPr>
        <p:spPr>
          <a:xfrm>
            <a:off x="515939" y="6173304"/>
            <a:ext cx="6480175" cy="118174"/>
          </a:xfrm>
        </p:spPr>
        <p:txBody>
          <a:bodyPr/>
          <a:lstStyle>
            <a:lvl1pPr>
              <a:defRPr>
                <a:solidFill>
                  <a:schemeClr val="accent6">
                    <a:lumMod val="90000"/>
                  </a:schemeClr>
                </a:solidFill>
              </a:defRPr>
            </a:lvl1pPr>
          </a:lstStyle>
          <a:p>
            <a:endParaRPr lang="en-US"/>
          </a:p>
        </p:txBody>
      </p:sp>
      <p:sp>
        <p:nvSpPr>
          <p:cNvPr id="34" name="TextBox 33">
            <a:extLst>
              <a:ext uri="{FF2B5EF4-FFF2-40B4-BE49-F238E27FC236}">
                <a16:creationId xmlns:a16="http://schemas.microsoft.com/office/drawing/2014/main" id="{7F3D7402-E0CE-0143-D338-79309FAA2D22}"/>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40" name="Picture Placeholder 39">
            <a:extLst>
              <a:ext uri="{FF2B5EF4-FFF2-40B4-BE49-F238E27FC236}">
                <a16:creationId xmlns:a16="http://schemas.microsoft.com/office/drawing/2014/main" id="{016EEAD9-03EE-0181-A5CE-E3322B07D414}"/>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Tree>
    <p:extLst>
      <p:ext uri="{BB962C8B-B14F-4D97-AF65-F5344CB8AC3E}">
        <p14:creationId xmlns:p14="http://schemas.microsoft.com/office/powerpoint/2010/main" val="2108196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4Contents_Black">
    <p:spTree>
      <p:nvGrpSpPr>
        <p:cNvPr id="1" name=""/>
        <p:cNvGrpSpPr/>
        <p:nvPr/>
      </p:nvGrpSpPr>
      <p:grpSpPr>
        <a:xfrm>
          <a:off x="0" y="0"/>
          <a:ext cx="0" cy="0"/>
          <a:chOff x="0" y="0"/>
          <a:chExt cx="0" cy="0"/>
        </a:xfrm>
      </p:grpSpPr>
      <p:sp>
        <p:nvSpPr>
          <p:cNvPr id="6" name="Title 120">
            <a:extLst>
              <a:ext uri="{FF2B5EF4-FFF2-40B4-BE49-F238E27FC236}">
                <a16:creationId xmlns:a16="http://schemas.microsoft.com/office/drawing/2014/main" id="{3276C3D4-8D41-C551-27C2-6A5602A09853}"/>
              </a:ext>
            </a:extLst>
          </p:cNvPr>
          <p:cNvSpPr>
            <a:spLocks noGrp="1"/>
          </p:cNvSpPr>
          <p:nvPr>
            <p:ph type="title" hasCustomPrompt="1"/>
          </p:nvPr>
        </p:nvSpPr>
        <p:spPr>
          <a:xfrm>
            <a:off x="515939" y="2795081"/>
            <a:ext cx="3556709" cy="1294408"/>
          </a:xfrm>
        </p:spPr>
        <p:txBody>
          <a:bodyPr anchor="ctr"/>
          <a:lstStyle>
            <a:lvl1pPr algn="l" defTabSz="685800" rtl="0" eaLnBrk="1" latinLnBrk="0" hangingPunct="1">
              <a:lnSpc>
                <a:spcPct val="85000"/>
              </a:lnSpc>
              <a:spcBef>
                <a:spcPct val="0"/>
              </a:spcBef>
              <a:buNone/>
              <a:defRPr lang="en-US" sz="2100" kern="2000" spc="-38" baseline="0" dirty="0">
                <a:solidFill>
                  <a:schemeClr val="tx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0" name="Picture Placeholder 2">
            <a:extLst>
              <a:ext uri="{FF2B5EF4-FFF2-40B4-BE49-F238E27FC236}">
                <a16:creationId xmlns:a16="http://schemas.microsoft.com/office/drawing/2014/main" id="{F553BB1F-5F28-5D3B-A5A8-60721AE4DD2D}"/>
              </a:ext>
            </a:extLst>
          </p:cNvPr>
          <p:cNvSpPr>
            <a:spLocks noGrp="1"/>
          </p:cNvSpPr>
          <p:nvPr>
            <p:ph type="pic" sz="quarter" idx="23" hasCustomPrompt="1"/>
          </p:nvPr>
        </p:nvSpPr>
        <p:spPr>
          <a:xfrm>
            <a:off x="4914400" y="691210"/>
            <a:ext cx="1012800" cy="759113"/>
          </a:xfrm>
          <a:prstGeom prst="rect">
            <a:avLst/>
          </a:prstGeom>
        </p:spPr>
        <p:txBody>
          <a:bodyPr lIns="144000"/>
          <a:lstStyle>
            <a:lvl1pPr marL="0" indent="0">
              <a:buNone/>
              <a:defRPr sz="1050"/>
            </a:lvl1pPr>
          </a:lstStyle>
          <a:p>
            <a:r>
              <a:rPr lang="en-US" dirty="0"/>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6315479" y="699926"/>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2" name="Text Placeholder 16">
            <a:extLst>
              <a:ext uri="{FF2B5EF4-FFF2-40B4-BE49-F238E27FC236}">
                <a16:creationId xmlns:a16="http://schemas.microsoft.com/office/drawing/2014/main" id="{3F0EB458-EDD6-6AD3-B1AB-24A4EA15A9FC}"/>
              </a:ext>
            </a:extLst>
          </p:cNvPr>
          <p:cNvSpPr>
            <a:spLocks noGrp="1"/>
          </p:cNvSpPr>
          <p:nvPr>
            <p:ph type="body" sz="quarter" idx="15" hasCustomPrompt="1"/>
          </p:nvPr>
        </p:nvSpPr>
        <p:spPr>
          <a:xfrm>
            <a:off x="6315479" y="101917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1" name="Picture Placeholder 2">
            <a:extLst>
              <a:ext uri="{FF2B5EF4-FFF2-40B4-BE49-F238E27FC236}">
                <a16:creationId xmlns:a16="http://schemas.microsoft.com/office/drawing/2014/main" id="{A5166B55-3C52-CF01-705A-E2BE18679F21}"/>
              </a:ext>
            </a:extLst>
          </p:cNvPr>
          <p:cNvSpPr>
            <a:spLocks noGrp="1"/>
          </p:cNvSpPr>
          <p:nvPr>
            <p:ph type="pic" sz="quarter" idx="24" hasCustomPrompt="1"/>
          </p:nvPr>
        </p:nvSpPr>
        <p:spPr>
          <a:xfrm>
            <a:off x="4914400" y="2138785"/>
            <a:ext cx="1012800" cy="759113"/>
          </a:xfrm>
          <a:prstGeom prst="rect">
            <a:avLst/>
          </a:prstGeom>
        </p:spPr>
        <p:txBody>
          <a:bodyPr lIns="144000"/>
          <a:lstStyle>
            <a:lvl1pPr marL="0" indent="0">
              <a:buNone/>
              <a:defRPr sz="105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6315479" y="2143616"/>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3" name="Text Placeholder 16">
            <a:extLst>
              <a:ext uri="{FF2B5EF4-FFF2-40B4-BE49-F238E27FC236}">
                <a16:creationId xmlns:a16="http://schemas.microsoft.com/office/drawing/2014/main" id="{FC2D4270-2921-E9A2-9D7C-4ECAF4952D88}"/>
              </a:ext>
            </a:extLst>
          </p:cNvPr>
          <p:cNvSpPr>
            <a:spLocks noGrp="1"/>
          </p:cNvSpPr>
          <p:nvPr>
            <p:ph type="body" sz="quarter" idx="17" hasCustomPrompt="1"/>
          </p:nvPr>
        </p:nvSpPr>
        <p:spPr>
          <a:xfrm>
            <a:off x="6315479" y="246286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2" name="Picture Placeholder 2">
            <a:extLst>
              <a:ext uri="{FF2B5EF4-FFF2-40B4-BE49-F238E27FC236}">
                <a16:creationId xmlns:a16="http://schemas.microsoft.com/office/drawing/2014/main" id="{D45478F2-FA52-8705-D73C-3B5C90BEA1CE}"/>
              </a:ext>
            </a:extLst>
          </p:cNvPr>
          <p:cNvSpPr>
            <a:spLocks noGrp="1"/>
          </p:cNvSpPr>
          <p:nvPr>
            <p:ph type="pic" sz="quarter" idx="25" hasCustomPrompt="1"/>
          </p:nvPr>
        </p:nvSpPr>
        <p:spPr>
          <a:xfrm>
            <a:off x="4914400" y="3586360"/>
            <a:ext cx="1012800" cy="759113"/>
          </a:xfrm>
          <a:prstGeom prst="rect">
            <a:avLst/>
          </a:prstGeom>
        </p:spPr>
        <p:txBody>
          <a:bodyPr lIns="144000"/>
          <a:lstStyle>
            <a:lvl1pPr marL="0" indent="0">
              <a:buNone/>
              <a:defRPr sz="105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6315479" y="3587072"/>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4" name="Text Placeholder 16">
            <a:extLst>
              <a:ext uri="{FF2B5EF4-FFF2-40B4-BE49-F238E27FC236}">
                <a16:creationId xmlns:a16="http://schemas.microsoft.com/office/drawing/2014/main" id="{43953901-F943-9352-2352-77D74F5FD39F}"/>
              </a:ext>
            </a:extLst>
          </p:cNvPr>
          <p:cNvSpPr>
            <a:spLocks noGrp="1"/>
          </p:cNvSpPr>
          <p:nvPr>
            <p:ph type="body" sz="quarter" idx="19" hasCustomPrompt="1"/>
          </p:nvPr>
        </p:nvSpPr>
        <p:spPr>
          <a:xfrm>
            <a:off x="6315479" y="3906322"/>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3" name="Picture Placeholder 2">
            <a:extLst>
              <a:ext uri="{FF2B5EF4-FFF2-40B4-BE49-F238E27FC236}">
                <a16:creationId xmlns:a16="http://schemas.microsoft.com/office/drawing/2014/main" id="{1BD308BA-E994-8363-C02C-E51BC3E1FF56}"/>
              </a:ext>
            </a:extLst>
          </p:cNvPr>
          <p:cNvSpPr>
            <a:spLocks noGrp="1"/>
          </p:cNvSpPr>
          <p:nvPr>
            <p:ph type="pic" sz="quarter" idx="26" hasCustomPrompt="1"/>
          </p:nvPr>
        </p:nvSpPr>
        <p:spPr>
          <a:xfrm>
            <a:off x="4914400" y="5033935"/>
            <a:ext cx="1012800" cy="759113"/>
          </a:xfrm>
          <a:prstGeom prst="rect">
            <a:avLst/>
          </a:prstGeom>
        </p:spPr>
        <p:txBody>
          <a:bodyPr lIns="144000"/>
          <a:lstStyle>
            <a:lvl1pPr marL="0" indent="0">
              <a:buNone/>
              <a:defRPr sz="105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6315479" y="5021238"/>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79788385-4F41-23CE-C80D-DBA35A324839}"/>
              </a:ext>
            </a:extLst>
          </p:cNvPr>
          <p:cNvSpPr>
            <a:spLocks noGrp="1"/>
          </p:cNvSpPr>
          <p:nvPr>
            <p:ph type="body" sz="quarter" idx="21" hasCustomPrompt="1"/>
          </p:nvPr>
        </p:nvSpPr>
        <p:spPr>
          <a:xfrm>
            <a:off x="6315479" y="5340487"/>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9" name="TextBox 8">
            <a:extLst>
              <a:ext uri="{FF2B5EF4-FFF2-40B4-BE49-F238E27FC236}">
                <a16:creationId xmlns:a16="http://schemas.microsoft.com/office/drawing/2014/main" id="{2B352B48-B98A-418B-8943-940ABA2B2152}"/>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7" name="Footer Placeholder 6">
            <a:extLst>
              <a:ext uri="{FF2B5EF4-FFF2-40B4-BE49-F238E27FC236}">
                <a16:creationId xmlns:a16="http://schemas.microsoft.com/office/drawing/2014/main" id="{F8DFBB3D-0AE5-69F5-A9EF-C49A7246D3AF}"/>
              </a:ext>
            </a:extLst>
          </p:cNvPr>
          <p:cNvSpPr>
            <a:spLocks noGrp="1"/>
          </p:cNvSpPr>
          <p:nvPr>
            <p:ph type="ftr" sz="quarter" idx="27"/>
          </p:nvPr>
        </p:nvSpPr>
        <p:spPr/>
        <p:txBody>
          <a:bodyPr/>
          <a:lstStyle/>
          <a:p>
            <a:endParaRPr lang="en-US"/>
          </a:p>
        </p:txBody>
      </p:sp>
    </p:spTree>
    <p:extLst>
      <p:ext uri="{BB962C8B-B14F-4D97-AF65-F5344CB8AC3E}">
        <p14:creationId xmlns:p14="http://schemas.microsoft.com/office/powerpoint/2010/main" val="3687716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192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13600" cy="835024"/>
          </a:xfrm>
          <a:prstGeom prst="rect">
            <a:avLst/>
          </a:prstGeo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13600" cy="835024"/>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205195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a:prstGeom prst="rect">
            <a:avLst/>
          </a:prstGeom>
        </p:spPr>
        <p:txBody>
          <a:bodyPr lIns="144000"/>
          <a:lstStyle>
            <a:lvl1pPr marL="0" indent="0">
              <a:buNone/>
              <a:defRPr sz="105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a:prstGeom prst="rect">
            <a:avLst/>
          </a:prstGeo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420996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our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a:prstGeom prst="rect">
            <a:avLst/>
          </a:prstGeo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a:prstGeom prst="rect">
            <a:avLst/>
          </a:prstGeo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291436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196184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30636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our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Four column layout</a:t>
            </a:r>
            <a:br>
              <a:rPr lang="en-US" dirty="0"/>
            </a:br>
            <a:r>
              <a:rPr lang="en-US" dirty="0"/>
              <a:t>Title 2 lines maximum</a:t>
            </a:r>
            <a:endParaRPr lang="en-CA" dirty="0"/>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655310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_Black">
    <p:bg>
      <p:bgRef idx="1001">
        <a:schemeClr val="bg1"/>
      </p:bgRef>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
        <p:nvSpPr>
          <p:cNvPr id="6" name="TextBox 5">
            <a:extLst>
              <a:ext uri="{FF2B5EF4-FFF2-40B4-BE49-F238E27FC236}">
                <a16:creationId xmlns:a16="http://schemas.microsoft.com/office/drawing/2014/main" id="{84739A76-C8B6-CADD-ACBA-17389E4E17CB}"/>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5D806993-100D-D470-0D3C-99BE6D7559C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23614791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50/50 Title+Subtitle+Content_Black">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tx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2" name="TextBox 1">
            <a:extLst>
              <a:ext uri="{FF2B5EF4-FFF2-40B4-BE49-F238E27FC236}">
                <a16:creationId xmlns:a16="http://schemas.microsoft.com/office/drawing/2014/main" id="{1EA46947-10E6-0C5D-E261-25B7344F9B24}"/>
              </a:ext>
            </a:extLst>
          </p:cNvPr>
          <p:cNvSpPr txBox="1"/>
          <p:nvPr/>
        </p:nvSpPr>
        <p:spPr>
          <a:xfrm>
            <a:off x="6773076" y="6424867"/>
            <a:ext cx="4765549" cy="88614"/>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algn="r" defTabSz="514350" rtl="0" eaLnBrk="1" latinLnBrk="0" hangingPunct="1">
              <a:lnSpc>
                <a:spcPct val="96000"/>
              </a:lnSpc>
              <a:spcBef>
                <a:spcPts val="0"/>
              </a:spcBef>
              <a:spcAft>
                <a:spcPts val="169"/>
              </a:spcAft>
              <a:buClr>
                <a:srgbClr val="3253DC"/>
              </a:buClr>
              <a:buFont typeface="Arial" panose="020B0604020202020204" pitchFamily="34" charset="0"/>
              <a:buNone/>
            </a:pPr>
            <a:r>
              <a:rPr lang="en-US" sz="600" kern="1200" baseline="0" dirty="0">
                <a:solidFill>
                  <a:schemeClr val="tx1"/>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5105533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2/1 Title+Subtitle+Content_Black">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tx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8640233" y="6338049"/>
            <a:ext cx="2898392"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tx1"/>
                </a:solidFill>
              </a:rPr>
              <a:t>Confidential – Qualcomm Technologies, Inc. and/or its affiliated companies – May Contain Trade Secrets</a:t>
            </a:r>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23377525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Content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2A7B7-7C67-00A2-4D04-4DC5AFBFB433}"/>
              </a:ext>
            </a:extLst>
          </p:cNvPr>
          <p:cNvSpPr>
            <a:spLocks noGrp="1"/>
          </p:cNvSpPr>
          <p:nvPr>
            <p:ph type="title" hasCustomPrompt="1"/>
          </p:nvPr>
        </p:nvSpPr>
        <p:spPr>
          <a:xfrm>
            <a:off x="515938" y="449564"/>
            <a:ext cx="11160127" cy="621665"/>
          </a:xfrm>
        </p:spPr>
        <p:txBody>
          <a:bodyPr/>
          <a:lstStyle/>
          <a:p>
            <a:r>
              <a:rPr lang="en-US" dirty="0"/>
              <a:t>Title + Content layout</a:t>
            </a:r>
            <a:br>
              <a:rPr lang="en-US" dirty="0"/>
            </a:br>
            <a:r>
              <a:rPr lang="en-US" dirty="0"/>
              <a:t>Title 2 lines maximum</a:t>
            </a:r>
            <a:endParaRPr lang="en-CA" dirty="0"/>
          </a:p>
        </p:txBody>
      </p:sp>
      <p:sp>
        <p:nvSpPr>
          <p:cNvPr id="6" name="Text Placeholder 3">
            <a:extLst>
              <a:ext uri="{FF2B5EF4-FFF2-40B4-BE49-F238E27FC236}">
                <a16:creationId xmlns:a16="http://schemas.microsoft.com/office/drawing/2014/main" id="{48787576-727E-0D7E-9B9E-4C6C5BCD08C7}"/>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US"/>
          </a:p>
        </p:txBody>
      </p:sp>
    </p:spTree>
    <p:extLst>
      <p:ext uri="{BB962C8B-B14F-4D97-AF65-F5344CB8AC3E}">
        <p14:creationId xmlns:p14="http://schemas.microsoft.com/office/powerpoint/2010/main" val="3761402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Subtitle+Content_Black">
    <p:bg>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vert="horz" wrap="square" lIns="0" tIns="0" rIns="0" bIns="0" rtlCol="0" anchor="b">
            <a:noAutofit/>
          </a:bodyPr>
          <a:lstStyle>
            <a:lvl1pPr>
              <a:defRPr lang="en-CA"/>
            </a:lvl1pPr>
          </a:lstStyle>
          <a:p>
            <a:endParaRPr lang="en-US"/>
          </a:p>
        </p:txBody>
      </p:sp>
      <p:sp>
        <p:nvSpPr>
          <p:cNvPr id="8" name="Title 2">
            <a:extLst>
              <a:ext uri="{FF2B5EF4-FFF2-40B4-BE49-F238E27FC236}">
                <a16:creationId xmlns:a16="http://schemas.microsoft.com/office/drawing/2014/main" id="{AD7A4F5C-3845-3582-1596-405479630BA0}"/>
              </a:ext>
            </a:extLst>
          </p:cNvPr>
          <p:cNvSpPr>
            <a:spLocks noGrp="1"/>
          </p:cNvSpPr>
          <p:nvPr>
            <p:ph type="title" hasCustomPrompt="1"/>
          </p:nvPr>
        </p:nvSpPr>
        <p:spPr>
          <a:xfrm>
            <a:off x="515938" y="449564"/>
            <a:ext cx="11160127" cy="621665"/>
          </a:xfrm>
        </p:spPr>
        <p:txBody>
          <a:bodyPr/>
          <a:lstStyle>
            <a:lvl1pPr>
              <a:defRPr>
                <a:solidFill>
                  <a:schemeClr val="tx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1E4A345E-FD24-E8F7-6379-B92F87882AE4}"/>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Text Placeholder 5">
            <a:extLst>
              <a:ext uri="{FF2B5EF4-FFF2-40B4-BE49-F238E27FC236}">
                <a16:creationId xmlns:a16="http://schemas.microsoft.com/office/drawing/2014/main" id="{F11B0188-DB87-61AD-7160-CCFACEC8A242}"/>
              </a:ext>
            </a:extLst>
          </p:cNvPr>
          <p:cNvSpPr>
            <a:spLocks noGrp="1"/>
          </p:cNvSpPr>
          <p:nvPr>
            <p:ph type="body" sz="quarter" idx="12" hasCustomPrompt="1"/>
          </p:nvPr>
        </p:nvSpPr>
        <p:spPr>
          <a:xfrm>
            <a:off x="516467" y="1097026"/>
            <a:ext cx="11159067"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26541689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_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US"/>
          </a:p>
        </p:txBody>
      </p:sp>
    </p:spTree>
    <p:extLst>
      <p:ext uri="{BB962C8B-B14F-4D97-AF65-F5344CB8AC3E}">
        <p14:creationId xmlns:p14="http://schemas.microsoft.com/office/powerpoint/2010/main" val="1740642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Photo+Content_Grey">
    <p:bg>
      <p:bgPr>
        <a:solidFill>
          <a:srgbClr val="EFF1F5"/>
        </a:solidFill>
        <a:effectLst/>
      </p:bgPr>
    </p:bg>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1EF4F402-80EC-EAD4-D6B0-92C2479FFEFA}"/>
              </a:ext>
            </a:extLst>
          </p:cNvPr>
          <p:cNvSpPr>
            <a:spLocks noGrp="1"/>
          </p:cNvSpPr>
          <p:nvPr>
            <p:ph type="body" sz="quarter" idx="14" hasCustomPrompt="1"/>
          </p:nvPr>
        </p:nvSpPr>
        <p:spPr>
          <a:xfrm>
            <a:off x="515937" y="1196977"/>
            <a:ext cx="5327651" cy="1198115"/>
          </a:xfr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8" name="Title 13">
            <a:extLst>
              <a:ext uri="{FF2B5EF4-FFF2-40B4-BE49-F238E27FC236}">
                <a16:creationId xmlns:a16="http://schemas.microsoft.com/office/drawing/2014/main" id="{916C630D-BED9-DA86-9AE9-767BC6DB8DF6}"/>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accent1"/>
                </a:solidFill>
                <a:latin typeface="+mj-lt"/>
                <a:ea typeface="+mj-ea"/>
                <a:cs typeface="+mj-cs"/>
              </a:defRPr>
            </a:lvl1pPr>
          </a:lstStyle>
          <a:p>
            <a:r>
              <a:rPr lang="en-US"/>
              <a:t>2:1 Content &amp; Photo layout </a:t>
            </a:r>
            <a:br>
              <a:rPr lang="en-US"/>
            </a:br>
            <a:r>
              <a:rPr lang="en-US"/>
              <a:t>Title 2 lines maximum</a:t>
            </a:r>
          </a:p>
        </p:txBody>
      </p:sp>
      <p:sp>
        <p:nvSpPr>
          <p:cNvPr id="3" name="Footer Placeholder 129">
            <a:extLst>
              <a:ext uri="{FF2B5EF4-FFF2-40B4-BE49-F238E27FC236}">
                <a16:creationId xmlns:a16="http://schemas.microsoft.com/office/drawing/2014/main" id="{32F39D03-559B-5939-909B-FF65EEA162BF}"/>
              </a:ext>
            </a:extLst>
          </p:cNvPr>
          <p:cNvSpPr>
            <a:spLocks noGrp="1"/>
          </p:cNvSpPr>
          <p:nvPr>
            <p:ph type="ftr" sz="quarter" idx="22"/>
          </p:nvPr>
        </p:nvSpPr>
        <p:spPr>
          <a:xfrm>
            <a:off x="515939" y="6173304"/>
            <a:ext cx="6480175" cy="118174"/>
          </a:xfrm>
        </p:spPr>
        <p:txBody>
          <a:bodyPr/>
          <a:lstStyle>
            <a:lvl1pPr>
              <a:defRPr>
                <a:solidFill>
                  <a:schemeClr val="accent6">
                    <a:lumMod val="50000"/>
                  </a:schemeClr>
                </a:solidFill>
              </a:defRPr>
            </a:lvl1pPr>
          </a:lstStyle>
          <a:p>
            <a:endParaRPr lang="en-US"/>
          </a:p>
        </p:txBody>
      </p:sp>
      <p:sp>
        <p:nvSpPr>
          <p:cNvPr id="4" name="TextBox 3">
            <a:extLst>
              <a:ext uri="{FF2B5EF4-FFF2-40B4-BE49-F238E27FC236}">
                <a16:creationId xmlns:a16="http://schemas.microsoft.com/office/drawing/2014/main" id="{78E6E1DA-8D2E-B11D-8AED-2EB2021311AE}"/>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50000"/>
                  </a:schemeClr>
                </a:solidFill>
              </a:rPr>
              <a:t>Confidential – Qualcomm Technologies, Inc. and/or its affiliated companies – May Contain Trade Secrets</a:t>
            </a:r>
          </a:p>
        </p:txBody>
      </p:sp>
      <p:sp>
        <p:nvSpPr>
          <p:cNvPr id="10" name="Text Placeholder 16">
            <a:extLst>
              <a:ext uri="{FF2B5EF4-FFF2-40B4-BE49-F238E27FC236}">
                <a16:creationId xmlns:a16="http://schemas.microsoft.com/office/drawing/2014/main" id="{1ECC5A24-E1C0-4F84-B8A6-C64730DC9F39}"/>
              </a:ext>
            </a:extLst>
          </p:cNvPr>
          <p:cNvSpPr>
            <a:spLocks noGrp="1"/>
          </p:cNvSpPr>
          <p:nvPr>
            <p:ph type="body" sz="quarter" idx="15" hasCustomPrompt="1"/>
          </p:nvPr>
        </p:nvSpPr>
        <p:spPr>
          <a:xfrm>
            <a:off x="515937" y="3581401"/>
            <a:ext cx="5327651" cy="2435086"/>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 name="Picture Placeholder 1">
            <a:extLst>
              <a:ext uri="{FF2B5EF4-FFF2-40B4-BE49-F238E27FC236}">
                <a16:creationId xmlns:a16="http://schemas.microsoft.com/office/drawing/2014/main" id="{19540F68-B12A-04FA-295F-9348FBB554CD}"/>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accent1"/>
                </a:solidFill>
                <a:latin typeface="+mj-lt"/>
                <a:ea typeface="+mn-ea"/>
                <a:cs typeface="+mn-cs"/>
              </a:defRPr>
            </a:lvl1pPr>
          </a:lstStyle>
          <a:p>
            <a:r>
              <a:rPr lang="en-US" dirty="0"/>
              <a:t>Click the icon to insert photo</a:t>
            </a:r>
          </a:p>
        </p:txBody>
      </p:sp>
    </p:spTree>
    <p:extLst>
      <p:ext uri="{BB962C8B-B14F-4D97-AF65-F5344CB8AC3E}">
        <p14:creationId xmlns:p14="http://schemas.microsoft.com/office/powerpoint/2010/main" val="28448450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4Contents_Third Grey">
    <p:bg>
      <p:bgPr>
        <a:solidFill>
          <a:srgbClr val="EFF1F5"/>
        </a:solidFill>
        <a:effectLst/>
      </p:bgPr>
    </p:bg>
    <p:spTree>
      <p:nvGrpSpPr>
        <p:cNvPr id="1" name=""/>
        <p:cNvGrpSpPr/>
        <p:nvPr/>
      </p:nvGrpSpPr>
      <p:grpSpPr>
        <a:xfrm>
          <a:off x="0" y="0"/>
          <a:ext cx="0" cy="0"/>
          <a:chOff x="0" y="0"/>
          <a:chExt cx="0" cy="0"/>
        </a:xfrm>
      </p:grpSpPr>
      <p:sp>
        <p:nvSpPr>
          <p:cNvPr id="9" name="Title 120">
            <a:extLst>
              <a:ext uri="{FF2B5EF4-FFF2-40B4-BE49-F238E27FC236}">
                <a16:creationId xmlns:a16="http://schemas.microsoft.com/office/drawing/2014/main" id="{7A1F75E5-8E3D-DF45-926F-E6E5FD4D70FC}"/>
              </a:ext>
            </a:extLst>
          </p:cNvPr>
          <p:cNvSpPr>
            <a:spLocks noGrp="1"/>
          </p:cNvSpPr>
          <p:nvPr>
            <p:ph type="title" hasCustomPrompt="1"/>
          </p:nvPr>
        </p:nvSpPr>
        <p:spPr>
          <a:xfrm>
            <a:off x="515937" y="2795081"/>
            <a:ext cx="3556800" cy="1294408"/>
          </a:xfrm>
        </p:spPr>
        <p:txBody>
          <a:bodyPr anchor="ctr"/>
          <a:lstStyle>
            <a:lvl1pPr algn="l" defTabSz="685800" rtl="0" eaLnBrk="1" latinLnBrk="0" hangingPunct="1">
              <a:lnSpc>
                <a:spcPct val="85000"/>
              </a:lnSpc>
              <a:spcBef>
                <a:spcPct val="0"/>
              </a:spcBef>
              <a:buNone/>
              <a:defRPr lang="en-US" sz="2100" kern="2000" spc="-38" baseline="0" dirty="0">
                <a:solidFill>
                  <a:schemeClr val="accent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6" name="Picture Placeholder 2">
            <a:extLst>
              <a:ext uri="{FF2B5EF4-FFF2-40B4-BE49-F238E27FC236}">
                <a16:creationId xmlns:a16="http://schemas.microsoft.com/office/drawing/2014/main" id="{803614D6-B3A1-6731-7DA2-2F082C0110CD}"/>
              </a:ext>
            </a:extLst>
          </p:cNvPr>
          <p:cNvSpPr>
            <a:spLocks noGrp="1"/>
          </p:cNvSpPr>
          <p:nvPr>
            <p:ph type="pic" sz="quarter" idx="24" hasCustomPrompt="1"/>
          </p:nvPr>
        </p:nvSpPr>
        <p:spPr>
          <a:xfrm>
            <a:off x="4939717" y="677141"/>
            <a:ext cx="1012800" cy="759600"/>
          </a:xfrm>
        </p:spPr>
        <p:txBody>
          <a:bodyPr lIns="144000"/>
          <a:lstStyle>
            <a:lvl1pPr marL="0" indent="0">
              <a:buNone/>
              <a:defRPr sz="105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6315479" y="699926"/>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C38DCFD6-5A0E-E9F5-0958-4B8735F209AC}"/>
              </a:ext>
            </a:extLst>
          </p:cNvPr>
          <p:cNvSpPr>
            <a:spLocks noGrp="1"/>
          </p:cNvSpPr>
          <p:nvPr>
            <p:ph type="body" sz="quarter" idx="15" hasCustomPrompt="1"/>
          </p:nvPr>
        </p:nvSpPr>
        <p:spPr>
          <a:xfrm>
            <a:off x="6315479" y="1019175"/>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158234DD-C86A-C0A3-F309-C819BEF18C2A}"/>
              </a:ext>
            </a:extLst>
          </p:cNvPr>
          <p:cNvSpPr>
            <a:spLocks noGrp="1"/>
          </p:cNvSpPr>
          <p:nvPr>
            <p:ph type="pic" sz="quarter" idx="25" hasCustomPrompt="1"/>
          </p:nvPr>
        </p:nvSpPr>
        <p:spPr>
          <a:xfrm>
            <a:off x="4939717" y="2124716"/>
            <a:ext cx="1012800" cy="759600"/>
          </a:xfrm>
        </p:spPr>
        <p:txBody>
          <a:bodyPr lIns="144000"/>
          <a:lstStyle>
            <a:lvl1pPr marL="0" indent="0">
              <a:buNone/>
              <a:defRPr sz="105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6315479" y="2143616"/>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6" name="Text Placeholder 16">
            <a:extLst>
              <a:ext uri="{FF2B5EF4-FFF2-40B4-BE49-F238E27FC236}">
                <a16:creationId xmlns:a16="http://schemas.microsoft.com/office/drawing/2014/main" id="{752D1B24-3191-2FDC-5F67-93401195900D}"/>
              </a:ext>
            </a:extLst>
          </p:cNvPr>
          <p:cNvSpPr>
            <a:spLocks noGrp="1"/>
          </p:cNvSpPr>
          <p:nvPr>
            <p:ph type="body" sz="quarter" idx="17" hasCustomPrompt="1"/>
          </p:nvPr>
        </p:nvSpPr>
        <p:spPr>
          <a:xfrm>
            <a:off x="6315479" y="2462865"/>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Picture Placeholder 2">
            <a:extLst>
              <a:ext uri="{FF2B5EF4-FFF2-40B4-BE49-F238E27FC236}">
                <a16:creationId xmlns:a16="http://schemas.microsoft.com/office/drawing/2014/main" id="{F5047FAA-2D67-8C54-D972-5689E483F426}"/>
              </a:ext>
            </a:extLst>
          </p:cNvPr>
          <p:cNvSpPr>
            <a:spLocks noGrp="1"/>
          </p:cNvSpPr>
          <p:nvPr>
            <p:ph type="pic" sz="quarter" idx="26" hasCustomPrompt="1"/>
          </p:nvPr>
        </p:nvSpPr>
        <p:spPr>
          <a:xfrm>
            <a:off x="4939717" y="3572291"/>
            <a:ext cx="1012800" cy="759600"/>
          </a:xfrm>
        </p:spPr>
        <p:txBody>
          <a:bodyPr lIns="144000"/>
          <a:lstStyle>
            <a:lvl1pPr marL="0" indent="0">
              <a:buNone/>
              <a:defRPr sz="105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6315479" y="3587072"/>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7" name="Text Placeholder 16">
            <a:extLst>
              <a:ext uri="{FF2B5EF4-FFF2-40B4-BE49-F238E27FC236}">
                <a16:creationId xmlns:a16="http://schemas.microsoft.com/office/drawing/2014/main" id="{DBD55430-B9A6-6E76-5A88-93B8CBAFCF32}"/>
              </a:ext>
            </a:extLst>
          </p:cNvPr>
          <p:cNvSpPr>
            <a:spLocks noGrp="1"/>
          </p:cNvSpPr>
          <p:nvPr>
            <p:ph type="body" sz="quarter" idx="19" hasCustomPrompt="1"/>
          </p:nvPr>
        </p:nvSpPr>
        <p:spPr>
          <a:xfrm>
            <a:off x="6315479" y="3906322"/>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9" name="Picture Placeholder 2">
            <a:extLst>
              <a:ext uri="{FF2B5EF4-FFF2-40B4-BE49-F238E27FC236}">
                <a16:creationId xmlns:a16="http://schemas.microsoft.com/office/drawing/2014/main" id="{155B8295-23B1-4FAB-6989-040F56EEACDD}"/>
              </a:ext>
            </a:extLst>
          </p:cNvPr>
          <p:cNvSpPr>
            <a:spLocks noGrp="1"/>
          </p:cNvSpPr>
          <p:nvPr>
            <p:ph type="pic" sz="quarter" idx="27" hasCustomPrompt="1"/>
          </p:nvPr>
        </p:nvSpPr>
        <p:spPr>
          <a:xfrm>
            <a:off x="4939717" y="5019866"/>
            <a:ext cx="1012800" cy="759600"/>
          </a:xfrm>
        </p:spPr>
        <p:txBody>
          <a:bodyPr lIns="144000"/>
          <a:lstStyle>
            <a:lvl1pPr marL="0" indent="0">
              <a:buNone/>
              <a:defRPr sz="105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6315479" y="5021238"/>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8" name="Text Placeholder 16">
            <a:extLst>
              <a:ext uri="{FF2B5EF4-FFF2-40B4-BE49-F238E27FC236}">
                <a16:creationId xmlns:a16="http://schemas.microsoft.com/office/drawing/2014/main" id="{A305BFC7-1DCB-DA0D-B9D5-073230BAC218}"/>
              </a:ext>
            </a:extLst>
          </p:cNvPr>
          <p:cNvSpPr>
            <a:spLocks noGrp="1"/>
          </p:cNvSpPr>
          <p:nvPr>
            <p:ph type="body" sz="quarter" idx="21" hasCustomPrompt="1"/>
          </p:nvPr>
        </p:nvSpPr>
        <p:spPr>
          <a:xfrm>
            <a:off x="6315479" y="5340487"/>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TextBox 14">
            <a:extLst>
              <a:ext uri="{FF2B5EF4-FFF2-40B4-BE49-F238E27FC236}">
                <a16:creationId xmlns:a16="http://schemas.microsoft.com/office/drawing/2014/main" id="{DA40CD1A-60BD-05D8-7970-B07C826C1D8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0C61BEB9-0856-A8B3-E6F6-CC8CF273C00B}"/>
              </a:ext>
            </a:extLst>
          </p:cNvPr>
          <p:cNvSpPr>
            <a:spLocks noGrp="1"/>
          </p:cNvSpPr>
          <p:nvPr>
            <p:ph type="ftr" sz="quarter" idx="28"/>
          </p:nvPr>
        </p:nvSpPr>
        <p:spPr/>
        <p:txBody>
          <a:bodyPr/>
          <a:lstStyle>
            <a:lvl1pPr>
              <a:defRPr>
                <a:solidFill>
                  <a:schemeClr val="accent6">
                    <a:lumMod val="50000"/>
                  </a:schemeClr>
                </a:solidFill>
              </a:defRPr>
            </a:lvl1pPr>
          </a:lstStyle>
          <a:p>
            <a:endParaRPr lang="en-US"/>
          </a:p>
        </p:txBody>
      </p:sp>
      <p:sp>
        <p:nvSpPr>
          <p:cNvPr id="2" name="TextBox 1">
            <a:extLst>
              <a:ext uri="{FF2B5EF4-FFF2-40B4-BE49-F238E27FC236}">
                <a16:creationId xmlns:a16="http://schemas.microsoft.com/office/drawing/2014/main" id="{7F634ADB-6B42-92C6-CF80-F20999689BB7}"/>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865810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4" pos="1740">
          <p15:clr>
            <a:srgbClr val="FBAE40"/>
          </p15:clr>
        </p15:guide>
        <p15:guide id="15" pos="157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Two Column_Light Grey">
    <p:bg>
      <p:bgPr>
        <a:solidFill>
          <a:srgbClr val="EFF1F5"/>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08800" cy="835024"/>
          </a:xfr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08800" cy="835024"/>
          </a:xfr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37" name="Title 36">
            <a:extLst>
              <a:ext uri="{FF2B5EF4-FFF2-40B4-BE49-F238E27FC236}">
                <a16:creationId xmlns:a16="http://schemas.microsoft.com/office/drawing/2014/main" id="{969565CB-972E-32BF-2A9F-377A6DFAA3F2}"/>
              </a:ext>
            </a:extLst>
          </p:cNvPr>
          <p:cNvSpPr>
            <a:spLocks noGrp="1"/>
          </p:cNvSpPr>
          <p:nvPr>
            <p:ph type="title" hasCustomPrompt="1"/>
          </p:nvPr>
        </p:nvSpPr>
        <p:spPr/>
        <p:txBody>
          <a:bodyPr/>
          <a:lstStyle>
            <a:lvl1pPr>
              <a:defRPr>
                <a:solidFill>
                  <a:schemeClr val="accent1"/>
                </a:solidFill>
              </a:defRPr>
            </a:lvl1pPr>
          </a:lstStyle>
          <a:p>
            <a:r>
              <a:rPr lang="en-US" dirty="0"/>
              <a:t>Two column layout</a:t>
            </a:r>
            <a:br>
              <a:rPr lang="en-US" dirty="0"/>
            </a:br>
            <a:r>
              <a:rPr lang="en-US" dirty="0"/>
              <a:t>Title 2 lines maximum</a:t>
            </a:r>
            <a:endParaRPr lang="en-CA" dirty="0"/>
          </a:p>
        </p:txBody>
      </p:sp>
      <p:sp>
        <p:nvSpPr>
          <p:cNvPr id="5" name="TextBox 4">
            <a:extLst>
              <a:ext uri="{FF2B5EF4-FFF2-40B4-BE49-F238E27FC236}">
                <a16:creationId xmlns:a16="http://schemas.microsoft.com/office/drawing/2014/main" id="{7EB3CB6D-5E09-36BC-9C83-DD78D0A13068}"/>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13" name="Footer Placeholder 3">
            <a:extLst>
              <a:ext uri="{FF2B5EF4-FFF2-40B4-BE49-F238E27FC236}">
                <a16:creationId xmlns:a16="http://schemas.microsoft.com/office/drawing/2014/main" id="{4BB58BE9-8F82-30BC-B342-8E8DA58B7EF7}"/>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14" name="TextBox 13">
            <a:extLst>
              <a:ext uri="{FF2B5EF4-FFF2-40B4-BE49-F238E27FC236}">
                <a16:creationId xmlns:a16="http://schemas.microsoft.com/office/drawing/2014/main" id="{AC40636D-6E5A-3742-909C-F3E1814AF6DE}"/>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7011920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Three Column_Light Grey">
    <p:bg>
      <p:bgPr>
        <a:solidFill>
          <a:srgbClr val="EFF1F5"/>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p:spPr>
        <p:txBody>
          <a:bodyPr lIns="144000"/>
          <a:lstStyle>
            <a:lvl1pPr marL="0" indent="0">
              <a:buNone/>
              <a:defRPr sz="1050"/>
            </a:lvl1pPr>
          </a:lstStyle>
          <a:p>
            <a:r>
              <a:rPr lang="en-US"/>
              <a:t>Icon</a:t>
            </a:r>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0" name="Title 39">
            <a:extLst>
              <a:ext uri="{FF2B5EF4-FFF2-40B4-BE49-F238E27FC236}">
                <a16:creationId xmlns:a16="http://schemas.microsoft.com/office/drawing/2014/main" id="{69F75A06-A146-6B14-A33E-A93221CE43BE}"/>
              </a:ext>
            </a:extLst>
          </p:cNvPr>
          <p:cNvSpPr>
            <a:spLocks noGrp="1"/>
          </p:cNvSpPr>
          <p:nvPr>
            <p:ph type="title" hasCustomPrompt="1"/>
          </p:nvPr>
        </p:nvSpPr>
        <p:spPr/>
        <p:txBody>
          <a:bodyPr/>
          <a:lstStyle>
            <a:lvl1pPr>
              <a:defRPr>
                <a:solidFill>
                  <a:schemeClr val="accent1"/>
                </a:solidFill>
              </a:defRPr>
            </a:lvl1pPr>
          </a:lstStyle>
          <a:p>
            <a:r>
              <a:rPr lang="en-US" dirty="0"/>
              <a:t>Three column layout</a:t>
            </a:r>
            <a:br>
              <a:rPr lang="en-US" dirty="0"/>
            </a:br>
            <a:r>
              <a:rPr lang="en-US" dirty="0"/>
              <a:t>Title 2 lines maximum</a:t>
            </a:r>
            <a:endParaRPr lang="en-CA" dirty="0"/>
          </a:p>
        </p:txBody>
      </p:sp>
      <p:sp>
        <p:nvSpPr>
          <p:cNvPr id="5" name="TextBox 4">
            <a:extLst>
              <a:ext uri="{FF2B5EF4-FFF2-40B4-BE49-F238E27FC236}">
                <a16:creationId xmlns:a16="http://schemas.microsoft.com/office/drawing/2014/main" id="{20BDE674-20F5-9A3B-48A5-40ACA9E81FF1}"/>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02F2D1C0-4FA5-9D54-4A1B-43F14E1A1223}"/>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8" name="TextBox 7">
            <a:extLst>
              <a:ext uri="{FF2B5EF4-FFF2-40B4-BE49-F238E27FC236}">
                <a16:creationId xmlns:a16="http://schemas.microsoft.com/office/drawing/2014/main" id="{6400A9BE-4EC5-A5AE-FCA9-B32996ACC30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0943216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Four Column_Light Grey">
    <p:bg>
      <p:bgPr>
        <a:solidFill>
          <a:srgbClr val="EFF1F5"/>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p:spPr>
        <p:txBody>
          <a:bodyPr lIns="144000"/>
          <a:lstStyle>
            <a:lvl1pPr marL="0" indent="0">
              <a:buNone/>
              <a:defRPr sz="1050"/>
            </a:lvl1pPr>
          </a:lstStyle>
          <a:p>
            <a:r>
              <a:rPr lang="en-US"/>
              <a:t>Icon</a:t>
            </a:r>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3" name="Title 42">
            <a:extLst>
              <a:ext uri="{FF2B5EF4-FFF2-40B4-BE49-F238E27FC236}">
                <a16:creationId xmlns:a16="http://schemas.microsoft.com/office/drawing/2014/main" id="{75F68147-7329-DC53-2A1C-DB252D8949F9}"/>
              </a:ext>
            </a:extLst>
          </p:cNvPr>
          <p:cNvSpPr>
            <a:spLocks noGrp="1"/>
          </p:cNvSpPr>
          <p:nvPr>
            <p:ph type="title" hasCustomPrompt="1"/>
          </p:nvPr>
        </p:nvSpPr>
        <p:spPr/>
        <p:txBody>
          <a:bodyPr/>
          <a:lstStyle>
            <a:lvl1pPr>
              <a:defRPr>
                <a:solidFill>
                  <a:schemeClr val="accent1"/>
                </a:solidFill>
              </a:defRPr>
            </a:lvl1pPr>
          </a:lstStyle>
          <a:p>
            <a:r>
              <a:rPr lang="en-US" dirty="0"/>
              <a:t>Four column layout</a:t>
            </a:r>
            <a:br>
              <a:rPr lang="en-US" dirty="0"/>
            </a:br>
            <a:r>
              <a:rPr lang="en-US" dirty="0"/>
              <a:t>Title 2 lines maximum</a:t>
            </a:r>
            <a:endParaRPr lang="en-CA" dirty="0"/>
          </a:p>
        </p:txBody>
      </p:sp>
      <p:sp>
        <p:nvSpPr>
          <p:cNvPr id="5" name="TextBox 4">
            <a:extLst>
              <a:ext uri="{FF2B5EF4-FFF2-40B4-BE49-F238E27FC236}">
                <a16:creationId xmlns:a16="http://schemas.microsoft.com/office/drawing/2014/main" id="{1ADBFDC8-2940-6095-1EED-F0FEFCF6E80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985D8921-5132-2B9B-37AF-07F6D58FFE4D}"/>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8" name="TextBox 7">
            <a:extLst>
              <a:ext uri="{FF2B5EF4-FFF2-40B4-BE49-F238E27FC236}">
                <a16:creationId xmlns:a16="http://schemas.microsoft.com/office/drawing/2014/main" id="{1AFEB5DD-AE8F-2AC7-1B3B-F6A06A469A8D}"/>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42024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wo Column_Light Grey (No Icon)">
    <p:bg>
      <p:bgPr>
        <a:solidFill>
          <a:srgbClr val="EFF1F5"/>
        </a:solidFill>
        <a:effectLst/>
      </p:bgPr>
    </p:bg>
    <p:spTree>
      <p:nvGrpSpPr>
        <p:cNvPr id="1" name=""/>
        <p:cNvGrpSpPr/>
        <p:nvPr/>
      </p:nvGrpSpPr>
      <p:grpSpPr>
        <a:xfrm>
          <a:off x="0" y="0"/>
          <a:ext cx="0" cy="0"/>
          <a:chOff x="0" y="0"/>
          <a:chExt cx="0" cy="0"/>
        </a:xfrm>
      </p:grpSpPr>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8" name="Title 7">
            <a:extLst>
              <a:ext uri="{FF2B5EF4-FFF2-40B4-BE49-F238E27FC236}">
                <a16:creationId xmlns:a16="http://schemas.microsoft.com/office/drawing/2014/main" id="{53580AF7-0A7C-8F81-6455-8144126540DB}"/>
              </a:ext>
            </a:extLst>
          </p:cNvPr>
          <p:cNvSpPr>
            <a:spLocks noGrp="1"/>
          </p:cNvSpPr>
          <p:nvPr>
            <p:ph type="title" hasCustomPrompt="1"/>
          </p:nvPr>
        </p:nvSpPr>
        <p:spPr/>
        <p:txBody>
          <a:bodyPr/>
          <a:lstStyle>
            <a:lvl1pPr>
              <a:defRPr>
                <a:solidFill>
                  <a:schemeClr val="accent1"/>
                </a:solidFill>
              </a:defRPr>
            </a:lvl1pPr>
          </a:lstStyle>
          <a:p>
            <a:r>
              <a:rPr lang="en-US" dirty="0"/>
              <a:t>Two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553B4961-D72D-D82B-31A0-8EBFCCD4620F}"/>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995BBF05-41FA-A7C9-4DAA-ACEE0C4E6E96}"/>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E8BA4E22-AB0F-FFDA-F3FA-9C527A55CACB}"/>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4230538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hree Column_Light Grey (No Icon)">
    <p:bg>
      <p:bgPr>
        <a:solidFill>
          <a:srgbClr val="EFF1F5"/>
        </a:solidFill>
        <a:effectLst/>
      </p:bgPr>
    </p:bg>
    <p:spTree>
      <p:nvGrpSpPr>
        <p:cNvPr id="1" name=""/>
        <p:cNvGrpSpPr/>
        <p:nvPr/>
      </p:nvGrpSpPr>
      <p:grpSpPr>
        <a:xfrm>
          <a:off x="0" y="0"/>
          <a:ext cx="0" cy="0"/>
          <a:chOff x="0" y="0"/>
          <a:chExt cx="0" cy="0"/>
        </a:xfrm>
      </p:grpSpPr>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6" name="Title 5">
            <a:extLst>
              <a:ext uri="{FF2B5EF4-FFF2-40B4-BE49-F238E27FC236}">
                <a16:creationId xmlns:a16="http://schemas.microsoft.com/office/drawing/2014/main" id="{2C9B8FD9-B348-BD0B-98F6-940DC3A78766}"/>
              </a:ext>
            </a:extLst>
          </p:cNvPr>
          <p:cNvSpPr>
            <a:spLocks noGrp="1"/>
          </p:cNvSpPr>
          <p:nvPr>
            <p:ph type="title" hasCustomPrompt="1"/>
          </p:nvPr>
        </p:nvSpPr>
        <p:spPr/>
        <p:txBody>
          <a:bodyPr/>
          <a:lstStyle>
            <a:lvl1pPr>
              <a:defRPr>
                <a:solidFill>
                  <a:schemeClr val="accent1"/>
                </a:solidFill>
              </a:defRPr>
            </a:lvl1pPr>
          </a:lstStyle>
          <a:p>
            <a:r>
              <a:rPr lang="en-US" dirty="0"/>
              <a:t>Three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B5427F1E-C9C0-1C2A-DD2C-85E263B27C64}"/>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79B635F6-3BC6-A505-22D1-558AE52FA381}"/>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7" name="TextBox 6">
            <a:extLst>
              <a:ext uri="{FF2B5EF4-FFF2-40B4-BE49-F238E27FC236}">
                <a16:creationId xmlns:a16="http://schemas.microsoft.com/office/drawing/2014/main" id="{39806C9D-AF42-0675-4B7D-2FBFA9E4B1F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9532827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Four Column_Light Grey (No Icon)">
    <p:bg>
      <p:bgPr>
        <a:solidFill>
          <a:srgbClr val="EFF1F5"/>
        </a:solidFill>
        <a:effectLst/>
      </p:bgPr>
    </p:bg>
    <p:spTree>
      <p:nvGrpSpPr>
        <p:cNvPr id="1" name=""/>
        <p:cNvGrpSpPr/>
        <p:nvPr/>
      </p:nvGrpSpPr>
      <p:grpSpPr>
        <a:xfrm>
          <a:off x="0" y="0"/>
          <a:ext cx="0" cy="0"/>
          <a:chOff x="0" y="0"/>
          <a:chExt cx="0" cy="0"/>
        </a:xfrm>
      </p:grpSpPr>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 name="Title 3">
            <a:extLst>
              <a:ext uri="{FF2B5EF4-FFF2-40B4-BE49-F238E27FC236}">
                <a16:creationId xmlns:a16="http://schemas.microsoft.com/office/drawing/2014/main" id="{3EF8625D-09FB-746E-DB00-45FE9E8B3AB8}"/>
              </a:ext>
            </a:extLst>
          </p:cNvPr>
          <p:cNvSpPr>
            <a:spLocks noGrp="1"/>
          </p:cNvSpPr>
          <p:nvPr>
            <p:ph type="title" hasCustomPrompt="1"/>
          </p:nvPr>
        </p:nvSpPr>
        <p:spPr/>
        <p:txBody>
          <a:bodyPr/>
          <a:lstStyle>
            <a:lvl1pPr>
              <a:defRPr>
                <a:solidFill>
                  <a:schemeClr val="accent1"/>
                </a:solidFill>
              </a:defRPr>
            </a:lvl1pPr>
          </a:lstStyle>
          <a:p>
            <a:r>
              <a:rPr lang="en-US" dirty="0"/>
              <a:t>Four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1F7F0E60-6DEB-641E-139E-1742D5E9CA98}"/>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18C92250-9CC2-02DB-50C7-E69179AA3354}"/>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7" name="TextBox 6">
            <a:extLst>
              <a:ext uri="{FF2B5EF4-FFF2-40B4-BE49-F238E27FC236}">
                <a16:creationId xmlns:a16="http://schemas.microsoft.com/office/drawing/2014/main" id="{1C1E1AA3-6F52-18BC-F09A-8786315FC01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8698546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_Grey">
    <p:bg>
      <p:bgPr>
        <a:solidFill>
          <a:srgbClr val="EFF1F5"/>
        </a:solidFill>
        <a:effectLst/>
      </p:bgPr>
    </p:bg>
    <p:spTree>
      <p:nvGrpSpPr>
        <p:cNvPr id="1" name=""/>
        <p:cNvGrpSpPr/>
        <p:nvPr/>
      </p:nvGrpSpPr>
      <p:grpSpPr>
        <a:xfrm>
          <a:off x="0" y="0"/>
          <a:ext cx="0" cy="0"/>
          <a:chOff x="0" y="0"/>
          <a:chExt cx="0" cy="0"/>
        </a:xfrm>
      </p:grpSpPr>
      <p:sp>
        <p:nvSpPr>
          <p:cNvPr id="4" name="Title 11">
            <a:extLst>
              <a:ext uri="{FF2B5EF4-FFF2-40B4-BE49-F238E27FC236}">
                <a16:creationId xmlns:a16="http://schemas.microsoft.com/office/drawing/2014/main" id="{5C1C7AA1-95F2-8047-5222-E3C80AD6BF5A}"/>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solidFill>
                  <a:schemeClr val="accent1"/>
                </a:solidFill>
              </a:defRPr>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5" name="Text Placeholder 22">
            <a:extLst>
              <a:ext uri="{FF2B5EF4-FFF2-40B4-BE49-F238E27FC236}">
                <a16:creationId xmlns:a16="http://schemas.microsoft.com/office/drawing/2014/main" id="{B11743FF-4038-A2E4-E128-054E54629530}"/>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
        <p:nvSpPr>
          <p:cNvPr id="6" name="TextBox 5">
            <a:extLst>
              <a:ext uri="{FF2B5EF4-FFF2-40B4-BE49-F238E27FC236}">
                <a16:creationId xmlns:a16="http://schemas.microsoft.com/office/drawing/2014/main" id="{27C2FA19-BE3E-05B1-4171-CAA8DF72820A}"/>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C5F8E0B2-E217-4B95-8180-3E61C6585219}"/>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8" name="TextBox 7">
            <a:extLst>
              <a:ext uri="{FF2B5EF4-FFF2-40B4-BE49-F238E27FC236}">
                <a16:creationId xmlns:a16="http://schemas.microsoft.com/office/drawing/2014/main" id="{2828029D-D613-9096-3027-484F6AE185F8}"/>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2125194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50/50 Title+Subtitle+Content_Grey">
    <p:bg>
      <p:bgPr>
        <a:solidFill>
          <a:srgbClr val="EFF1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bg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accent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bg1"/>
                </a:solidFill>
                <a:latin typeface="+mn-lt"/>
                <a:ea typeface="+mn-ea"/>
                <a:cs typeface="+mn-cs"/>
              </a:rPr>
              <a:pPr marL="0" lvl="0" algn="l" defTabSz="685800" rtl="0" eaLnBrk="1" latinLnBrk="0" hangingPunct="1">
                <a:lnSpc>
                  <a:spcPct val="125000"/>
                </a:lnSpc>
              </a:pPr>
              <a:t>‹#›</a:t>
            </a:fld>
            <a:endParaRPr lang="en-US" sz="600" kern="1200">
              <a:solidFill>
                <a:schemeClr val="bg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bg1"/>
                </a:solidFill>
              </a:rPr>
              <a:t>Confidential – Qualcomm Technologies, Inc. and/or its affiliated companies – May Contain Trade Secrets</a:t>
            </a:r>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bg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bg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2139332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1 Title+Subtitle+Content_Grey">
    <p:bg>
      <p:bgPr>
        <a:solidFill>
          <a:srgbClr val="EFF1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bg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accent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bg1"/>
                </a:solidFill>
                <a:latin typeface="+mn-lt"/>
                <a:ea typeface="+mn-ea"/>
                <a:cs typeface="+mn-cs"/>
              </a:rPr>
              <a:pPr marL="0" lvl="0" algn="l" defTabSz="685800" rtl="0" eaLnBrk="1" latinLnBrk="0" hangingPunct="1">
                <a:lnSpc>
                  <a:spcPct val="125000"/>
                </a:lnSpc>
              </a:pPr>
              <a:t>‹#›</a:t>
            </a:fld>
            <a:endParaRPr lang="en-US" sz="600" kern="1200">
              <a:solidFill>
                <a:schemeClr val="bg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8640233" y="6338049"/>
            <a:ext cx="2898392"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bg1"/>
                </a:solidFill>
              </a:rPr>
              <a:t>Confidential – Qualcomm Technologies, Inc. and/or its affiliated companies – May Contain Trade Secrets</a:t>
            </a:r>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bg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bg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8256616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Title+Content_Grey">
    <p:bg>
      <p:bgPr>
        <a:solidFill>
          <a:srgbClr val="EFF1F5"/>
        </a:solid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8" y="449564"/>
            <a:ext cx="11160127" cy="621665"/>
          </a:xfrm>
        </p:spPr>
        <p:txBody>
          <a:bodyPr/>
          <a:lstStyle>
            <a:lvl1pPr>
              <a:defRPr>
                <a:solidFill>
                  <a:schemeClr val="accent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6421865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itle+Subtitle+Content_Grey">
    <p:bg>
      <p:bgPr>
        <a:solidFill>
          <a:srgbClr val="EFF1F5"/>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TextBox 4">
            <a:extLst>
              <a:ext uri="{FF2B5EF4-FFF2-40B4-BE49-F238E27FC236}">
                <a16:creationId xmlns:a16="http://schemas.microsoft.com/office/drawing/2014/main" id="{CD825B44-154B-A20C-C286-6E5307BEF859}"/>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6" name="Footer Placeholder 3">
            <a:extLst>
              <a:ext uri="{FF2B5EF4-FFF2-40B4-BE49-F238E27FC236}">
                <a16:creationId xmlns:a16="http://schemas.microsoft.com/office/drawing/2014/main" id="{7F3AAAB7-FC95-D0E5-7457-AAAC3E7492F8}"/>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7" name="TextBox 6">
            <a:extLst>
              <a:ext uri="{FF2B5EF4-FFF2-40B4-BE49-F238E27FC236}">
                <a16:creationId xmlns:a16="http://schemas.microsoft.com/office/drawing/2014/main" id="{4C7F31D5-ECA4-F99A-2438-5EFFD1E12F5F}"/>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
        <p:nvSpPr>
          <p:cNvPr id="2" name="Title 2">
            <a:extLst>
              <a:ext uri="{FF2B5EF4-FFF2-40B4-BE49-F238E27FC236}">
                <a16:creationId xmlns:a16="http://schemas.microsoft.com/office/drawing/2014/main" id="{D9A6C86E-F9A3-1248-C181-A65AE0C73BEC}"/>
              </a:ext>
            </a:extLst>
          </p:cNvPr>
          <p:cNvSpPr>
            <a:spLocks noGrp="1"/>
          </p:cNvSpPr>
          <p:nvPr>
            <p:ph type="title" hasCustomPrompt="1"/>
          </p:nvPr>
        </p:nvSpPr>
        <p:spPr>
          <a:xfrm>
            <a:off x="515938" y="449564"/>
            <a:ext cx="11160127" cy="621665"/>
          </a:xfrm>
        </p:spPr>
        <p:txBody>
          <a:bodyPr/>
          <a:lstStyle>
            <a:lvl1pPr>
              <a:defRPr>
                <a:solidFill>
                  <a:schemeClr val="accent1"/>
                </a:solidFill>
              </a:defRPr>
            </a:lvl1pPr>
          </a:lstStyle>
          <a:p>
            <a:r>
              <a:rPr lang="en-US" dirty="0"/>
              <a:t>Title + Content layout</a:t>
            </a:r>
            <a:br>
              <a:rPr lang="en-US" dirty="0"/>
            </a:br>
            <a:r>
              <a:rPr lang="en-US" dirty="0"/>
              <a:t>Title 2 lines maximum</a:t>
            </a:r>
            <a:endParaRPr lang="en-CA" dirty="0"/>
          </a:p>
        </p:txBody>
      </p:sp>
      <p:sp>
        <p:nvSpPr>
          <p:cNvPr id="8" name="Text Placeholder 5">
            <a:extLst>
              <a:ext uri="{FF2B5EF4-FFF2-40B4-BE49-F238E27FC236}">
                <a16:creationId xmlns:a16="http://schemas.microsoft.com/office/drawing/2014/main" id="{A5335433-08B2-1B9C-F560-79F4FB52B546}"/>
              </a:ext>
            </a:extLst>
          </p:cNvPr>
          <p:cNvSpPr>
            <a:spLocks noGrp="1"/>
          </p:cNvSpPr>
          <p:nvPr>
            <p:ph type="body" sz="quarter" idx="12" hasCustomPrompt="1"/>
          </p:nvPr>
        </p:nvSpPr>
        <p:spPr>
          <a:xfrm>
            <a:off x="516467" y="1097026"/>
            <a:ext cx="11159067"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3134611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Blank_Grey">
    <p:bg>
      <p:bgPr>
        <a:solidFill>
          <a:srgbClr val="EFF1F5"/>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8253D5-3F53-085B-0B4A-28B47D5BB959}"/>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176B10F9-A60B-0A21-7193-CD6577D5B257}"/>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2CEF4BC9-F8D9-ADFD-0EE5-25C778A058D6}"/>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4108811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20870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itle_Dark Blue">
    <p:bg>
      <p:bgPr>
        <a:solidFill>
          <a:schemeClr val="accent2"/>
        </a:solidFill>
        <a:effectLst/>
      </p:bgPr>
    </p:bg>
    <p:spTree>
      <p:nvGrpSpPr>
        <p:cNvPr id="1" name=""/>
        <p:cNvGrpSpPr/>
        <p:nvPr/>
      </p:nvGrpSpPr>
      <p:grpSpPr>
        <a:xfrm>
          <a:off x="0" y="0"/>
          <a:ext cx="0" cy="0"/>
          <a:chOff x="0" y="0"/>
          <a:chExt cx="0" cy="0"/>
        </a:xfrm>
      </p:grpSpPr>
      <p:sp>
        <p:nvSpPr>
          <p:cNvPr id="16" name="Title 2">
            <a:extLst>
              <a:ext uri="{FF2B5EF4-FFF2-40B4-BE49-F238E27FC236}">
                <a16:creationId xmlns:a16="http://schemas.microsoft.com/office/drawing/2014/main" id="{62C0E76A-32B9-4D4D-B734-7A849718BDEC}"/>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pic>
        <p:nvPicPr>
          <p:cNvPr id="9" name="Picture 2">
            <a:extLst>
              <a:ext uri="{FF2B5EF4-FFF2-40B4-BE49-F238E27FC236}">
                <a16:creationId xmlns:a16="http://schemas.microsoft.com/office/drawing/2014/main" id="{96D7C55A-9A16-C74F-7218-62A241D95B68}"/>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45928" y="5274955"/>
            <a:ext cx="962673" cy="792027"/>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5">
            <a:extLst>
              <a:ext uri="{FF2B5EF4-FFF2-40B4-BE49-F238E27FC236}">
                <a16:creationId xmlns:a16="http://schemas.microsoft.com/office/drawing/2014/main" id="{48631362-5383-91AB-E4C6-5C8A4AE0F4C9}"/>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2" name="Graphic 1">
            <a:extLst>
              <a:ext uri="{FF2B5EF4-FFF2-40B4-BE49-F238E27FC236}">
                <a16:creationId xmlns:a16="http://schemas.microsoft.com/office/drawing/2014/main" id="{EEE9165D-7D77-695D-C520-D35AC8585768}"/>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4" name="TextBox 3">
            <a:extLst>
              <a:ext uri="{FF2B5EF4-FFF2-40B4-BE49-F238E27FC236}">
                <a16:creationId xmlns:a16="http://schemas.microsoft.com/office/drawing/2014/main" id="{2440B23C-9FA7-F3F6-C8AD-130276E53FA6}"/>
              </a:ext>
            </a:extLst>
          </p:cNvPr>
          <p:cNvSpPr txBox="1"/>
          <p:nvPr/>
        </p:nvSpPr>
        <p:spPr>
          <a:xfrm>
            <a:off x="516469" y="619607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5" name="Text Placeholder 22">
            <a:extLst>
              <a:ext uri="{FF2B5EF4-FFF2-40B4-BE49-F238E27FC236}">
                <a16:creationId xmlns:a16="http://schemas.microsoft.com/office/drawing/2014/main" id="{383C760F-9955-3117-7C9B-000E14AE5107}"/>
              </a:ext>
            </a:extLst>
          </p:cNvPr>
          <p:cNvSpPr>
            <a:spLocks noGrp="1"/>
          </p:cNvSpPr>
          <p:nvPr>
            <p:ph type="body" sz="quarter" idx="14" hasCustomPrompt="1"/>
          </p:nvPr>
        </p:nvSpPr>
        <p:spPr>
          <a:xfrm>
            <a:off x="516470" y="594334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7" name="Text Placeholder 22">
            <a:extLst>
              <a:ext uri="{FF2B5EF4-FFF2-40B4-BE49-F238E27FC236}">
                <a16:creationId xmlns:a16="http://schemas.microsoft.com/office/drawing/2014/main" id="{E50ED344-1174-EDED-318F-E19F6E9CB554}"/>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8" name="Text Placeholder 7">
            <a:extLst>
              <a:ext uri="{FF2B5EF4-FFF2-40B4-BE49-F238E27FC236}">
                <a16:creationId xmlns:a16="http://schemas.microsoft.com/office/drawing/2014/main" id="{7D57E0F4-CBDB-2E7B-062B-52E0E6A51517}"/>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1180814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_Qualcomm Blue">
    <p:bg>
      <p:bgPr>
        <a:solidFill>
          <a:schemeClr val="accent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pic>
        <p:nvPicPr>
          <p:cNvPr id="13" name="Picture 2">
            <a:extLst>
              <a:ext uri="{FF2B5EF4-FFF2-40B4-BE49-F238E27FC236}">
                <a16:creationId xmlns:a16="http://schemas.microsoft.com/office/drawing/2014/main" id="{0B577BFD-84AE-BA0F-14D9-039BA8EA0D26}"/>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45928" y="5274955"/>
            <a:ext cx="962673" cy="792027"/>
          </a:xfrm>
          <a:prstGeom prst="rect">
            <a:avLst/>
          </a:prstGeom>
          <a:noFill/>
          <a:extLst>
            <a:ext uri="{909E8E84-426E-40DD-AFC4-6F175D3DCCD1}">
              <a14:hiddenFill xmlns:a14="http://schemas.microsoft.com/office/drawing/2010/main">
                <a:solidFill>
                  <a:srgbClr val="FFFFFF"/>
                </a:solidFill>
              </a14:hiddenFill>
            </a:ext>
          </a:extLst>
        </p:spPr>
      </p:pic>
      <p:sp>
        <p:nvSpPr>
          <p:cNvPr id="14" name="Freeform 5">
            <a:extLst>
              <a:ext uri="{FF2B5EF4-FFF2-40B4-BE49-F238E27FC236}">
                <a16:creationId xmlns:a16="http://schemas.microsoft.com/office/drawing/2014/main" id="{B0B21C7B-7180-F944-7D68-B3973FC2AF0D}"/>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 name="Graphic 2">
            <a:extLst>
              <a:ext uri="{FF2B5EF4-FFF2-40B4-BE49-F238E27FC236}">
                <a16:creationId xmlns:a16="http://schemas.microsoft.com/office/drawing/2014/main" id="{CC1BFF83-68A9-CD17-ED22-D0465D7FA5C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8" name="Text Placeholder 22">
            <a:extLst>
              <a:ext uri="{FF2B5EF4-FFF2-40B4-BE49-F238E27FC236}">
                <a16:creationId xmlns:a16="http://schemas.microsoft.com/office/drawing/2014/main" id="{8AE27C9B-2FC9-F464-08DD-B983F1FC34ED}"/>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9" name="Text Placeholder 7">
            <a:extLst>
              <a:ext uri="{FF2B5EF4-FFF2-40B4-BE49-F238E27FC236}">
                <a16:creationId xmlns:a16="http://schemas.microsoft.com/office/drawing/2014/main" id="{2D9F4B04-5BB9-D49B-E8B0-411FE78DFF53}"/>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10" name="TextBox 9">
            <a:extLst>
              <a:ext uri="{FF2B5EF4-FFF2-40B4-BE49-F238E27FC236}">
                <a16:creationId xmlns:a16="http://schemas.microsoft.com/office/drawing/2014/main" id="{82A375CE-6962-4BBB-1AD4-F62410F4C66A}"/>
              </a:ext>
            </a:extLst>
          </p:cNvPr>
          <p:cNvSpPr txBox="1"/>
          <p:nvPr/>
        </p:nvSpPr>
        <p:spPr>
          <a:xfrm>
            <a:off x="516469" y="619607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11" name="Text Placeholder 22">
            <a:extLst>
              <a:ext uri="{FF2B5EF4-FFF2-40B4-BE49-F238E27FC236}">
                <a16:creationId xmlns:a16="http://schemas.microsoft.com/office/drawing/2014/main" id="{83BD7365-7CD3-5311-447B-C31D385B9D19}"/>
              </a:ext>
            </a:extLst>
          </p:cNvPr>
          <p:cNvSpPr>
            <a:spLocks noGrp="1"/>
          </p:cNvSpPr>
          <p:nvPr>
            <p:ph type="body" sz="quarter" idx="14" hasCustomPrompt="1"/>
          </p:nvPr>
        </p:nvSpPr>
        <p:spPr>
          <a:xfrm>
            <a:off x="516470" y="594334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4080860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itle_Light Grey">
    <p:bg>
      <p:bgPr>
        <a:solidFill>
          <a:srgbClr val="EFF1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Presentation </a:t>
            </a:r>
            <a:br>
              <a:rPr lang="en-US" dirty="0"/>
            </a:br>
            <a:r>
              <a:rPr lang="en-US" dirty="0"/>
              <a:t>title goes here</a:t>
            </a:r>
            <a:br>
              <a:rPr lang="en-US" dirty="0"/>
            </a:br>
            <a:r>
              <a:rPr lang="en-US" dirty="0"/>
              <a:t>four lines</a:t>
            </a:r>
            <a:br>
              <a:rPr lang="en-US" dirty="0"/>
            </a:br>
            <a:r>
              <a:rPr lang="en-US" dirty="0"/>
              <a:t>maximum</a:t>
            </a:r>
          </a:p>
        </p:txBody>
      </p:sp>
      <p:sp>
        <p:nvSpPr>
          <p:cNvPr id="16" name="Freeform 5">
            <a:extLst>
              <a:ext uri="{FF2B5EF4-FFF2-40B4-BE49-F238E27FC236}">
                <a16:creationId xmlns:a16="http://schemas.microsoft.com/office/drawing/2014/main" id="{17CA8376-9262-2A20-58A6-610E276216E2}"/>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4" name="Picture 2">
            <a:extLst>
              <a:ext uri="{FF2B5EF4-FFF2-40B4-BE49-F238E27FC236}">
                <a16:creationId xmlns:a16="http://schemas.microsoft.com/office/drawing/2014/main" id="{D3B394B2-8F07-F210-B0C0-FD8ABDE968AF}"/>
              </a:ext>
            </a:extLst>
          </p:cNvPr>
          <p:cNvPicPr>
            <a:picLocks noChangeAspect="1" noChangeArrowheads="1"/>
          </p:cNvPicPr>
          <p:nvPr/>
        </p:nvPicPr>
        <p:blipFill rotWithShape="1">
          <a:blip r:embed="rId2">
            <a:extLst>
              <a:ext uri="{96DAC541-7B7A-43D3-8B79-37D633B846F1}">
                <asvg:svgBlip xmlns:asvg="http://schemas.microsoft.com/office/drawing/2016/SVG/main" r:embed="rId3"/>
              </a:ext>
            </a:extLst>
          </a:blip>
          <a:srcRect t="-1567" b="-1567"/>
          <a:stretch/>
        </p:blipFill>
        <p:spPr bwMode="auto">
          <a:xfrm>
            <a:off x="10251495" y="5261392"/>
            <a:ext cx="915696" cy="815393"/>
          </a:xfrm>
          <a:prstGeom prst="rect">
            <a:avLst/>
          </a:prstGeom>
          <a:noFill/>
        </p:spPr>
      </p:pic>
      <p:pic>
        <p:nvPicPr>
          <p:cNvPr id="3" name="Graphic 2">
            <a:extLst>
              <a:ext uri="{FF2B5EF4-FFF2-40B4-BE49-F238E27FC236}">
                <a16:creationId xmlns:a16="http://schemas.microsoft.com/office/drawing/2014/main" id="{B1571BEC-54D4-90C1-E5DE-DBCD4C53270F}"/>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9" name="Text Placeholder 22">
            <a:extLst>
              <a:ext uri="{FF2B5EF4-FFF2-40B4-BE49-F238E27FC236}">
                <a16:creationId xmlns:a16="http://schemas.microsoft.com/office/drawing/2014/main" id="{A3C4F34F-1873-6151-DDBF-32A0A8C83B69}"/>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0" name="Text Placeholder 7">
            <a:extLst>
              <a:ext uri="{FF2B5EF4-FFF2-40B4-BE49-F238E27FC236}">
                <a16:creationId xmlns:a16="http://schemas.microsoft.com/office/drawing/2014/main" id="{53582777-FA22-B173-5033-10BBAA052A12}"/>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11" name="TextBox 10">
            <a:extLst>
              <a:ext uri="{FF2B5EF4-FFF2-40B4-BE49-F238E27FC236}">
                <a16:creationId xmlns:a16="http://schemas.microsoft.com/office/drawing/2014/main" id="{B0E87F3A-0189-D20D-2D7C-574E3C0D556A}"/>
              </a:ext>
            </a:extLst>
          </p:cNvPr>
          <p:cNvSpPr txBox="1"/>
          <p:nvPr/>
        </p:nvSpPr>
        <p:spPr>
          <a:xfrm>
            <a:off x="516469" y="619607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5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50000"/>
                </a:schemeClr>
              </a:solidFill>
              <a:latin typeface="+mn-lt"/>
              <a:ea typeface="+mn-ea"/>
              <a:cs typeface="+mn-cs"/>
            </a:endParaRPr>
          </a:p>
        </p:txBody>
      </p:sp>
      <p:sp>
        <p:nvSpPr>
          <p:cNvPr id="13" name="Text Placeholder 22">
            <a:extLst>
              <a:ext uri="{FF2B5EF4-FFF2-40B4-BE49-F238E27FC236}">
                <a16:creationId xmlns:a16="http://schemas.microsoft.com/office/drawing/2014/main" id="{434E5488-48EC-7D3F-4F8F-C3FEFD4DCDB6}"/>
              </a:ext>
            </a:extLst>
          </p:cNvPr>
          <p:cNvSpPr>
            <a:spLocks noGrp="1"/>
          </p:cNvSpPr>
          <p:nvPr>
            <p:ph type="body" sz="quarter" idx="14" hasCustomPrompt="1"/>
          </p:nvPr>
        </p:nvSpPr>
        <p:spPr>
          <a:xfrm>
            <a:off x="516470" y="594334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23418344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Full Photo">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E97A39A-6E0B-4A9B-B9A3-EB9B3F1B665D}"/>
              </a:ext>
            </a:extLst>
          </p:cNvPr>
          <p:cNvSpPr>
            <a:spLocks noGrp="1"/>
          </p:cNvSpPr>
          <p:nvPr>
            <p:ph type="pic" sz="quarter" idx="15" hasCustomPrompt="1"/>
          </p:nvPr>
        </p:nvSpPr>
        <p:spPr>
          <a:xfrm>
            <a:off x="0" y="0"/>
            <a:ext cx="12192000" cy="6858000"/>
          </a:xfrm>
          <a:custGeom>
            <a:avLst/>
            <a:gdLst>
              <a:gd name="connsiteX0" fmla="*/ 1497096 w 9144000"/>
              <a:gd name="connsiteY0" fmla="*/ 586917 h 6858000"/>
              <a:gd name="connsiteX1" fmla="*/ 1555614 w 9144000"/>
              <a:gd name="connsiteY1" fmla="*/ 647861 h 6858000"/>
              <a:gd name="connsiteX2" fmla="*/ 1497096 w 9144000"/>
              <a:gd name="connsiteY2" fmla="*/ 708580 h 6858000"/>
              <a:gd name="connsiteX3" fmla="*/ 1438579 w 9144000"/>
              <a:gd name="connsiteY3" fmla="*/ 647861 h 6858000"/>
              <a:gd name="connsiteX4" fmla="*/ 1497096 w 9144000"/>
              <a:gd name="connsiteY4" fmla="*/ 586917 h 6858000"/>
              <a:gd name="connsiteX5" fmla="*/ 1015515 w 9144000"/>
              <a:gd name="connsiteY5" fmla="*/ 586917 h 6858000"/>
              <a:gd name="connsiteX6" fmla="*/ 1074032 w 9144000"/>
              <a:gd name="connsiteY6" fmla="*/ 647861 h 6858000"/>
              <a:gd name="connsiteX7" fmla="*/ 1015515 w 9144000"/>
              <a:gd name="connsiteY7" fmla="*/ 709029 h 6858000"/>
              <a:gd name="connsiteX8" fmla="*/ 956997 w 9144000"/>
              <a:gd name="connsiteY8" fmla="*/ 647861 h 6858000"/>
              <a:gd name="connsiteX9" fmla="*/ 1015515 w 9144000"/>
              <a:gd name="connsiteY9" fmla="*/ 586917 h 6858000"/>
              <a:gd name="connsiteX10" fmla="*/ 1672649 w 9144000"/>
              <a:gd name="connsiteY10" fmla="*/ 554101 h 6858000"/>
              <a:gd name="connsiteX11" fmla="*/ 1662177 w 9144000"/>
              <a:gd name="connsiteY11" fmla="*/ 561469 h 6858000"/>
              <a:gd name="connsiteX12" fmla="*/ 1595687 w 9144000"/>
              <a:gd name="connsiteY12" fmla="*/ 732021 h 6858000"/>
              <a:gd name="connsiteX13" fmla="*/ 1602065 w 9144000"/>
              <a:gd name="connsiteY13" fmla="*/ 741396 h 6858000"/>
              <a:gd name="connsiteX14" fmla="*/ 1627565 w 9144000"/>
              <a:gd name="connsiteY14" fmla="*/ 741396 h 6858000"/>
              <a:gd name="connsiteX15" fmla="*/ 1638041 w 9144000"/>
              <a:gd name="connsiteY15" fmla="*/ 734477 h 6858000"/>
              <a:gd name="connsiteX16" fmla="*/ 1686996 w 9144000"/>
              <a:gd name="connsiteY16" fmla="*/ 605670 h 6858000"/>
              <a:gd name="connsiteX17" fmla="*/ 1735951 w 9144000"/>
              <a:gd name="connsiteY17" fmla="*/ 734477 h 6858000"/>
              <a:gd name="connsiteX18" fmla="*/ 1746194 w 9144000"/>
              <a:gd name="connsiteY18" fmla="*/ 741396 h 6858000"/>
              <a:gd name="connsiteX19" fmla="*/ 1769649 w 9144000"/>
              <a:gd name="connsiteY19" fmla="*/ 741396 h 6858000"/>
              <a:gd name="connsiteX20" fmla="*/ 1780122 w 9144000"/>
              <a:gd name="connsiteY20" fmla="*/ 734477 h 6858000"/>
              <a:gd name="connsiteX21" fmla="*/ 1830216 w 9144000"/>
              <a:gd name="connsiteY21" fmla="*/ 605670 h 6858000"/>
              <a:gd name="connsiteX22" fmla="*/ 1878716 w 9144000"/>
              <a:gd name="connsiteY22" fmla="*/ 734477 h 6858000"/>
              <a:gd name="connsiteX23" fmla="*/ 1889191 w 9144000"/>
              <a:gd name="connsiteY23" fmla="*/ 741396 h 6858000"/>
              <a:gd name="connsiteX24" fmla="*/ 1913782 w 9144000"/>
              <a:gd name="connsiteY24" fmla="*/ 741396 h 6858000"/>
              <a:gd name="connsiteX25" fmla="*/ 1924254 w 9144000"/>
              <a:gd name="connsiteY25" fmla="*/ 734477 h 6858000"/>
              <a:gd name="connsiteX26" fmla="*/ 1973209 w 9144000"/>
              <a:gd name="connsiteY26" fmla="*/ 605670 h 6858000"/>
              <a:gd name="connsiteX27" fmla="*/ 2022848 w 9144000"/>
              <a:gd name="connsiteY27" fmla="*/ 734477 h 6858000"/>
              <a:gd name="connsiteX28" fmla="*/ 2033324 w 9144000"/>
              <a:gd name="connsiteY28" fmla="*/ 741396 h 6858000"/>
              <a:gd name="connsiteX29" fmla="*/ 2056775 w 9144000"/>
              <a:gd name="connsiteY29" fmla="*/ 741396 h 6858000"/>
              <a:gd name="connsiteX30" fmla="*/ 2067022 w 9144000"/>
              <a:gd name="connsiteY30" fmla="*/ 734477 h 6858000"/>
              <a:gd name="connsiteX31" fmla="*/ 2116432 w 9144000"/>
              <a:gd name="connsiteY31" fmla="*/ 606340 h 6858000"/>
              <a:gd name="connsiteX32" fmla="*/ 2164932 w 9144000"/>
              <a:gd name="connsiteY32" fmla="*/ 734477 h 6858000"/>
              <a:gd name="connsiteX33" fmla="*/ 2175404 w 9144000"/>
              <a:gd name="connsiteY33" fmla="*/ 741396 h 6858000"/>
              <a:gd name="connsiteX34" fmla="*/ 2201592 w 9144000"/>
              <a:gd name="connsiteY34" fmla="*/ 741396 h 6858000"/>
              <a:gd name="connsiteX35" fmla="*/ 2207967 w 9144000"/>
              <a:gd name="connsiteY35" fmla="*/ 732021 h 6858000"/>
              <a:gd name="connsiteX36" fmla="*/ 2141477 w 9144000"/>
              <a:gd name="connsiteY36" fmla="*/ 561469 h 6858000"/>
              <a:gd name="connsiteX37" fmla="*/ 2131231 w 9144000"/>
              <a:gd name="connsiteY37" fmla="*/ 554101 h 6858000"/>
              <a:gd name="connsiteX38" fmla="*/ 2102543 w 9144000"/>
              <a:gd name="connsiteY38" fmla="*/ 554101 h 6858000"/>
              <a:gd name="connsiteX39" fmla="*/ 2092067 w 9144000"/>
              <a:gd name="connsiteY39" fmla="*/ 561469 h 6858000"/>
              <a:gd name="connsiteX40" fmla="*/ 2045619 w 9144000"/>
              <a:gd name="connsiteY40" fmla="*/ 686034 h 6858000"/>
              <a:gd name="connsiteX41" fmla="*/ 1997803 w 9144000"/>
              <a:gd name="connsiteY41" fmla="*/ 561469 h 6858000"/>
              <a:gd name="connsiteX42" fmla="*/ 1987556 w 9144000"/>
              <a:gd name="connsiteY42" fmla="*/ 554101 h 6858000"/>
              <a:gd name="connsiteX43" fmla="*/ 1959094 w 9144000"/>
              <a:gd name="connsiteY43" fmla="*/ 554101 h 6858000"/>
              <a:gd name="connsiteX44" fmla="*/ 1948848 w 9144000"/>
              <a:gd name="connsiteY44" fmla="*/ 561469 h 6858000"/>
              <a:gd name="connsiteX45" fmla="*/ 1901941 w 9144000"/>
              <a:gd name="connsiteY45" fmla="*/ 686034 h 6858000"/>
              <a:gd name="connsiteX46" fmla="*/ 1854806 w 9144000"/>
              <a:gd name="connsiteY46" fmla="*/ 561469 h 6858000"/>
              <a:gd name="connsiteX47" fmla="*/ 1844563 w 9144000"/>
              <a:gd name="connsiteY47" fmla="*/ 554101 h 6858000"/>
              <a:gd name="connsiteX48" fmla="*/ 1816326 w 9144000"/>
              <a:gd name="connsiteY48" fmla="*/ 554101 h 6858000"/>
              <a:gd name="connsiteX49" fmla="*/ 1805854 w 9144000"/>
              <a:gd name="connsiteY49" fmla="*/ 561469 h 6858000"/>
              <a:gd name="connsiteX50" fmla="*/ 1758493 w 9144000"/>
              <a:gd name="connsiteY50" fmla="*/ 686034 h 6858000"/>
              <a:gd name="connsiteX51" fmla="*/ 1711587 w 9144000"/>
              <a:gd name="connsiteY51" fmla="*/ 561469 h 6858000"/>
              <a:gd name="connsiteX52" fmla="*/ 1701340 w 9144000"/>
              <a:gd name="connsiteY52" fmla="*/ 554101 h 6858000"/>
              <a:gd name="connsiteX53" fmla="*/ 1672649 w 9144000"/>
              <a:gd name="connsiteY53" fmla="*/ 554101 h 6858000"/>
              <a:gd name="connsiteX54" fmla="*/ 713135 w 9144000"/>
              <a:gd name="connsiteY54" fmla="*/ 554101 h 6858000"/>
              <a:gd name="connsiteX55" fmla="*/ 703798 w 9144000"/>
              <a:gd name="connsiteY55" fmla="*/ 562809 h 6858000"/>
              <a:gd name="connsiteX56" fmla="*/ 703798 w 9144000"/>
              <a:gd name="connsiteY56" fmla="*/ 666168 h 6858000"/>
              <a:gd name="connsiteX57" fmla="*/ 784403 w 9144000"/>
              <a:gd name="connsiteY57" fmla="*/ 746532 h 6858000"/>
              <a:gd name="connsiteX58" fmla="*/ 846337 w 9144000"/>
              <a:gd name="connsiteY58" fmla="*/ 717513 h 6858000"/>
              <a:gd name="connsiteX59" fmla="*/ 846337 w 9144000"/>
              <a:gd name="connsiteY59" fmla="*/ 733136 h 6858000"/>
              <a:gd name="connsiteX60" fmla="*/ 855216 w 9144000"/>
              <a:gd name="connsiteY60" fmla="*/ 741396 h 6858000"/>
              <a:gd name="connsiteX61" fmla="*/ 878671 w 9144000"/>
              <a:gd name="connsiteY61" fmla="*/ 741396 h 6858000"/>
              <a:gd name="connsiteX62" fmla="*/ 887778 w 9144000"/>
              <a:gd name="connsiteY62" fmla="*/ 732915 h 6858000"/>
              <a:gd name="connsiteX63" fmla="*/ 887778 w 9144000"/>
              <a:gd name="connsiteY63" fmla="*/ 563034 h 6858000"/>
              <a:gd name="connsiteX64" fmla="*/ 878671 w 9144000"/>
              <a:gd name="connsiteY64" fmla="*/ 554101 h 6858000"/>
              <a:gd name="connsiteX65" fmla="*/ 855216 w 9144000"/>
              <a:gd name="connsiteY65" fmla="*/ 554101 h 6858000"/>
              <a:gd name="connsiteX66" fmla="*/ 846337 w 9144000"/>
              <a:gd name="connsiteY66" fmla="*/ 562809 h 6858000"/>
              <a:gd name="connsiteX67" fmla="*/ 846337 w 9144000"/>
              <a:gd name="connsiteY67" fmla="*/ 659916 h 6858000"/>
              <a:gd name="connsiteX68" fmla="*/ 795104 w 9144000"/>
              <a:gd name="connsiteY68" fmla="*/ 711261 h 6858000"/>
              <a:gd name="connsiteX69" fmla="*/ 745239 w 9144000"/>
              <a:gd name="connsiteY69" fmla="*/ 659470 h 6858000"/>
              <a:gd name="connsiteX70" fmla="*/ 745239 w 9144000"/>
              <a:gd name="connsiteY70" fmla="*/ 562809 h 6858000"/>
              <a:gd name="connsiteX71" fmla="*/ 736587 w 9144000"/>
              <a:gd name="connsiteY71" fmla="*/ 554101 h 6858000"/>
              <a:gd name="connsiteX72" fmla="*/ 713135 w 9144000"/>
              <a:gd name="connsiteY72" fmla="*/ 554101 h 6858000"/>
              <a:gd name="connsiteX73" fmla="*/ 1497096 w 9144000"/>
              <a:gd name="connsiteY73" fmla="*/ 548968 h 6858000"/>
              <a:gd name="connsiteX74" fmla="*/ 1396909 w 9144000"/>
              <a:gd name="connsiteY74" fmla="*/ 647861 h 6858000"/>
              <a:gd name="connsiteX75" fmla="*/ 1497096 w 9144000"/>
              <a:gd name="connsiteY75" fmla="*/ 746532 h 6858000"/>
              <a:gd name="connsiteX76" fmla="*/ 1597510 w 9144000"/>
              <a:gd name="connsiteY76" fmla="*/ 647861 h 6858000"/>
              <a:gd name="connsiteX77" fmla="*/ 1497096 w 9144000"/>
              <a:gd name="connsiteY77" fmla="*/ 548968 h 6858000"/>
              <a:gd name="connsiteX78" fmla="*/ 1323134 w 9144000"/>
              <a:gd name="connsiteY78" fmla="*/ 548743 h 6858000"/>
              <a:gd name="connsiteX79" fmla="*/ 1224544 w 9144000"/>
              <a:gd name="connsiteY79" fmla="*/ 647861 h 6858000"/>
              <a:gd name="connsiteX80" fmla="*/ 1323134 w 9144000"/>
              <a:gd name="connsiteY80" fmla="*/ 746532 h 6858000"/>
              <a:gd name="connsiteX81" fmla="*/ 1384613 w 9144000"/>
              <a:gd name="connsiteY81" fmla="*/ 727779 h 6858000"/>
              <a:gd name="connsiteX82" fmla="*/ 1386433 w 9144000"/>
              <a:gd name="connsiteY82" fmla="*/ 714832 h 6858000"/>
              <a:gd name="connsiteX83" fmla="*/ 1374596 w 9144000"/>
              <a:gd name="connsiteY83" fmla="*/ 700100 h 6858000"/>
              <a:gd name="connsiteX84" fmla="*/ 1360704 w 9144000"/>
              <a:gd name="connsiteY84" fmla="*/ 698090 h 6858000"/>
              <a:gd name="connsiteX85" fmla="*/ 1324502 w 9144000"/>
              <a:gd name="connsiteY85" fmla="*/ 709475 h 6858000"/>
              <a:gd name="connsiteX86" fmla="*/ 1266665 w 9144000"/>
              <a:gd name="connsiteY86" fmla="*/ 647861 h 6858000"/>
              <a:gd name="connsiteX87" fmla="*/ 1324502 w 9144000"/>
              <a:gd name="connsiteY87" fmla="*/ 585801 h 6858000"/>
              <a:gd name="connsiteX88" fmla="*/ 1361387 w 9144000"/>
              <a:gd name="connsiteY88" fmla="*/ 596965 h 6858000"/>
              <a:gd name="connsiteX89" fmla="*/ 1375276 w 9144000"/>
              <a:gd name="connsiteY89" fmla="*/ 595401 h 6858000"/>
              <a:gd name="connsiteX90" fmla="*/ 1386433 w 9144000"/>
              <a:gd name="connsiteY90" fmla="*/ 580222 h 6858000"/>
              <a:gd name="connsiteX91" fmla="*/ 1384613 w 9144000"/>
              <a:gd name="connsiteY91" fmla="*/ 567272 h 6858000"/>
              <a:gd name="connsiteX92" fmla="*/ 1323134 w 9144000"/>
              <a:gd name="connsiteY92" fmla="*/ 548743 h 6858000"/>
              <a:gd name="connsiteX93" fmla="*/ 1011188 w 9144000"/>
              <a:gd name="connsiteY93" fmla="*/ 548743 h 6858000"/>
              <a:gd name="connsiteX94" fmla="*/ 914872 w 9144000"/>
              <a:gd name="connsiteY94" fmla="*/ 647415 h 6858000"/>
              <a:gd name="connsiteX95" fmla="*/ 1010734 w 9144000"/>
              <a:gd name="connsiteY95" fmla="*/ 746532 h 6858000"/>
              <a:gd name="connsiteX96" fmla="*/ 1073578 w 9144000"/>
              <a:gd name="connsiteY96" fmla="*/ 716394 h 6858000"/>
              <a:gd name="connsiteX97" fmla="*/ 1073578 w 9144000"/>
              <a:gd name="connsiteY97" fmla="*/ 732915 h 6858000"/>
              <a:gd name="connsiteX98" fmla="*/ 1082685 w 9144000"/>
              <a:gd name="connsiteY98" fmla="*/ 741396 h 6858000"/>
              <a:gd name="connsiteX99" fmla="*/ 1106366 w 9144000"/>
              <a:gd name="connsiteY99" fmla="*/ 741396 h 6858000"/>
              <a:gd name="connsiteX100" fmla="*/ 1115018 w 9144000"/>
              <a:gd name="connsiteY100" fmla="*/ 732915 h 6858000"/>
              <a:gd name="connsiteX101" fmla="*/ 1115018 w 9144000"/>
              <a:gd name="connsiteY101" fmla="*/ 563034 h 6858000"/>
              <a:gd name="connsiteX102" fmla="*/ 1106366 w 9144000"/>
              <a:gd name="connsiteY102" fmla="*/ 554101 h 6858000"/>
              <a:gd name="connsiteX103" fmla="*/ 1082685 w 9144000"/>
              <a:gd name="connsiteY103" fmla="*/ 554101 h 6858000"/>
              <a:gd name="connsiteX104" fmla="*/ 1073578 w 9144000"/>
              <a:gd name="connsiteY104" fmla="*/ 563034 h 6858000"/>
              <a:gd name="connsiteX105" fmla="*/ 1073578 w 9144000"/>
              <a:gd name="connsiteY105" fmla="*/ 578658 h 6858000"/>
              <a:gd name="connsiteX106" fmla="*/ 1011188 w 9144000"/>
              <a:gd name="connsiteY106" fmla="*/ 548743 h 6858000"/>
              <a:gd name="connsiteX107" fmla="*/ 532343 w 9144000"/>
              <a:gd name="connsiteY107" fmla="*/ 498739 h 6858000"/>
              <a:gd name="connsiteX108" fmla="*/ 632986 w 9144000"/>
              <a:gd name="connsiteY108" fmla="*/ 603214 h 6858000"/>
              <a:gd name="connsiteX109" fmla="*/ 595642 w 9144000"/>
              <a:gd name="connsiteY109" fmla="*/ 686259 h 6858000"/>
              <a:gd name="connsiteX110" fmla="*/ 577197 w 9144000"/>
              <a:gd name="connsiteY110" fmla="*/ 639601 h 6858000"/>
              <a:gd name="connsiteX111" fmla="*/ 565357 w 9144000"/>
              <a:gd name="connsiteY111" fmla="*/ 632234 h 6858000"/>
              <a:gd name="connsiteX112" fmla="*/ 541451 w 9144000"/>
              <a:gd name="connsiteY112" fmla="*/ 632234 h 6858000"/>
              <a:gd name="connsiteX113" fmla="*/ 533482 w 9144000"/>
              <a:gd name="connsiteY113" fmla="*/ 643397 h 6858000"/>
              <a:gd name="connsiteX114" fmla="*/ 557617 w 9144000"/>
              <a:gd name="connsiteY114" fmla="*/ 704787 h 6858000"/>
              <a:gd name="connsiteX115" fmla="*/ 532343 w 9144000"/>
              <a:gd name="connsiteY115" fmla="*/ 707913 h 6858000"/>
              <a:gd name="connsiteX116" fmla="*/ 431700 w 9144000"/>
              <a:gd name="connsiteY116" fmla="*/ 603214 h 6858000"/>
              <a:gd name="connsiteX117" fmla="*/ 532343 w 9144000"/>
              <a:gd name="connsiteY117" fmla="*/ 498739 h 6858000"/>
              <a:gd name="connsiteX118" fmla="*/ 1165113 w 9144000"/>
              <a:gd name="connsiteY118" fmla="*/ 465253 h 6858000"/>
              <a:gd name="connsiteX119" fmla="*/ 1156005 w 9144000"/>
              <a:gd name="connsiteY119" fmla="*/ 474183 h 6858000"/>
              <a:gd name="connsiteX120" fmla="*/ 1156005 w 9144000"/>
              <a:gd name="connsiteY120" fmla="*/ 732467 h 6858000"/>
              <a:gd name="connsiteX121" fmla="*/ 1165113 w 9144000"/>
              <a:gd name="connsiteY121" fmla="*/ 741396 h 6858000"/>
              <a:gd name="connsiteX122" fmla="*/ 1188564 w 9144000"/>
              <a:gd name="connsiteY122" fmla="*/ 741396 h 6858000"/>
              <a:gd name="connsiteX123" fmla="*/ 1197446 w 9144000"/>
              <a:gd name="connsiteY123" fmla="*/ 732467 h 6858000"/>
              <a:gd name="connsiteX124" fmla="*/ 1197446 w 9144000"/>
              <a:gd name="connsiteY124" fmla="*/ 474183 h 6858000"/>
              <a:gd name="connsiteX125" fmla="*/ 1188564 w 9144000"/>
              <a:gd name="connsiteY125" fmla="*/ 465253 h 6858000"/>
              <a:gd name="connsiteX126" fmla="*/ 1165113 w 9144000"/>
              <a:gd name="connsiteY126" fmla="*/ 465253 h 6858000"/>
              <a:gd name="connsiteX127" fmla="*/ 532343 w 9144000"/>
              <a:gd name="connsiteY127" fmla="*/ 460120 h 6858000"/>
              <a:gd name="connsiteX128" fmla="*/ 387072 w 9144000"/>
              <a:gd name="connsiteY128" fmla="*/ 603214 h 6858000"/>
              <a:gd name="connsiteX129" fmla="*/ 532343 w 9144000"/>
              <a:gd name="connsiteY129" fmla="*/ 746532 h 6858000"/>
              <a:gd name="connsiteX130" fmla="*/ 571961 w 9144000"/>
              <a:gd name="connsiteY130" fmla="*/ 741396 h 6858000"/>
              <a:gd name="connsiteX131" fmla="*/ 587673 w 9144000"/>
              <a:gd name="connsiteY131" fmla="*/ 781134 h 6858000"/>
              <a:gd name="connsiteX132" fmla="*/ 598374 w 9144000"/>
              <a:gd name="connsiteY132" fmla="*/ 788277 h 6858000"/>
              <a:gd name="connsiteX133" fmla="*/ 623420 w 9144000"/>
              <a:gd name="connsiteY133" fmla="*/ 788277 h 6858000"/>
              <a:gd name="connsiteX134" fmla="*/ 630934 w 9144000"/>
              <a:gd name="connsiteY134" fmla="*/ 776892 h 6858000"/>
              <a:gd name="connsiteX135" fmla="*/ 610669 w 9144000"/>
              <a:gd name="connsiteY135" fmla="*/ 724656 h 6858000"/>
              <a:gd name="connsiteX136" fmla="*/ 677614 w 9144000"/>
              <a:gd name="connsiteY136" fmla="*/ 603214 h 6858000"/>
              <a:gd name="connsiteX137" fmla="*/ 532343 w 9144000"/>
              <a:gd name="connsiteY137" fmla="*/ 460120 h 6858000"/>
              <a:gd name="connsiteX138" fmla="*/ 0 w 9144000"/>
              <a:gd name="connsiteY138" fmla="*/ 0 h 6858000"/>
              <a:gd name="connsiteX139" fmla="*/ 9144000 w 9144000"/>
              <a:gd name="connsiteY139" fmla="*/ 0 h 6858000"/>
              <a:gd name="connsiteX140" fmla="*/ 9144000 w 9144000"/>
              <a:gd name="connsiteY140" fmla="*/ 6858000 h 6858000"/>
              <a:gd name="connsiteX141" fmla="*/ 0 w 9144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9144000" h="6858000">
                <a:moveTo>
                  <a:pt x="1497096" y="586917"/>
                </a:moveTo>
                <a:cubicBezTo>
                  <a:pt x="1531478" y="586917"/>
                  <a:pt x="1555614" y="613484"/>
                  <a:pt x="1555614" y="647861"/>
                </a:cubicBezTo>
                <a:cubicBezTo>
                  <a:pt x="1555614" y="681792"/>
                  <a:pt x="1531478" y="708580"/>
                  <a:pt x="1497096" y="708580"/>
                </a:cubicBezTo>
                <a:cubicBezTo>
                  <a:pt x="1462940" y="708580"/>
                  <a:pt x="1438579" y="681792"/>
                  <a:pt x="1438579" y="647861"/>
                </a:cubicBezTo>
                <a:cubicBezTo>
                  <a:pt x="1438579" y="613484"/>
                  <a:pt x="1462940" y="586917"/>
                  <a:pt x="1497096" y="586917"/>
                </a:cubicBezTo>
                <a:close/>
                <a:moveTo>
                  <a:pt x="1015515" y="586917"/>
                </a:moveTo>
                <a:cubicBezTo>
                  <a:pt x="1049442" y="586917"/>
                  <a:pt x="1074032" y="613484"/>
                  <a:pt x="1074032" y="647861"/>
                </a:cubicBezTo>
                <a:cubicBezTo>
                  <a:pt x="1074032" y="681792"/>
                  <a:pt x="1049442" y="709029"/>
                  <a:pt x="1015515" y="709029"/>
                </a:cubicBezTo>
                <a:cubicBezTo>
                  <a:pt x="981362" y="709029"/>
                  <a:pt x="956997" y="681792"/>
                  <a:pt x="956997" y="647861"/>
                </a:cubicBezTo>
                <a:cubicBezTo>
                  <a:pt x="956997" y="613484"/>
                  <a:pt x="981362" y="586917"/>
                  <a:pt x="1015515" y="586917"/>
                </a:cubicBezTo>
                <a:close/>
                <a:moveTo>
                  <a:pt x="1672649" y="554101"/>
                </a:moveTo>
                <a:cubicBezTo>
                  <a:pt x="1667867" y="554101"/>
                  <a:pt x="1664225" y="556557"/>
                  <a:pt x="1662177" y="561469"/>
                </a:cubicBezTo>
                <a:cubicBezTo>
                  <a:pt x="1662177" y="561469"/>
                  <a:pt x="1662177" y="561469"/>
                  <a:pt x="1595687" y="732021"/>
                </a:cubicBezTo>
                <a:cubicBezTo>
                  <a:pt x="1593867" y="736708"/>
                  <a:pt x="1596141" y="741396"/>
                  <a:pt x="1602065" y="741396"/>
                </a:cubicBezTo>
                <a:cubicBezTo>
                  <a:pt x="1602065" y="741396"/>
                  <a:pt x="1602065" y="741396"/>
                  <a:pt x="1627565" y="741396"/>
                </a:cubicBezTo>
                <a:cubicBezTo>
                  <a:pt x="1632347" y="741396"/>
                  <a:pt x="1636447" y="739164"/>
                  <a:pt x="1638041" y="734477"/>
                </a:cubicBezTo>
                <a:cubicBezTo>
                  <a:pt x="1638041" y="734477"/>
                  <a:pt x="1638041" y="734477"/>
                  <a:pt x="1686996" y="605670"/>
                </a:cubicBezTo>
                <a:cubicBezTo>
                  <a:pt x="1686996" y="605670"/>
                  <a:pt x="1686996" y="605670"/>
                  <a:pt x="1735951" y="734477"/>
                </a:cubicBezTo>
                <a:cubicBezTo>
                  <a:pt x="1737771" y="739389"/>
                  <a:pt x="1741413" y="741396"/>
                  <a:pt x="1746194" y="741396"/>
                </a:cubicBezTo>
                <a:cubicBezTo>
                  <a:pt x="1746194" y="741396"/>
                  <a:pt x="1746194" y="741396"/>
                  <a:pt x="1769649" y="741396"/>
                </a:cubicBezTo>
                <a:cubicBezTo>
                  <a:pt x="1774431" y="741396"/>
                  <a:pt x="1778073" y="739389"/>
                  <a:pt x="1780122" y="734477"/>
                </a:cubicBezTo>
                <a:cubicBezTo>
                  <a:pt x="1780122" y="734477"/>
                  <a:pt x="1780122" y="734477"/>
                  <a:pt x="1830216" y="605670"/>
                </a:cubicBezTo>
                <a:cubicBezTo>
                  <a:pt x="1830216" y="605670"/>
                  <a:pt x="1830216" y="605670"/>
                  <a:pt x="1878716" y="734477"/>
                </a:cubicBezTo>
                <a:cubicBezTo>
                  <a:pt x="1880764" y="739164"/>
                  <a:pt x="1884407" y="741396"/>
                  <a:pt x="1889191" y="741396"/>
                </a:cubicBezTo>
                <a:cubicBezTo>
                  <a:pt x="1889191" y="741396"/>
                  <a:pt x="1889191" y="741396"/>
                  <a:pt x="1913782" y="741396"/>
                </a:cubicBezTo>
                <a:cubicBezTo>
                  <a:pt x="1918563" y="741396"/>
                  <a:pt x="1922205" y="739164"/>
                  <a:pt x="1924254" y="734477"/>
                </a:cubicBezTo>
                <a:cubicBezTo>
                  <a:pt x="1924254" y="734477"/>
                  <a:pt x="1924254" y="734477"/>
                  <a:pt x="1973209" y="605670"/>
                </a:cubicBezTo>
                <a:cubicBezTo>
                  <a:pt x="1973209" y="605670"/>
                  <a:pt x="1973209" y="605670"/>
                  <a:pt x="2022848" y="734477"/>
                </a:cubicBezTo>
                <a:cubicBezTo>
                  <a:pt x="2024897" y="739389"/>
                  <a:pt x="2028539" y="741396"/>
                  <a:pt x="2033324" y="741396"/>
                </a:cubicBezTo>
                <a:cubicBezTo>
                  <a:pt x="2033324" y="741396"/>
                  <a:pt x="2033324" y="741396"/>
                  <a:pt x="2056775" y="741396"/>
                </a:cubicBezTo>
                <a:cubicBezTo>
                  <a:pt x="2061557" y="741396"/>
                  <a:pt x="2064973" y="739389"/>
                  <a:pt x="2067022" y="734477"/>
                </a:cubicBezTo>
                <a:cubicBezTo>
                  <a:pt x="2067022" y="734477"/>
                  <a:pt x="2067022" y="734477"/>
                  <a:pt x="2116432" y="606340"/>
                </a:cubicBezTo>
                <a:cubicBezTo>
                  <a:pt x="2116432" y="606340"/>
                  <a:pt x="2116432" y="606340"/>
                  <a:pt x="2164932" y="734477"/>
                </a:cubicBezTo>
                <a:cubicBezTo>
                  <a:pt x="2166526" y="739164"/>
                  <a:pt x="2170623" y="741396"/>
                  <a:pt x="2175404" y="741396"/>
                </a:cubicBezTo>
                <a:cubicBezTo>
                  <a:pt x="2175404" y="741396"/>
                  <a:pt x="2175404" y="741396"/>
                  <a:pt x="2201592" y="741396"/>
                </a:cubicBezTo>
                <a:cubicBezTo>
                  <a:pt x="2207512" y="741396"/>
                  <a:pt x="2210016" y="736708"/>
                  <a:pt x="2207967" y="732021"/>
                </a:cubicBezTo>
                <a:cubicBezTo>
                  <a:pt x="2207967" y="732021"/>
                  <a:pt x="2207967" y="732021"/>
                  <a:pt x="2141477" y="561469"/>
                </a:cubicBezTo>
                <a:cubicBezTo>
                  <a:pt x="2139428" y="556557"/>
                  <a:pt x="2136015" y="554101"/>
                  <a:pt x="2131231" y="554101"/>
                </a:cubicBezTo>
                <a:cubicBezTo>
                  <a:pt x="2131231" y="554101"/>
                  <a:pt x="2131231" y="554101"/>
                  <a:pt x="2102543" y="554101"/>
                </a:cubicBezTo>
                <a:cubicBezTo>
                  <a:pt x="2097762" y="554101"/>
                  <a:pt x="2094116" y="556557"/>
                  <a:pt x="2092067" y="561469"/>
                </a:cubicBezTo>
                <a:cubicBezTo>
                  <a:pt x="2092067" y="561469"/>
                  <a:pt x="2092067" y="561469"/>
                  <a:pt x="2045619" y="686034"/>
                </a:cubicBezTo>
                <a:cubicBezTo>
                  <a:pt x="2045619" y="686034"/>
                  <a:pt x="2045619" y="686034"/>
                  <a:pt x="1997803" y="561469"/>
                </a:cubicBezTo>
                <a:cubicBezTo>
                  <a:pt x="1995751" y="556557"/>
                  <a:pt x="1992109" y="554101"/>
                  <a:pt x="1987556" y="554101"/>
                </a:cubicBezTo>
                <a:cubicBezTo>
                  <a:pt x="1987556" y="554101"/>
                  <a:pt x="1987556" y="554101"/>
                  <a:pt x="1959094" y="554101"/>
                </a:cubicBezTo>
                <a:cubicBezTo>
                  <a:pt x="1954310" y="554101"/>
                  <a:pt x="1950897" y="556557"/>
                  <a:pt x="1948848" y="561469"/>
                </a:cubicBezTo>
                <a:cubicBezTo>
                  <a:pt x="1948848" y="561469"/>
                  <a:pt x="1948848" y="561469"/>
                  <a:pt x="1901941" y="686034"/>
                </a:cubicBezTo>
                <a:cubicBezTo>
                  <a:pt x="1901941" y="686034"/>
                  <a:pt x="1901941" y="686034"/>
                  <a:pt x="1854806" y="561469"/>
                </a:cubicBezTo>
                <a:cubicBezTo>
                  <a:pt x="1852986" y="556557"/>
                  <a:pt x="1849344" y="554101"/>
                  <a:pt x="1844563" y="554101"/>
                </a:cubicBezTo>
                <a:cubicBezTo>
                  <a:pt x="1844563" y="554101"/>
                  <a:pt x="1844563" y="554101"/>
                  <a:pt x="1816326" y="554101"/>
                </a:cubicBezTo>
                <a:cubicBezTo>
                  <a:pt x="1811545" y="554101"/>
                  <a:pt x="1807903" y="556557"/>
                  <a:pt x="1805854" y="561469"/>
                </a:cubicBezTo>
                <a:cubicBezTo>
                  <a:pt x="1805854" y="561469"/>
                  <a:pt x="1805854" y="561469"/>
                  <a:pt x="1758493" y="686034"/>
                </a:cubicBezTo>
                <a:cubicBezTo>
                  <a:pt x="1758493" y="686034"/>
                  <a:pt x="1758493" y="686034"/>
                  <a:pt x="1711587" y="561469"/>
                </a:cubicBezTo>
                <a:cubicBezTo>
                  <a:pt x="1709538" y="556557"/>
                  <a:pt x="1706121" y="554101"/>
                  <a:pt x="1701340" y="554101"/>
                </a:cubicBezTo>
                <a:cubicBezTo>
                  <a:pt x="1701340" y="554101"/>
                  <a:pt x="1701340" y="554101"/>
                  <a:pt x="1672649" y="554101"/>
                </a:cubicBezTo>
                <a:close/>
                <a:moveTo>
                  <a:pt x="713135" y="554101"/>
                </a:moveTo>
                <a:cubicBezTo>
                  <a:pt x="708350" y="554101"/>
                  <a:pt x="703798" y="557897"/>
                  <a:pt x="703798" y="562809"/>
                </a:cubicBezTo>
                <a:cubicBezTo>
                  <a:pt x="703798" y="562809"/>
                  <a:pt x="703798" y="562809"/>
                  <a:pt x="703798" y="666168"/>
                </a:cubicBezTo>
                <a:cubicBezTo>
                  <a:pt x="703798" y="714162"/>
                  <a:pt x="734538" y="746532"/>
                  <a:pt x="784403" y="746532"/>
                </a:cubicBezTo>
                <a:cubicBezTo>
                  <a:pt x="814233" y="746532"/>
                  <a:pt x="834497" y="734701"/>
                  <a:pt x="846337" y="717513"/>
                </a:cubicBezTo>
                <a:cubicBezTo>
                  <a:pt x="846337" y="717513"/>
                  <a:pt x="846337" y="717513"/>
                  <a:pt x="846337" y="733136"/>
                </a:cubicBezTo>
                <a:cubicBezTo>
                  <a:pt x="846337" y="737824"/>
                  <a:pt x="850664" y="741396"/>
                  <a:pt x="855216" y="741396"/>
                </a:cubicBezTo>
                <a:cubicBezTo>
                  <a:pt x="855216" y="741396"/>
                  <a:pt x="855216" y="741396"/>
                  <a:pt x="878671" y="741396"/>
                </a:cubicBezTo>
                <a:cubicBezTo>
                  <a:pt x="883452" y="741396"/>
                  <a:pt x="887778" y="737603"/>
                  <a:pt x="887778" y="732915"/>
                </a:cubicBezTo>
                <a:cubicBezTo>
                  <a:pt x="887778" y="732915"/>
                  <a:pt x="887778" y="732915"/>
                  <a:pt x="887778" y="563034"/>
                </a:cubicBezTo>
                <a:cubicBezTo>
                  <a:pt x="887778" y="557897"/>
                  <a:pt x="883452" y="554101"/>
                  <a:pt x="878671" y="554101"/>
                </a:cubicBezTo>
                <a:cubicBezTo>
                  <a:pt x="878671" y="554101"/>
                  <a:pt x="878671" y="554101"/>
                  <a:pt x="855216" y="554101"/>
                </a:cubicBezTo>
                <a:cubicBezTo>
                  <a:pt x="850664" y="554101"/>
                  <a:pt x="846337" y="557897"/>
                  <a:pt x="846337" y="562809"/>
                </a:cubicBezTo>
                <a:cubicBezTo>
                  <a:pt x="846337" y="562809"/>
                  <a:pt x="846337" y="562809"/>
                  <a:pt x="846337" y="659916"/>
                </a:cubicBezTo>
                <a:cubicBezTo>
                  <a:pt x="846337" y="689830"/>
                  <a:pt x="827209" y="711261"/>
                  <a:pt x="795104" y="711261"/>
                </a:cubicBezTo>
                <a:cubicBezTo>
                  <a:pt x="762090" y="711261"/>
                  <a:pt x="745239" y="690721"/>
                  <a:pt x="745239" y="659470"/>
                </a:cubicBezTo>
                <a:cubicBezTo>
                  <a:pt x="745239" y="659470"/>
                  <a:pt x="745239" y="659470"/>
                  <a:pt x="745239" y="562809"/>
                </a:cubicBezTo>
                <a:cubicBezTo>
                  <a:pt x="745239" y="557897"/>
                  <a:pt x="741368" y="554101"/>
                  <a:pt x="736587" y="554101"/>
                </a:cubicBezTo>
                <a:cubicBezTo>
                  <a:pt x="736587" y="554101"/>
                  <a:pt x="736587" y="554101"/>
                  <a:pt x="713135" y="554101"/>
                </a:cubicBezTo>
                <a:close/>
                <a:moveTo>
                  <a:pt x="1497096" y="548968"/>
                </a:moveTo>
                <a:cubicBezTo>
                  <a:pt x="1441308" y="548968"/>
                  <a:pt x="1396909" y="592053"/>
                  <a:pt x="1396909" y="647861"/>
                </a:cubicBezTo>
                <a:cubicBezTo>
                  <a:pt x="1396909" y="703893"/>
                  <a:pt x="1441308" y="746532"/>
                  <a:pt x="1497096" y="746532"/>
                </a:cubicBezTo>
                <a:cubicBezTo>
                  <a:pt x="1552881" y="746532"/>
                  <a:pt x="1597510" y="703893"/>
                  <a:pt x="1597510" y="647861"/>
                </a:cubicBezTo>
                <a:cubicBezTo>
                  <a:pt x="1597510" y="592053"/>
                  <a:pt x="1552881" y="548968"/>
                  <a:pt x="1497096" y="548968"/>
                </a:cubicBezTo>
                <a:close/>
                <a:moveTo>
                  <a:pt x="1323134" y="548743"/>
                </a:moveTo>
                <a:cubicBezTo>
                  <a:pt x="1263932" y="548743"/>
                  <a:pt x="1224544" y="591608"/>
                  <a:pt x="1224544" y="647861"/>
                </a:cubicBezTo>
                <a:cubicBezTo>
                  <a:pt x="1224544" y="703893"/>
                  <a:pt x="1263932" y="746532"/>
                  <a:pt x="1323134" y="746532"/>
                </a:cubicBezTo>
                <a:cubicBezTo>
                  <a:pt x="1346589" y="746532"/>
                  <a:pt x="1368217" y="739834"/>
                  <a:pt x="1384613" y="727779"/>
                </a:cubicBezTo>
                <a:cubicBezTo>
                  <a:pt x="1387346" y="725772"/>
                  <a:pt x="1391672" y="721085"/>
                  <a:pt x="1386433" y="714832"/>
                </a:cubicBezTo>
                <a:lnTo>
                  <a:pt x="1374596" y="700100"/>
                </a:lnTo>
                <a:cubicBezTo>
                  <a:pt x="1369811" y="693848"/>
                  <a:pt x="1365030" y="695858"/>
                  <a:pt x="1360704" y="698090"/>
                </a:cubicBezTo>
                <a:cubicBezTo>
                  <a:pt x="1350231" y="703893"/>
                  <a:pt x="1338616" y="709475"/>
                  <a:pt x="1324502" y="709475"/>
                </a:cubicBezTo>
                <a:cubicBezTo>
                  <a:pt x="1289661" y="709475"/>
                  <a:pt x="1266665" y="682462"/>
                  <a:pt x="1266665" y="647861"/>
                </a:cubicBezTo>
                <a:cubicBezTo>
                  <a:pt x="1266665" y="613038"/>
                  <a:pt x="1289661" y="585801"/>
                  <a:pt x="1324502" y="585801"/>
                </a:cubicBezTo>
                <a:cubicBezTo>
                  <a:pt x="1338616" y="585801"/>
                  <a:pt x="1351141" y="590713"/>
                  <a:pt x="1361387" y="596965"/>
                </a:cubicBezTo>
                <a:cubicBezTo>
                  <a:pt x="1365714" y="599867"/>
                  <a:pt x="1370950" y="601428"/>
                  <a:pt x="1375276" y="595401"/>
                </a:cubicBezTo>
                <a:cubicBezTo>
                  <a:pt x="1375276" y="595401"/>
                  <a:pt x="1375276" y="595401"/>
                  <a:pt x="1386433" y="580222"/>
                </a:cubicBezTo>
                <a:cubicBezTo>
                  <a:pt x="1391217" y="573525"/>
                  <a:pt x="1387346" y="569283"/>
                  <a:pt x="1384613" y="567272"/>
                </a:cubicBezTo>
                <a:cubicBezTo>
                  <a:pt x="1368217" y="555220"/>
                  <a:pt x="1346589" y="548743"/>
                  <a:pt x="1323134" y="548743"/>
                </a:cubicBezTo>
                <a:close/>
                <a:moveTo>
                  <a:pt x="1011188" y="548743"/>
                </a:moveTo>
                <a:cubicBezTo>
                  <a:pt x="959501" y="548743"/>
                  <a:pt x="914872" y="588927"/>
                  <a:pt x="914872" y="647415"/>
                </a:cubicBezTo>
                <a:cubicBezTo>
                  <a:pt x="914872" y="706794"/>
                  <a:pt x="959501" y="746532"/>
                  <a:pt x="1010734" y="746532"/>
                </a:cubicBezTo>
                <a:cubicBezTo>
                  <a:pt x="1038515" y="746532"/>
                  <a:pt x="1061282" y="734031"/>
                  <a:pt x="1073578" y="716394"/>
                </a:cubicBezTo>
                <a:cubicBezTo>
                  <a:pt x="1073578" y="732915"/>
                  <a:pt x="1073578" y="732915"/>
                  <a:pt x="1073578" y="732915"/>
                </a:cubicBezTo>
                <a:cubicBezTo>
                  <a:pt x="1073578" y="737603"/>
                  <a:pt x="1078133" y="741396"/>
                  <a:pt x="1082685" y="741396"/>
                </a:cubicBezTo>
                <a:cubicBezTo>
                  <a:pt x="1106366" y="741396"/>
                  <a:pt x="1106366" y="741396"/>
                  <a:pt x="1106366" y="741396"/>
                </a:cubicBezTo>
                <a:cubicBezTo>
                  <a:pt x="1111147" y="741396"/>
                  <a:pt x="1115018" y="737603"/>
                  <a:pt x="1115018" y="732915"/>
                </a:cubicBezTo>
                <a:cubicBezTo>
                  <a:pt x="1115018" y="563034"/>
                  <a:pt x="1115018" y="563034"/>
                  <a:pt x="1115018" y="563034"/>
                </a:cubicBezTo>
                <a:cubicBezTo>
                  <a:pt x="1115018" y="557897"/>
                  <a:pt x="1111147" y="554101"/>
                  <a:pt x="1106366" y="554101"/>
                </a:cubicBezTo>
                <a:cubicBezTo>
                  <a:pt x="1082685" y="554101"/>
                  <a:pt x="1082685" y="554101"/>
                  <a:pt x="1082685" y="554101"/>
                </a:cubicBezTo>
                <a:cubicBezTo>
                  <a:pt x="1078133" y="554101"/>
                  <a:pt x="1073578" y="557897"/>
                  <a:pt x="1073578" y="563034"/>
                </a:cubicBezTo>
                <a:cubicBezTo>
                  <a:pt x="1073578" y="578658"/>
                  <a:pt x="1073578" y="578658"/>
                  <a:pt x="1073578" y="578658"/>
                </a:cubicBezTo>
                <a:cubicBezTo>
                  <a:pt x="1061737" y="561023"/>
                  <a:pt x="1038515" y="548743"/>
                  <a:pt x="1011188" y="548743"/>
                </a:cubicBezTo>
                <a:close/>
                <a:moveTo>
                  <a:pt x="532343" y="498739"/>
                </a:moveTo>
                <a:cubicBezTo>
                  <a:pt x="591315" y="498739"/>
                  <a:pt x="632986" y="544056"/>
                  <a:pt x="632986" y="603214"/>
                </a:cubicBezTo>
                <a:cubicBezTo>
                  <a:pt x="632986" y="637816"/>
                  <a:pt x="618868" y="667505"/>
                  <a:pt x="595642" y="686259"/>
                </a:cubicBezTo>
                <a:cubicBezTo>
                  <a:pt x="577197" y="639601"/>
                  <a:pt x="577197" y="639601"/>
                  <a:pt x="577197" y="639601"/>
                </a:cubicBezTo>
                <a:cubicBezTo>
                  <a:pt x="575604" y="635584"/>
                  <a:pt x="572416" y="632234"/>
                  <a:pt x="565357" y="632234"/>
                </a:cubicBezTo>
                <a:cubicBezTo>
                  <a:pt x="541451" y="632234"/>
                  <a:pt x="541451" y="632234"/>
                  <a:pt x="541451" y="632234"/>
                </a:cubicBezTo>
                <a:cubicBezTo>
                  <a:pt x="535530" y="632234"/>
                  <a:pt x="530749" y="636030"/>
                  <a:pt x="533482" y="643397"/>
                </a:cubicBezTo>
                <a:cubicBezTo>
                  <a:pt x="557617" y="704787"/>
                  <a:pt x="557617" y="704787"/>
                  <a:pt x="557617" y="704787"/>
                </a:cubicBezTo>
                <a:cubicBezTo>
                  <a:pt x="549649" y="706794"/>
                  <a:pt x="541222" y="707913"/>
                  <a:pt x="532343" y="707913"/>
                </a:cubicBezTo>
                <a:cubicBezTo>
                  <a:pt x="473367" y="707913"/>
                  <a:pt x="431700" y="662597"/>
                  <a:pt x="431700" y="603214"/>
                </a:cubicBezTo>
                <a:cubicBezTo>
                  <a:pt x="431700" y="544056"/>
                  <a:pt x="473367" y="498739"/>
                  <a:pt x="532343" y="498739"/>
                </a:cubicBezTo>
                <a:close/>
                <a:moveTo>
                  <a:pt x="1165113" y="465253"/>
                </a:moveTo>
                <a:cubicBezTo>
                  <a:pt x="1160331" y="465253"/>
                  <a:pt x="1156005" y="469495"/>
                  <a:pt x="1156005" y="474183"/>
                </a:cubicBezTo>
                <a:cubicBezTo>
                  <a:pt x="1156005" y="474183"/>
                  <a:pt x="1156005" y="474183"/>
                  <a:pt x="1156005" y="732467"/>
                </a:cubicBezTo>
                <a:cubicBezTo>
                  <a:pt x="1156005" y="737157"/>
                  <a:pt x="1160331" y="741396"/>
                  <a:pt x="1165113" y="741396"/>
                </a:cubicBezTo>
                <a:cubicBezTo>
                  <a:pt x="1165113" y="741396"/>
                  <a:pt x="1165113" y="741396"/>
                  <a:pt x="1188564" y="741396"/>
                </a:cubicBezTo>
                <a:cubicBezTo>
                  <a:pt x="1193804" y="741396"/>
                  <a:pt x="1197446" y="737157"/>
                  <a:pt x="1197446" y="732467"/>
                </a:cubicBezTo>
                <a:cubicBezTo>
                  <a:pt x="1197446" y="732467"/>
                  <a:pt x="1197446" y="732467"/>
                  <a:pt x="1197446" y="474183"/>
                </a:cubicBezTo>
                <a:cubicBezTo>
                  <a:pt x="1197446" y="469495"/>
                  <a:pt x="1193804" y="465253"/>
                  <a:pt x="1188564" y="465253"/>
                </a:cubicBezTo>
                <a:cubicBezTo>
                  <a:pt x="1188564" y="465253"/>
                  <a:pt x="1188564" y="465253"/>
                  <a:pt x="1165113" y="465253"/>
                </a:cubicBezTo>
                <a:close/>
                <a:moveTo>
                  <a:pt x="532343" y="460120"/>
                </a:moveTo>
                <a:cubicBezTo>
                  <a:pt x="451964" y="460120"/>
                  <a:pt x="387072" y="521285"/>
                  <a:pt x="387072" y="603214"/>
                </a:cubicBezTo>
                <a:cubicBezTo>
                  <a:pt x="387072" y="685143"/>
                  <a:pt x="451964" y="746532"/>
                  <a:pt x="532343" y="746532"/>
                </a:cubicBezTo>
                <a:cubicBezTo>
                  <a:pt x="546003" y="746532"/>
                  <a:pt x="559437" y="744746"/>
                  <a:pt x="571961" y="741396"/>
                </a:cubicBezTo>
                <a:cubicBezTo>
                  <a:pt x="587673" y="781134"/>
                  <a:pt x="587673" y="781134"/>
                  <a:pt x="587673" y="781134"/>
                </a:cubicBezTo>
                <a:cubicBezTo>
                  <a:pt x="589267" y="785597"/>
                  <a:pt x="592454" y="788277"/>
                  <a:pt x="598374" y="788277"/>
                </a:cubicBezTo>
                <a:cubicBezTo>
                  <a:pt x="623420" y="788277"/>
                  <a:pt x="623420" y="788277"/>
                  <a:pt x="623420" y="788277"/>
                </a:cubicBezTo>
                <a:cubicBezTo>
                  <a:pt x="629340" y="788277"/>
                  <a:pt x="633895" y="784260"/>
                  <a:pt x="630934" y="776892"/>
                </a:cubicBezTo>
                <a:cubicBezTo>
                  <a:pt x="610669" y="724656"/>
                  <a:pt x="610669" y="724656"/>
                  <a:pt x="610669" y="724656"/>
                </a:cubicBezTo>
                <a:cubicBezTo>
                  <a:pt x="650972" y="699875"/>
                  <a:pt x="677614" y="655899"/>
                  <a:pt x="677614" y="603214"/>
                </a:cubicBezTo>
                <a:cubicBezTo>
                  <a:pt x="677614" y="521285"/>
                  <a:pt x="612718" y="460120"/>
                  <a:pt x="532343" y="460120"/>
                </a:cubicBezTo>
                <a:close/>
                <a:moveTo>
                  <a:pt x="0" y="0"/>
                </a:moveTo>
                <a:lnTo>
                  <a:pt x="9144000" y="0"/>
                </a:lnTo>
                <a:lnTo>
                  <a:pt x="9144000" y="6858000"/>
                </a:lnTo>
                <a:lnTo>
                  <a:pt x="0" y="6858000"/>
                </a:lnTo>
                <a:close/>
              </a:path>
            </a:pathLst>
          </a:custGeom>
          <a:noFill/>
        </p:spPr>
        <p:txBody>
          <a:bodyPr wrap="square" lIns="503998" tIns="5400000" rIns="0" anchor="t">
            <a:noAutofit/>
          </a:bodyPr>
          <a:lstStyle>
            <a:lvl1pPr marL="0" indent="0">
              <a:buNone/>
              <a:defRPr sz="2800"/>
            </a:lvl1pPr>
          </a:lstStyle>
          <a:p>
            <a:r>
              <a:rPr lang="en-US" dirty="0"/>
              <a:t>Drag and drop an image onto the slide to insert photo</a:t>
            </a:r>
          </a:p>
        </p:txBody>
      </p:sp>
      <p:sp>
        <p:nvSpPr>
          <p:cNvPr id="23" name="Text Placeholder 22">
            <a:extLst>
              <a:ext uri="{FF2B5EF4-FFF2-40B4-BE49-F238E27FC236}">
                <a16:creationId xmlns:a16="http://schemas.microsoft.com/office/drawing/2014/main" id="{9E473B40-4535-D651-9591-50C493873603}"/>
              </a:ext>
            </a:extLst>
          </p:cNvPr>
          <p:cNvSpPr>
            <a:spLocks noGrp="1"/>
          </p:cNvSpPr>
          <p:nvPr>
            <p:ph type="body" sz="quarter" idx="16"/>
          </p:nvPr>
        </p:nvSpPr>
        <p:spPr>
          <a:xfrm>
            <a:off x="0" y="0"/>
            <a:ext cx="12192000" cy="6858000"/>
          </a:xfrm>
          <a:custGeom>
            <a:avLst/>
            <a:gdLst>
              <a:gd name="connsiteX0" fmla="*/ 1497096 w 9144000"/>
              <a:gd name="connsiteY0" fmla="*/ 586917 h 6858000"/>
              <a:gd name="connsiteX1" fmla="*/ 1555614 w 9144000"/>
              <a:gd name="connsiteY1" fmla="*/ 647861 h 6858000"/>
              <a:gd name="connsiteX2" fmla="*/ 1497096 w 9144000"/>
              <a:gd name="connsiteY2" fmla="*/ 708580 h 6858000"/>
              <a:gd name="connsiteX3" fmla="*/ 1438579 w 9144000"/>
              <a:gd name="connsiteY3" fmla="*/ 647861 h 6858000"/>
              <a:gd name="connsiteX4" fmla="*/ 1497096 w 9144000"/>
              <a:gd name="connsiteY4" fmla="*/ 586917 h 6858000"/>
              <a:gd name="connsiteX5" fmla="*/ 1015515 w 9144000"/>
              <a:gd name="connsiteY5" fmla="*/ 586917 h 6858000"/>
              <a:gd name="connsiteX6" fmla="*/ 1074032 w 9144000"/>
              <a:gd name="connsiteY6" fmla="*/ 647861 h 6858000"/>
              <a:gd name="connsiteX7" fmla="*/ 1015515 w 9144000"/>
              <a:gd name="connsiteY7" fmla="*/ 709029 h 6858000"/>
              <a:gd name="connsiteX8" fmla="*/ 956997 w 9144000"/>
              <a:gd name="connsiteY8" fmla="*/ 647861 h 6858000"/>
              <a:gd name="connsiteX9" fmla="*/ 1015515 w 9144000"/>
              <a:gd name="connsiteY9" fmla="*/ 586917 h 6858000"/>
              <a:gd name="connsiteX10" fmla="*/ 1672649 w 9144000"/>
              <a:gd name="connsiteY10" fmla="*/ 554101 h 6858000"/>
              <a:gd name="connsiteX11" fmla="*/ 1662177 w 9144000"/>
              <a:gd name="connsiteY11" fmla="*/ 561469 h 6858000"/>
              <a:gd name="connsiteX12" fmla="*/ 1595687 w 9144000"/>
              <a:gd name="connsiteY12" fmla="*/ 732021 h 6858000"/>
              <a:gd name="connsiteX13" fmla="*/ 1602065 w 9144000"/>
              <a:gd name="connsiteY13" fmla="*/ 741396 h 6858000"/>
              <a:gd name="connsiteX14" fmla="*/ 1627565 w 9144000"/>
              <a:gd name="connsiteY14" fmla="*/ 741396 h 6858000"/>
              <a:gd name="connsiteX15" fmla="*/ 1638041 w 9144000"/>
              <a:gd name="connsiteY15" fmla="*/ 734477 h 6858000"/>
              <a:gd name="connsiteX16" fmla="*/ 1686996 w 9144000"/>
              <a:gd name="connsiteY16" fmla="*/ 605670 h 6858000"/>
              <a:gd name="connsiteX17" fmla="*/ 1735951 w 9144000"/>
              <a:gd name="connsiteY17" fmla="*/ 734477 h 6858000"/>
              <a:gd name="connsiteX18" fmla="*/ 1746194 w 9144000"/>
              <a:gd name="connsiteY18" fmla="*/ 741396 h 6858000"/>
              <a:gd name="connsiteX19" fmla="*/ 1769649 w 9144000"/>
              <a:gd name="connsiteY19" fmla="*/ 741396 h 6858000"/>
              <a:gd name="connsiteX20" fmla="*/ 1780122 w 9144000"/>
              <a:gd name="connsiteY20" fmla="*/ 734477 h 6858000"/>
              <a:gd name="connsiteX21" fmla="*/ 1830216 w 9144000"/>
              <a:gd name="connsiteY21" fmla="*/ 605670 h 6858000"/>
              <a:gd name="connsiteX22" fmla="*/ 1878716 w 9144000"/>
              <a:gd name="connsiteY22" fmla="*/ 734477 h 6858000"/>
              <a:gd name="connsiteX23" fmla="*/ 1889191 w 9144000"/>
              <a:gd name="connsiteY23" fmla="*/ 741396 h 6858000"/>
              <a:gd name="connsiteX24" fmla="*/ 1913782 w 9144000"/>
              <a:gd name="connsiteY24" fmla="*/ 741396 h 6858000"/>
              <a:gd name="connsiteX25" fmla="*/ 1924254 w 9144000"/>
              <a:gd name="connsiteY25" fmla="*/ 734477 h 6858000"/>
              <a:gd name="connsiteX26" fmla="*/ 1973209 w 9144000"/>
              <a:gd name="connsiteY26" fmla="*/ 605670 h 6858000"/>
              <a:gd name="connsiteX27" fmla="*/ 2022848 w 9144000"/>
              <a:gd name="connsiteY27" fmla="*/ 734477 h 6858000"/>
              <a:gd name="connsiteX28" fmla="*/ 2033324 w 9144000"/>
              <a:gd name="connsiteY28" fmla="*/ 741396 h 6858000"/>
              <a:gd name="connsiteX29" fmla="*/ 2056775 w 9144000"/>
              <a:gd name="connsiteY29" fmla="*/ 741396 h 6858000"/>
              <a:gd name="connsiteX30" fmla="*/ 2067022 w 9144000"/>
              <a:gd name="connsiteY30" fmla="*/ 734477 h 6858000"/>
              <a:gd name="connsiteX31" fmla="*/ 2116432 w 9144000"/>
              <a:gd name="connsiteY31" fmla="*/ 606340 h 6858000"/>
              <a:gd name="connsiteX32" fmla="*/ 2164932 w 9144000"/>
              <a:gd name="connsiteY32" fmla="*/ 734477 h 6858000"/>
              <a:gd name="connsiteX33" fmla="*/ 2175404 w 9144000"/>
              <a:gd name="connsiteY33" fmla="*/ 741396 h 6858000"/>
              <a:gd name="connsiteX34" fmla="*/ 2201592 w 9144000"/>
              <a:gd name="connsiteY34" fmla="*/ 741396 h 6858000"/>
              <a:gd name="connsiteX35" fmla="*/ 2207967 w 9144000"/>
              <a:gd name="connsiteY35" fmla="*/ 732021 h 6858000"/>
              <a:gd name="connsiteX36" fmla="*/ 2141477 w 9144000"/>
              <a:gd name="connsiteY36" fmla="*/ 561469 h 6858000"/>
              <a:gd name="connsiteX37" fmla="*/ 2131231 w 9144000"/>
              <a:gd name="connsiteY37" fmla="*/ 554101 h 6858000"/>
              <a:gd name="connsiteX38" fmla="*/ 2102543 w 9144000"/>
              <a:gd name="connsiteY38" fmla="*/ 554101 h 6858000"/>
              <a:gd name="connsiteX39" fmla="*/ 2092067 w 9144000"/>
              <a:gd name="connsiteY39" fmla="*/ 561469 h 6858000"/>
              <a:gd name="connsiteX40" fmla="*/ 2045619 w 9144000"/>
              <a:gd name="connsiteY40" fmla="*/ 686034 h 6858000"/>
              <a:gd name="connsiteX41" fmla="*/ 1997803 w 9144000"/>
              <a:gd name="connsiteY41" fmla="*/ 561469 h 6858000"/>
              <a:gd name="connsiteX42" fmla="*/ 1987556 w 9144000"/>
              <a:gd name="connsiteY42" fmla="*/ 554101 h 6858000"/>
              <a:gd name="connsiteX43" fmla="*/ 1959094 w 9144000"/>
              <a:gd name="connsiteY43" fmla="*/ 554101 h 6858000"/>
              <a:gd name="connsiteX44" fmla="*/ 1948848 w 9144000"/>
              <a:gd name="connsiteY44" fmla="*/ 561469 h 6858000"/>
              <a:gd name="connsiteX45" fmla="*/ 1901941 w 9144000"/>
              <a:gd name="connsiteY45" fmla="*/ 686034 h 6858000"/>
              <a:gd name="connsiteX46" fmla="*/ 1854806 w 9144000"/>
              <a:gd name="connsiteY46" fmla="*/ 561469 h 6858000"/>
              <a:gd name="connsiteX47" fmla="*/ 1844563 w 9144000"/>
              <a:gd name="connsiteY47" fmla="*/ 554101 h 6858000"/>
              <a:gd name="connsiteX48" fmla="*/ 1816326 w 9144000"/>
              <a:gd name="connsiteY48" fmla="*/ 554101 h 6858000"/>
              <a:gd name="connsiteX49" fmla="*/ 1805854 w 9144000"/>
              <a:gd name="connsiteY49" fmla="*/ 561469 h 6858000"/>
              <a:gd name="connsiteX50" fmla="*/ 1758493 w 9144000"/>
              <a:gd name="connsiteY50" fmla="*/ 686034 h 6858000"/>
              <a:gd name="connsiteX51" fmla="*/ 1711587 w 9144000"/>
              <a:gd name="connsiteY51" fmla="*/ 561469 h 6858000"/>
              <a:gd name="connsiteX52" fmla="*/ 1701340 w 9144000"/>
              <a:gd name="connsiteY52" fmla="*/ 554101 h 6858000"/>
              <a:gd name="connsiteX53" fmla="*/ 1672649 w 9144000"/>
              <a:gd name="connsiteY53" fmla="*/ 554101 h 6858000"/>
              <a:gd name="connsiteX54" fmla="*/ 713135 w 9144000"/>
              <a:gd name="connsiteY54" fmla="*/ 554101 h 6858000"/>
              <a:gd name="connsiteX55" fmla="*/ 703798 w 9144000"/>
              <a:gd name="connsiteY55" fmla="*/ 562809 h 6858000"/>
              <a:gd name="connsiteX56" fmla="*/ 703798 w 9144000"/>
              <a:gd name="connsiteY56" fmla="*/ 666168 h 6858000"/>
              <a:gd name="connsiteX57" fmla="*/ 784403 w 9144000"/>
              <a:gd name="connsiteY57" fmla="*/ 746532 h 6858000"/>
              <a:gd name="connsiteX58" fmla="*/ 846337 w 9144000"/>
              <a:gd name="connsiteY58" fmla="*/ 717513 h 6858000"/>
              <a:gd name="connsiteX59" fmla="*/ 846337 w 9144000"/>
              <a:gd name="connsiteY59" fmla="*/ 733136 h 6858000"/>
              <a:gd name="connsiteX60" fmla="*/ 855216 w 9144000"/>
              <a:gd name="connsiteY60" fmla="*/ 741396 h 6858000"/>
              <a:gd name="connsiteX61" fmla="*/ 878671 w 9144000"/>
              <a:gd name="connsiteY61" fmla="*/ 741396 h 6858000"/>
              <a:gd name="connsiteX62" fmla="*/ 887778 w 9144000"/>
              <a:gd name="connsiteY62" fmla="*/ 732915 h 6858000"/>
              <a:gd name="connsiteX63" fmla="*/ 887778 w 9144000"/>
              <a:gd name="connsiteY63" fmla="*/ 563034 h 6858000"/>
              <a:gd name="connsiteX64" fmla="*/ 878671 w 9144000"/>
              <a:gd name="connsiteY64" fmla="*/ 554101 h 6858000"/>
              <a:gd name="connsiteX65" fmla="*/ 855216 w 9144000"/>
              <a:gd name="connsiteY65" fmla="*/ 554101 h 6858000"/>
              <a:gd name="connsiteX66" fmla="*/ 846337 w 9144000"/>
              <a:gd name="connsiteY66" fmla="*/ 562809 h 6858000"/>
              <a:gd name="connsiteX67" fmla="*/ 846337 w 9144000"/>
              <a:gd name="connsiteY67" fmla="*/ 659916 h 6858000"/>
              <a:gd name="connsiteX68" fmla="*/ 795104 w 9144000"/>
              <a:gd name="connsiteY68" fmla="*/ 711261 h 6858000"/>
              <a:gd name="connsiteX69" fmla="*/ 745239 w 9144000"/>
              <a:gd name="connsiteY69" fmla="*/ 659470 h 6858000"/>
              <a:gd name="connsiteX70" fmla="*/ 745239 w 9144000"/>
              <a:gd name="connsiteY70" fmla="*/ 562809 h 6858000"/>
              <a:gd name="connsiteX71" fmla="*/ 736587 w 9144000"/>
              <a:gd name="connsiteY71" fmla="*/ 554101 h 6858000"/>
              <a:gd name="connsiteX72" fmla="*/ 713135 w 9144000"/>
              <a:gd name="connsiteY72" fmla="*/ 554101 h 6858000"/>
              <a:gd name="connsiteX73" fmla="*/ 1497096 w 9144000"/>
              <a:gd name="connsiteY73" fmla="*/ 548968 h 6858000"/>
              <a:gd name="connsiteX74" fmla="*/ 1396909 w 9144000"/>
              <a:gd name="connsiteY74" fmla="*/ 647861 h 6858000"/>
              <a:gd name="connsiteX75" fmla="*/ 1497096 w 9144000"/>
              <a:gd name="connsiteY75" fmla="*/ 746532 h 6858000"/>
              <a:gd name="connsiteX76" fmla="*/ 1597510 w 9144000"/>
              <a:gd name="connsiteY76" fmla="*/ 647861 h 6858000"/>
              <a:gd name="connsiteX77" fmla="*/ 1497096 w 9144000"/>
              <a:gd name="connsiteY77" fmla="*/ 548968 h 6858000"/>
              <a:gd name="connsiteX78" fmla="*/ 1323134 w 9144000"/>
              <a:gd name="connsiteY78" fmla="*/ 548743 h 6858000"/>
              <a:gd name="connsiteX79" fmla="*/ 1224544 w 9144000"/>
              <a:gd name="connsiteY79" fmla="*/ 647861 h 6858000"/>
              <a:gd name="connsiteX80" fmla="*/ 1323134 w 9144000"/>
              <a:gd name="connsiteY80" fmla="*/ 746532 h 6858000"/>
              <a:gd name="connsiteX81" fmla="*/ 1384613 w 9144000"/>
              <a:gd name="connsiteY81" fmla="*/ 727779 h 6858000"/>
              <a:gd name="connsiteX82" fmla="*/ 1386433 w 9144000"/>
              <a:gd name="connsiteY82" fmla="*/ 714832 h 6858000"/>
              <a:gd name="connsiteX83" fmla="*/ 1374596 w 9144000"/>
              <a:gd name="connsiteY83" fmla="*/ 700100 h 6858000"/>
              <a:gd name="connsiteX84" fmla="*/ 1360704 w 9144000"/>
              <a:gd name="connsiteY84" fmla="*/ 698090 h 6858000"/>
              <a:gd name="connsiteX85" fmla="*/ 1324502 w 9144000"/>
              <a:gd name="connsiteY85" fmla="*/ 709475 h 6858000"/>
              <a:gd name="connsiteX86" fmla="*/ 1266665 w 9144000"/>
              <a:gd name="connsiteY86" fmla="*/ 647861 h 6858000"/>
              <a:gd name="connsiteX87" fmla="*/ 1324502 w 9144000"/>
              <a:gd name="connsiteY87" fmla="*/ 585801 h 6858000"/>
              <a:gd name="connsiteX88" fmla="*/ 1361387 w 9144000"/>
              <a:gd name="connsiteY88" fmla="*/ 596965 h 6858000"/>
              <a:gd name="connsiteX89" fmla="*/ 1375276 w 9144000"/>
              <a:gd name="connsiteY89" fmla="*/ 595401 h 6858000"/>
              <a:gd name="connsiteX90" fmla="*/ 1386433 w 9144000"/>
              <a:gd name="connsiteY90" fmla="*/ 580222 h 6858000"/>
              <a:gd name="connsiteX91" fmla="*/ 1384613 w 9144000"/>
              <a:gd name="connsiteY91" fmla="*/ 567272 h 6858000"/>
              <a:gd name="connsiteX92" fmla="*/ 1323134 w 9144000"/>
              <a:gd name="connsiteY92" fmla="*/ 548743 h 6858000"/>
              <a:gd name="connsiteX93" fmla="*/ 1011188 w 9144000"/>
              <a:gd name="connsiteY93" fmla="*/ 548743 h 6858000"/>
              <a:gd name="connsiteX94" fmla="*/ 914872 w 9144000"/>
              <a:gd name="connsiteY94" fmla="*/ 647415 h 6858000"/>
              <a:gd name="connsiteX95" fmla="*/ 1010734 w 9144000"/>
              <a:gd name="connsiteY95" fmla="*/ 746532 h 6858000"/>
              <a:gd name="connsiteX96" fmla="*/ 1073578 w 9144000"/>
              <a:gd name="connsiteY96" fmla="*/ 716394 h 6858000"/>
              <a:gd name="connsiteX97" fmla="*/ 1073578 w 9144000"/>
              <a:gd name="connsiteY97" fmla="*/ 732915 h 6858000"/>
              <a:gd name="connsiteX98" fmla="*/ 1082685 w 9144000"/>
              <a:gd name="connsiteY98" fmla="*/ 741396 h 6858000"/>
              <a:gd name="connsiteX99" fmla="*/ 1106366 w 9144000"/>
              <a:gd name="connsiteY99" fmla="*/ 741396 h 6858000"/>
              <a:gd name="connsiteX100" fmla="*/ 1115018 w 9144000"/>
              <a:gd name="connsiteY100" fmla="*/ 732915 h 6858000"/>
              <a:gd name="connsiteX101" fmla="*/ 1115018 w 9144000"/>
              <a:gd name="connsiteY101" fmla="*/ 563034 h 6858000"/>
              <a:gd name="connsiteX102" fmla="*/ 1106366 w 9144000"/>
              <a:gd name="connsiteY102" fmla="*/ 554101 h 6858000"/>
              <a:gd name="connsiteX103" fmla="*/ 1082685 w 9144000"/>
              <a:gd name="connsiteY103" fmla="*/ 554101 h 6858000"/>
              <a:gd name="connsiteX104" fmla="*/ 1073578 w 9144000"/>
              <a:gd name="connsiteY104" fmla="*/ 563034 h 6858000"/>
              <a:gd name="connsiteX105" fmla="*/ 1073578 w 9144000"/>
              <a:gd name="connsiteY105" fmla="*/ 578658 h 6858000"/>
              <a:gd name="connsiteX106" fmla="*/ 1011188 w 9144000"/>
              <a:gd name="connsiteY106" fmla="*/ 548743 h 6858000"/>
              <a:gd name="connsiteX107" fmla="*/ 532343 w 9144000"/>
              <a:gd name="connsiteY107" fmla="*/ 498739 h 6858000"/>
              <a:gd name="connsiteX108" fmla="*/ 632986 w 9144000"/>
              <a:gd name="connsiteY108" fmla="*/ 603214 h 6858000"/>
              <a:gd name="connsiteX109" fmla="*/ 595642 w 9144000"/>
              <a:gd name="connsiteY109" fmla="*/ 686259 h 6858000"/>
              <a:gd name="connsiteX110" fmla="*/ 577197 w 9144000"/>
              <a:gd name="connsiteY110" fmla="*/ 639601 h 6858000"/>
              <a:gd name="connsiteX111" fmla="*/ 565357 w 9144000"/>
              <a:gd name="connsiteY111" fmla="*/ 632234 h 6858000"/>
              <a:gd name="connsiteX112" fmla="*/ 541451 w 9144000"/>
              <a:gd name="connsiteY112" fmla="*/ 632234 h 6858000"/>
              <a:gd name="connsiteX113" fmla="*/ 533482 w 9144000"/>
              <a:gd name="connsiteY113" fmla="*/ 643397 h 6858000"/>
              <a:gd name="connsiteX114" fmla="*/ 557617 w 9144000"/>
              <a:gd name="connsiteY114" fmla="*/ 704787 h 6858000"/>
              <a:gd name="connsiteX115" fmla="*/ 532343 w 9144000"/>
              <a:gd name="connsiteY115" fmla="*/ 707913 h 6858000"/>
              <a:gd name="connsiteX116" fmla="*/ 431700 w 9144000"/>
              <a:gd name="connsiteY116" fmla="*/ 603214 h 6858000"/>
              <a:gd name="connsiteX117" fmla="*/ 532343 w 9144000"/>
              <a:gd name="connsiteY117" fmla="*/ 498739 h 6858000"/>
              <a:gd name="connsiteX118" fmla="*/ 1165113 w 9144000"/>
              <a:gd name="connsiteY118" fmla="*/ 465253 h 6858000"/>
              <a:gd name="connsiteX119" fmla="*/ 1156005 w 9144000"/>
              <a:gd name="connsiteY119" fmla="*/ 474183 h 6858000"/>
              <a:gd name="connsiteX120" fmla="*/ 1156005 w 9144000"/>
              <a:gd name="connsiteY120" fmla="*/ 732467 h 6858000"/>
              <a:gd name="connsiteX121" fmla="*/ 1165113 w 9144000"/>
              <a:gd name="connsiteY121" fmla="*/ 741396 h 6858000"/>
              <a:gd name="connsiteX122" fmla="*/ 1188564 w 9144000"/>
              <a:gd name="connsiteY122" fmla="*/ 741396 h 6858000"/>
              <a:gd name="connsiteX123" fmla="*/ 1197446 w 9144000"/>
              <a:gd name="connsiteY123" fmla="*/ 732467 h 6858000"/>
              <a:gd name="connsiteX124" fmla="*/ 1197446 w 9144000"/>
              <a:gd name="connsiteY124" fmla="*/ 474183 h 6858000"/>
              <a:gd name="connsiteX125" fmla="*/ 1188564 w 9144000"/>
              <a:gd name="connsiteY125" fmla="*/ 465253 h 6858000"/>
              <a:gd name="connsiteX126" fmla="*/ 1165113 w 9144000"/>
              <a:gd name="connsiteY126" fmla="*/ 465253 h 6858000"/>
              <a:gd name="connsiteX127" fmla="*/ 532343 w 9144000"/>
              <a:gd name="connsiteY127" fmla="*/ 460120 h 6858000"/>
              <a:gd name="connsiteX128" fmla="*/ 387072 w 9144000"/>
              <a:gd name="connsiteY128" fmla="*/ 603214 h 6858000"/>
              <a:gd name="connsiteX129" fmla="*/ 532343 w 9144000"/>
              <a:gd name="connsiteY129" fmla="*/ 746532 h 6858000"/>
              <a:gd name="connsiteX130" fmla="*/ 571961 w 9144000"/>
              <a:gd name="connsiteY130" fmla="*/ 741396 h 6858000"/>
              <a:gd name="connsiteX131" fmla="*/ 587673 w 9144000"/>
              <a:gd name="connsiteY131" fmla="*/ 781134 h 6858000"/>
              <a:gd name="connsiteX132" fmla="*/ 598374 w 9144000"/>
              <a:gd name="connsiteY132" fmla="*/ 788277 h 6858000"/>
              <a:gd name="connsiteX133" fmla="*/ 623420 w 9144000"/>
              <a:gd name="connsiteY133" fmla="*/ 788277 h 6858000"/>
              <a:gd name="connsiteX134" fmla="*/ 630934 w 9144000"/>
              <a:gd name="connsiteY134" fmla="*/ 776892 h 6858000"/>
              <a:gd name="connsiteX135" fmla="*/ 610669 w 9144000"/>
              <a:gd name="connsiteY135" fmla="*/ 724656 h 6858000"/>
              <a:gd name="connsiteX136" fmla="*/ 677614 w 9144000"/>
              <a:gd name="connsiteY136" fmla="*/ 603214 h 6858000"/>
              <a:gd name="connsiteX137" fmla="*/ 532343 w 9144000"/>
              <a:gd name="connsiteY137" fmla="*/ 460120 h 6858000"/>
              <a:gd name="connsiteX138" fmla="*/ 0 w 9144000"/>
              <a:gd name="connsiteY138" fmla="*/ 0 h 6858000"/>
              <a:gd name="connsiteX139" fmla="*/ 9144000 w 9144000"/>
              <a:gd name="connsiteY139" fmla="*/ 0 h 6858000"/>
              <a:gd name="connsiteX140" fmla="*/ 9144000 w 9144000"/>
              <a:gd name="connsiteY140" fmla="*/ 6858000 h 6858000"/>
              <a:gd name="connsiteX141" fmla="*/ 0 w 9144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9144000" h="6858000">
                <a:moveTo>
                  <a:pt x="1497096" y="586917"/>
                </a:moveTo>
                <a:cubicBezTo>
                  <a:pt x="1531478" y="586917"/>
                  <a:pt x="1555614" y="613484"/>
                  <a:pt x="1555614" y="647861"/>
                </a:cubicBezTo>
                <a:cubicBezTo>
                  <a:pt x="1555614" y="681792"/>
                  <a:pt x="1531478" y="708580"/>
                  <a:pt x="1497096" y="708580"/>
                </a:cubicBezTo>
                <a:cubicBezTo>
                  <a:pt x="1462940" y="708580"/>
                  <a:pt x="1438579" y="681792"/>
                  <a:pt x="1438579" y="647861"/>
                </a:cubicBezTo>
                <a:cubicBezTo>
                  <a:pt x="1438579" y="613484"/>
                  <a:pt x="1462940" y="586917"/>
                  <a:pt x="1497096" y="586917"/>
                </a:cubicBezTo>
                <a:close/>
                <a:moveTo>
                  <a:pt x="1015515" y="586917"/>
                </a:moveTo>
                <a:cubicBezTo>
                  <a:pt x="1049442" y="586917"/>
                  <a:pt x="1074032" y="613484"/>
                  <a:pt x="1074032" y="647861"/>
                </a:cubicBezTo>
                <a:cubicBezTo>
                  <a:pt x="1074032" y="681792"/>
                  <a:pt x="1049442" y="709029"/>
                  <a:pt x="1015515" y="709029"/>
                </a:cubicBezTo>
                <a:cubicBezTo>
                  <a:pt x="981362" y="709029"/>
                  <a:pt x="956997" y="681792"/>
                  <a:pt x="956997" y="647861"/>
                </a:cubicBezTo>
                <a:cubicBezTo>
                  <a:pt x="956997" y="613484"/>
                  <a:pt x="981362" y="586917"/>
                  <a:pt x="1015515" y="586917"/>
                </a:cubicBezTo>
                <a:close/>
                <a:moveTo>
                  <a:pt x="1672649" y="554101"/>
                </a:moveTo>
                <a:cubicBezTo>
                  <a:pt x="1667867" y="554101"/>
                  <a:pt x="1664225" y="556557"/>
                  <a:pt x="1662177" y="561469"/>
                </a:cubicBezTo>
                <a:cubicBezTo>
                  <a:pt x="1662177" y="561469"/>
                  <a:pt x="1662177" y="561469"/>
                  <a:pt x="1595687" y="732021"/>
                </a:cubicBezTo>
                <a:cubicBezTo>
                  <a:pt x="1593867" y="736708"/>
                  <a:pt x="1596141" y="741396"/>
                  <a:pt x="1602065" y="741396"/>
                </a:cubicBezTo>
                <a:cubicBezTo>
                  <a:pt x="1602065" y="741396"/>
                  <a:pt x="1602065" y="741396"/>
                  <a:pt x="1627565" y="741396"/>
                </a:cubicBezTo>
                <a:cubicBezTo>
                  <a:pt x="1632347" y="741396"/>
                  <a:pt x="1636447" y="739164"/>
                  <a:pt x="1638041" y="734477"/>
                </a:cubicBezTo>
                <a:cubicBezTo>
                  <a:pt x="1638041" y="734477"/>
                  <a:pt x="1638041" y="734477"/>
                  <a:pt x="1686996" y="605670"/>
                </a:cubicBezTo>
                <a:cubicBezTo>
                  <a:pt x="1686996" y="605670"/>
                  <a:pt x="1686996" y="605670"/>
                  <a:pt x="1735951" y="734477"/>
                </a:cubicBezTo>
                <a:cubicBezTo>
                  <a:pt x="1737771" y="739389"/>
                  <a:pt x="1741413" y="741396"/>
                  <a:pt x="1746194" y="741396"/>
                </a:cubicBezTo>
                <a:cubicBezTo>
                  <a:pt x="1746194" y="741396"/>
                  <a:pt x="1746194" y="741396"/>
                  <a:pt x="1769649" y="741396"/>
                </a:cubicBezTo>
                <a:cubicBezTo>
                  <a:pt x="1774431" y="741396"/>
                  <a:pt x="1778073" y="739389"/>
                  <a:pt x="1780122" y="734477"/>
                </a:cubicBezTo>
                <a:cubicBezTo>
                  <a:pt x="1780122" y="734477"/>
                  <a:pt x="1780122" y="734477"/>
                  <a:pt x="1830216" y="605670"/>
                </a:cubicBezTo>
                <a:cubicBezTo>
                  <a:pt x="1830216" y="605670"/>
                  <a:pt x="1830216" y="605670"/>
                  <a:pt x="1878716" y="734477"/>
                </a:cubicBezTo>
                <a:cubicBezTo>
                  <a:pt x="1880764" y="739164"/>
                  <a:pt x="1884407" y="741396"/>
                  <a:pt x="1889191" y="741396"/>
                </a:cubicBezTo>
                <a:cubicBezTo>
                  <a:pt x="1889191" y="741396"/>
                  <a:pt x="1889191" y="741396"/>
                  <a:pt x="1913782" y="741396"/>
                </a:cubicBezTo>
                <a:cubicBezTo>
                  <a:pt x="1918563" y="741396"/>
                  <a:pt x="1922205" y="739164"/>
                  <a:pt x="1924254" y="734477"/>
                </a:cubicBezTo>
                <a:cubicBezTo>
                  <a:pt x="1924254" y="734477"/>
                  <a:pt x="1924254" y="734477"/>
                  <a:pt x="1973209" y="605670"/>
                </a:cubicBezTo>
                <a:cubicBezTo>
                  <a:pt x="1973209" y="605670"/>
                  <a:pt x="1973209" y="605670"/>
                  <a:pt x="2022848" y="734477"/>
                </a:cubicBezTo>
                <a:cubicBezTo>
                  <a:pt x="2024897" y="739389"/>
                  <a:pt x="2028539" y="741396"/>
                  <a:pt x="2033324" y="741396"/>
                </a:cubicBezTo>
                <a:cubicBezTo>
                  <a:pt x="2033324" y="741396"/>
                  <a:pt x="2033324" y="741396"/>
                  <a:pt x="2056775" y="741396"/>
                </a:cubicBezTo>
                <a:cubicBezTo>
                  <a:pt x="2061557" y="741396"/>
                  <a:pt x="2064973" y="739389"/>
                  <a:pt x="2067022" y="734477"/>
                </a:cubicBezTo>
                <a:cubicBezTo>
                  <a:pt x="2067022" y="734477"/>
                  <a:pt x="2067022" y="734477"/>
                  <a:pt x="2116432" y="606340"/>
                </a:cubicBezTo>
                <a:cubicBezTo>
                  <a:pt x="2116432" y="606340"/>
                  <a:pt x="2116432" y="606340"/>
                  <a:pt x="2164932" y="734477"/>
                </a:cubicBezTo>
                <a:cubicBezTo>
                  <a:pt x="2166526" y="739164"/>
                  <a:pt x="2170623" y="741396"/>
                  <a:pt x="2175404" y="741396"/>
                </a:cubicBezTo>
                <a:cubicBezTo>
                  <a:pt x="2175404" y="741396"/>
                  <a:pt x="2175404" y="741396"/>
                  <a:pt x="2201592" y="741396"/>
                </a:cubicBezTo>
                <a:cubicBezTo>
                  <a:pt x="2207512" y="741396"/>
                  <a:pt x="2210016" y="736708"/>
                  <a:pt x="2207967" y="732021"/>
                </a:cubicBezTo>
                <a:cubicBezTo>
                  <a:pt x="2207967" y="732021"/>
                  <a:pt x="2207967" y="732021"/>
                  <a:pt x="2141477" y="561469"/>
                </a:cubicBezTo>
                <a:cubicBezTo>
                  <a:pt x="2139428" y="556557"/>
                  <a:pt x="2136015" y="554101"/>
                  <a:pt x="2131231" y="554101"/>
                </a:cubicBezTo>
                <a:cubicBezTo>
                  <a:pt x="2131231" y="554101"/>
                  <a:pt x="2131231" y="554101"/>
                  <a:pt x="2102543" y="554101"/>
                </a:cubicBezTo>
                <a:cubicBezTo>
                  <a:pt x="2097762" y="554101"/>
                  <a:pt x="2094116" y="556557"/>
                  <a:pt x="2092067" y="561469"/>
                </a:cubicBezTo>
                <a:cubicBezTo>
                  <a:pt x="2092067" y="561469"/>
                  <a:pt x="2092067" y="561469"/>
                  <a:pt x="2045619" y="686034"/>
                </a:cubicBezTo>
                <a:cubicBezTo>
                  <a:pt x="2045619" y="686034"/>
                  <a:pt x="2045619" y="686034"/>
                  <a:pt x="1997803" y="561469"/>
                </a:cubicBezTo>
                <a:cubicBezTo>
                  <a:pt x="1995751" y="556557"/>
                  <a:pt x="1992109" y="554101"/>
                  <a:pt x="1987556" y="554101"/>
                </a:cubicBezTo>
                <a:cubicBezTo>
                  <a:pt x="1987556" y="554101"/>
                  <a:pt x="1987556" y="554101"/>
                  <a:pt x="1959094" y="554101"/>
                </a:cubicBezTo>
                <a:cubicBezTo>
                  <a:pt x="1954310" y="554101"/>
                  <a:pt x="1950897" y="556557"/>
                  <a:pt x="1948848" y="561469"/>
                </a:cubicBezTo>
                <a:cubicBezTo>
                  <a:pt x="1948848" y="561469"/>
                  <a:pt x="1948848" y="561469"/>
                  <a:pt x="1901941" y="686034"/>
                </a:cubicBezTo>
                <a:cubicBezTo>
                  <a:pt x="1901941" y="686034"/>
                  <a:pt x="1901941" y="686034"/>
                  <a:pt x="1854806" y="561469"/>
                </a:cubicBezTo>
                <a:cubicBezTo>
                  <a:pt x="1852986" y="556557"/>
                  <a:pt x="1849344" y="554101"/>
                  <a:pt x="1844563" y="554101"/>
                </a:cubicBezTo>
                <a:cubicBezTo>
                  <a:pt x="1844563" y="554101"/>
                  <a:pt x="1844563" y="554101"/>
                  <a:pt x="1816326" y="554101"/>
                </a:cubicBezTo>
                <a:cubicBezTo>
                  <a:pt x="1811545" y="554101"/>
                  <a:pt x="1807903" y="556557"/>
                  <a:pt x="1805854" y="561469"/>
                </a:cubicBezTo>
                <a:cubicBezTo>
                  <a:pt x="1805854" y="561469"/>
                  <a:pt x="1805854" y="561469"/>
                  <a:pt x="1758493" y="686034"/>
                </a:cubicBezTo>
                <a:cubicBezTo>
                  <a:pt x="1758493" y="686034"/>
                  <a:pt x="1758493" y="686034"/>
                  <a:pt x="1711587" y="561469"/>
                </a:cubicBezTo>
                <a:cubicBezTo>
                  <a:pt x="1709538" y="556557"/>
                  <a:pt x="1706121" y="554101"/>
                  <a:pt x="1701340" y="554101"/>
                </a:cubicBezTo>
                <a:cubicBezTo>
                  <a:pt x="1701340" y="554101"/>
                  <a:pt x="1701340" y="554101"/>
                  <a:pt x="1672649" y="554101"/>
                </a:cubicBezTo>
                <a:close/>
                <a:moveTo>
                  <a:pt x="713135" y="554101"/>
                </a:moveTo>
                <a:cubicBezTo>
                  <a:pt x="708350" y="554101"/>
                  <a:pt x="703798" y="557897"/>
                  <a:pt x="703798" y="562809"/>
                </a:cubicBezTo>
                <a:cubicBezTo>
                  <a:pt x="703798" y="562809"/>
                  <a:pt x="703798" y="562809"/>
                  <a:pt x="703798" y="666168"/>
                </a:cubicBezTo>
                <a:cubicBezTo>
                  <a:pt x="703798" y="714162"/>
                  <a:pt x="734538" y="746532"/>
                  <a:pt x="784403" y="746532"/>
                </a:cubicBezTo>
                <a:cubicBezTo>
                  <a:pt x="814233" y="746532"/>
                  <a:pt x="834497" y="734701"/>
                  <a:pt x="846337" y="717513"/>
                </a:cubicBezTo>
                <a:cubicBezTo>
                  <a:pt x="846337" y="717513"/>
                  <a:pt x="846337" y="717513"/>
                  <a:pt x="846337" y="733136"/>
                </a:cubicBezTo>
                <a:cubicBezTo>
                  <a:pt x="846337" y="737824"/>
                  <a:pt x="850664" y="741396"/>
                  <a:pt x="855216" y="741396"/>
                </a:cubicBezTo>
                <a:cubicBezTo>
                  <a:pt x="855216" y="741396"/>
                  <a:pt x="855216" y="741396"/>
                  <a:pt x="878671" y="741396"/>
                </a:cubicBezTo>
                <a:cubicBezTo>
                  <a:pt x="883452" y="741396"/>
                  <a:pt x="887778" y="737603"/>
                  <a:pt x="887778" y="732915"/>
                </a:cubicBezTo>
                <a:cubicBezTo>
                  <a:pt x="887778" y="732915"/>
                  <a:pt x="887778" y="732915"/>
                  <a:pt x="887778" y="563034"/>
                </a:cubicBezTo>
                <a:cubicBezTo>
                  <a:pt x="887778" y="557897"/>
                  <a:pt x="883452" y="554101"/>
                  <a:pt x="878671" y="554101"/>
                </a:cubicBezTo>
                <a:cubicBezTo>
                  <a:pt x="878671" y="554101"/>
                  <a:pt x="878671" y="554101"/>
                  <a:pt x="855216" y="554101"/>
                </a:cubicBezTo>
                <a:cubicBezTo>
                  <a:pt x="850664" y="554101"/>
                  <a:pt x="846337" y="557897"/>
                  <a:pt x="846337" y="562809"/>
                </a:cubicBezTo>
                <a:cubicBezTo>
                  <a:pt x="846337" y="562809"/>
                  <a:pt x="846337" y="562809"/>
                  <a:pt x="846337" y="659916"/>
                </a:cubicBezTo>
                <a:cubicBezTo>
                  <a:pt x="846337" y="689830"/>
                  <a:pt x="827209" y="711261"/>
                  <a:pt x="795104" y="711261"/>
                </a:cubicBezTo>
                <a:cubicBezTo>
                  <a:pt x="762090" y="711261"/>
                  <a:pt x="745239" y="690721"/>
                  <a:pt x="745239" y="659470"/>
                </a:cubicBezTo>
                <a:cubicBezTo>
                  <a:pt x="745239" y="659470"/>
                  <a:pt x="745239" y="659470"/>
                  <a:pt x="745239" y="562809"/>
                </a:cubicBezTo>
                <a:cubicBezTo>
                  <a:pt x="745239" y="557897"/>
                  <a:pt x="741368" y="554101"/>
                  <a:pt x="736587" y="554101"/>
                </a:cubicBezTo>
                <a:cubicBezTo>
                  <a:pt x="736587" y="554101"/>
                  <a:pt x="736587" y="554101"/>
                  <a:pt x="713135" y="554101"/>
                </a:cubicBezTo>
                <a:close/>
                <a:moveTo>
                  <a:pt x="1497096" y="548968"/>
                </a:moveTo>
                <a:cubicBezTo>
                  <a:pt x="1441308" y="548968"/>
                  <a:pt x="1396909" y="592053"/>
                  <a:pt x="1396909" y="647861"/>
                </a:cubicBezTo>
                <a:cubicBezTo>
                  <a:pt x="1396909" y="703893"/>
                  <a:pt x="1441308" y="746532"/>
                  <a:pt x="1497096" y="746532"/>
                </a:cubicBezTo>
                <a:cubicBezTo>
                  <a:pt x="1552881" y="746532"/>
                  <a:pt x="1597510" y="703893"/>
                  <a:pt x="1597510" y="647861"/>
                </a:cubicBezTo>
                <a:cubicBezTo>
                  <a:pt x="1597510" y="592053"/>
                  <a:pt x="1552881" y="548968"/>
                  <a:pt x="1497096" y="548968"/>
                </a:cubicBezTo>
                <a:close/>
                <a:moveTo>
                  <a:pt x="1323134" y="548743"/>
                </a:moveTo>
                <a:cubicBezTo>
                  <a:pt x="1263932" y="548743"/>
                  <a:pt x="1224544" y="591608"/>
                  <a:pt x="1224544" y="647861"/>
                </a:cubicBezTo>
                <a:cubicBezTo>
                  <a:pt x="1224544" y="703893"/>
                  <a:pt x="1263932" y="746532"/>
                  <a:pt x="1323134" y="746532"/>
                </a:cubicBezTo>
                <a:cubicBezTo>
                  <a:pt x="1346589" y="746532"/>
                  <a:pt x="1368217" y="739834"/>
                  <a:pt x="1384613" y="727779"/>
                </a:cubicBezTo>
                <a:cubicBezTo>
                  <a:pt x="1387346" y="725772"/>
                  <a:pt x="1391672" y="721085"/>
                  <a:pt x="1386433" y="714832"/>
                </a:cubicBezTo>
                <a:lnTo>
                  <a:pt x="1374596" y="700100"/>
                </a:lnTo>
                <a:cubicBezTo>
                  <a:pt x="1369811" y="693848"/>
                  <a:pt x="1365030" y="695858"/>
                  <a:pt x="1360704" y="698090"/>
                </a:cubicBezTo>
                <a:cubicBezTo>
                  <a:pt x="1350231" y="703893"/>
                  <a:pt x="1338616" y="709475"/>
                  <a:pt x="1324502" y="709475"/>
                </a:cubicBezTo>
                <a:cubicBezTo>
                  <a:pt x="1289661" y="709475"/>
                  <a:pt x="1266665" y="682462"/>
                  <a:pt x="1266665" y="647861"/>
                </a:cubicBezTo>
                <a:cubicBezTo>
                  <a:pt x="1266665" y="613038"/>
                  <a:pt x="1289661" y="585801"/>
                  <a:pt x="1324502" y="585801"/>
                </a:cubicBezTo>
                <a:cubicBezTo>
                  <a:pt x="1338616" y="585801"/>
                  <a:pt x="1351141" y="590713"/>
                  <a:pt x="1361387" y="596965"/>
                </a:cubicBezTo>
                <a:cubicBezTo>
                  <a:pt x="1365714" y="599867"/>
                  <a:pt x="1370950" y="601428"/>
                  <a:pt x="1375276" y="595401"/>
                </a:cubicBezTo>
                <a:cubicBezTo>
                  <a:pt x="1375276" y="595401"/>
                  <a:pt x="1375276" y="595401"/>
                  <a:pt x="1386433" y="580222"/>
                </a:cubicBezTo>
                <a:cubicBezTo>
                  <a:pt x="1391217" y="573525"/>
                  <a:pt x="1387346" y="569283"/>
                  <a:pt x="1384613" y="567272"/>
                </a:cubicBezTo>
                <a:cubicBezTo>
                  <a:pt x="1368217" y="555220"/>
                  <a:pt x="1346589" y="548743"/>
                  <a:pt x="1323134" y="548743"/>
                </a:cubicBezTo>
                <a:close/>
                <a:moveTo>
                  <a:pt x="1011188" y="548743"/>
                </a:moveTo>
                <a:cubicBezTo>
                  <a:pt x="959501" y="548743"/>
                  <a:pt x="914872" y="588927"/>
                  <a:pt x="914872" y="647415"/>
                </a:cubicBezTo>
                <a:cubicBezTo>
                  <a:pt x="914872" y="706794"/>
                  <a:pt x="959501" y="746532"/>
                  <a:pt x="1010734" y="746532"/>
                </a:cubicBezTo>
                <a:cubicBezTo>
                  <a:pt x="1038515" y="746532"/>
                  <a:pt x="1061282" y="734031"/>
                  <a:pt x="1073578" y="716394"/>
                </a:cubicBezTo>
                <a:cubicBezTo>
                  <a:pt x="1073578" y="732915"/>
                  <a:pt x="1073578" y="732915"/>
                  <a:pt x="1073578" y="732915"/>
                </a:cubicBezTo>
                <a:cubicBezTo>
                  <a:pt x="1073578" y="737603"/>
                  <a:pt x="1078133" y="741396"/>
                  <a:pt x="1082685" y="741396"/>
                </a:cubicBezTo>
                <a:cubicBezTo>
                  <a:pt x="1106366" y="741396"/>
                  <a:pt x="1106366" y="741396"/>
                  <a:pt x="1106366" y="741396"/>
                </a:cubicBezTo>
                <a:cubicBezTo>
                  <a:pt x="1111147" y="741396"/>
                  <a:pt x="1115018" y="737603"/>
                  <a:pt x="1115018" y="732915"/>
                </a:cubicBezTo>
                <a:cubicBezTo>
                  <a:pt x="1115018" y="563034"/>
                  <a:pt x="1115018" y="563034"/>
                  <a:pt x="1115018" y="563034"/>
                </a:cubicBezTo>
                <a:cubicBezTo>
                  <a:pt x="1115018" y="557897"/>
                  <a:pt x="1111147" y="554101"/>
                  <a:pt x="1106366" y="554101"/>
                </a:cubicBezTo>
                <a:cubicBezTo>
                  <a:pt x="1082685" y="554101"/>
                  <a:pt x="1082685" y="554101"/>
                  <a:pt x="1082685" y="554101"/>
                </a:cubicBezTo>
                <a:cubicBezTo>
                  <a:pt x="1078133" y="554101"/>
                  <a:pt x="1073578" y="557897"/>
                  <a:pt x="1073578" y="563034"/>
                </a:cubicBezTo>
                <a:cubicBezTo>
                  <a:pt x="1073578" y="578658"/>
                  <a:pt x="1073578" y="578658"/>
                  <a:pt x="1073578" y="578658"/>
                </a:cubicBezTo>
                <a:cubicBezTo>
                  <a:pt x="1061737" y="561023"/>
                  <a:pt x="1038515" y="548743"/>
                  <a:pt x="1011188" y="548743"/>
                </a:cubicBezTo>
                <a:close/>
                <a:moveTo>
                  <a:pt x="532343" y="498739"/>
                </a:moveTo>
                <a:cubicBezTo>
                  <a:pt x="591315" y="498739"/>
                  <a:pt x="632986" y="544056"/>
                  <a:pt x="632986" y="603214"/>
                </a:cubicBezTo>
                <a:cubicBezTo>
                  <a:pt x="632986" y="637816"/>
                  <a:pt x="618868" y="667505"/>
                  <a:pt x="595642" y="686259"/>
                </a:cubicBezTo>
                <a:cubicBezTo>
                  <a:pt x="577197" y="639601"/>
                  <a:pt x="577197" y="639601"/>
                  <a:pt x="577197" y="639601"/>
                </a:cubicBezTo>
                <a:cubicBezTo>
                  <a:pt x="575604" y="635584"/>
                  <a:pt x="572416" y="632234"/>
                  <a:pt x="565357" y="632234"/>
                </a:cubicBezTo>
                <a:cubicBezTo>
                  <a:pt x="541451" y="632234"/>
                  <a:pt x="541451" y="632234"/>
                  <a:pt x="541451" y="632234"/>
                </a:cubicBezTo>
                <a:cubicBezTo>
                  <a:pt x="535530" y="632234"/>
                  <a:pt x="530749" y="636030"/>
                  <a:pt x="533482" y="643397"/>
                </a:cubicBezTo>
                <a:cubicBezTo>
                  <a:pt x="557617" y="704787"/>
                  <a:pt x="557617" y="704787"/>
                  <a:pt x="557617" y="704787"/>
                </a:cubicBezTo>
                <a:cubicBezTo>
                  <a:pt x="549649" y="706794"/>
                  <a:pt x="541222" y="707913"/>
                  <a:pt x="532343" y="707913"/>
                </a:cubicBezTo>
                <a:cubicBezTo>
                  <a:pt x="473367" y="707913"/>
                  <a:pt x="431700" y="662597"/>
                  <a:pt x="431700" y="603214"/>
                </a:cubicBezTo>
                <a:cubicBezTo>
                  <a:pt x="431700" y="544056"/>
                  <a:pt x="473367" y="498739"/>
                  <a:pt x="532343" y="498739"/>
                </a:cubicBezTo>
                <a:close/>
                <a:moveTo>
                  <a:pt x="1165113" y="465253"/>
                </a:moveTo>
                <a:cubicBezTo>
                  <a:pt x="1160331" y="465253"/>
                  <a:pt x="1156005" y="469495"/>
                  <a:pt x="1156005" y="474183"/>
                </a:cubicBezTo>
                <a:cubicBezTo>
                  <a:pt x="1156005" y="474183"/>
                  <a:pt x="1156005" y="474183"/>
                  <a:pt x="1156005" y="732467"/>
                </a:cubicBezTo>
                <a:cubicBezTo>
                  <a:pt x="1156005" y="737157"/>
                  <a:pt x="1160331" y="741396"/>
                  <a:pt x="1165113" y="741396"/>
                </a:cubicBezTo>
                <a:cubicBezTo>
                  <a:pt x="1165113" y="741396"/>
                  <a:pt x="1165113" y="741396"/>
                  <a:pt x="1188564" y="741396"/>
                </a:cubicBezTo>
                <a:cubicBezTo>
                  <a:pt x="1193804" y="741396"/>
                  <a:pt x="1197446" y="737157"/>
                  <a:pt x="1197446" y="732467"/>
                </a:cubicBezTo>
                <a:cubicBezTo>
                  <a:pt x="1197446" y="732467"/>
                  <a:pt x="1197446" y="732467"/>
                  <a:pt x="1197446" y="474183"/>
                </a:cubicBezTo>
                <a:cubicBezTo>
                  <a:pt x="1197446" y="469495"/>
                  <a:pt x="1193804" y="465253"/>
                  <a:pt x="1188564" y="465253"/>
                </a:cubicBezTo>
                <a:cubicBezTo>
                  <a:pt x="1188564" y="465253"/>
                  <a:pt x="1188564" y="465253"/>
                  <a:pt x="1165113" y="465253"/>
                </a:cubicBezTo>
                <a:close/>
                <a:moveTo>
                  <a:pt x="532343" y="460120"/>
                </a:moveTo>
                <a:cubicBezTo>
                  <a:pt x="451964" y="460120"/>
                  <a:pt x="387072" y="521285"/>
                  <a:pt x="387072" y="603214"/>
                </a:cubicBezTo>
                <a:cubicBezTo>
                  <a:pt x="387072" y="685143"/>
                  <a:pt x="451964" y="746532"/>
                  <a:pt x="532343" y="746532"/>
                </a:cubicBezTo>
                <a:cubicBezTo>
                  <a:pt x="546003" y="746532"/>
                  <a:pt x="559437" y="744746"/>
                  <a:pt x="571961" y="741396"/>
                </a:cubicBezTo>
                <a:cubicBezTo>
                  <a:pt x="587673" y="781134"/>
                  <a:pt x="587673" y="781134"/>
                  <a:pt x="587673" y="781134"/>
                </a:cubicBezTo>
                <a:cubicBezTo>
                  <a:pt x="589267" y="785597"/>
                  <a:pt x="592454" y="788277"/>
                  <a:pt x="598374" y="788277"/>
                </a:cubicBezTo>
                <a:cubicBezTo>
                  <a:pt x="623420" y="788277"/>
                  <a:pt x="623420" y="788277"/>
                  <a:pt x="623420" y="788277"/>
                </a:cubicBezTo>
                <a:cubicBezTo>
                  <a:pt x="629340" y="788277"/>
                  <a:pt x="633895" y="784260"/>
                  <a:pt x="630934" y="776892"/>
                </a:cubicBezTo>
                <a:cubicBezTo>
                  <a:pt x="610669" y="724656"/>
                  <a:pt x="610669" y="724656"/>
                  <a:pt x="610669" y="724656"/>
                </a:cubicBezTo>
                <a:cubicBezTo>
                  <a:pt x="650972" y="699875"/>
                  <a:pt x="677614" y="655899"/>
                  <a:pt x="677614" y="603214"/>
                </a:cubicBezTo>
                <a:cubicBezTo>
                  <a:pt x="677614" y="521285"/>
                  <a:pt x="612718" y="460120"/>
                  <a:pt x="532343" y="460120"/>
                </a:cubicBezTo>
                <a:close/>
                <a:moveTo>
                  <a:pt x="0" y="0"/>
                </a:moveTo>
                <a:lnTo>
                  <a:pt x="9144000" y="0"/>
                </a:lnTo>
                <a:lnTo>
                  <a:pt x="9144000" y="6858000"/>
                </a:lnTo>
                <a:lnTo>
                  <a:pt x="0" y="6858000"/>
                </a:lnTo>
                <a:close/>
              </a:path>
            </a:pathLst>
          </a:custGeom>
          <a:gradFill>
            <a:gsLst>
              <a:gs pos="39000">
                <a:srgbClr val="202B3F">
                  <a:alpha val="65483"/>
                </a:srgbClr>
              </a:gs>
              <a:gs pos="0">
                <a:srgbClr val="202B3F">
                  <a:alpha val="73000"/>
                </a:srgbClr>
              </a:gs>
              <a:gs pos="99000">
                <a:srgbClr val="202B3F">
                  <a:alpha val="0"/>
                </a:srgbClr>
              </a:gs>
            </a:gsLst>
            <a:lin ang="0" scaled="0"/>
          </a:gradFill>
        </p:spPr>
        <p:txBody>
          <a:bodyPr wrap="square" lIns="72000">
            <a:noAutofit/>
          </a:bodyPr>
          <a:lstStyle>
            <a:lvl1pPr>
              <a:defRPr>
                <a:noFill/>
              </a:defRPr>
            </a:lvl1pPr>
          </a:lstStyle>
          <a:p>
            <a:pPr lvl="0"/>
            <a:r>
              <a:rPr lang="en-US"/>
              <a:t>Click to edit Master text styles</a:t>
            </a:r>
          </a:p>
        </p:txBody>
      </p:sp>
      <p:sp>
        <p:nvSpPr>
          <p:cNvPr id="4" name="Title 2">
            <a:extLst>
              <a:ext uri="{FF2B5EF4-FFF2-40B4-BE49-F238E27FC236}">
                <a16:creationId xmlns:a16="http://schemas.microsoft.com/office/drawing/2014/main" id="{AE26A26D-3BB6-3DA7-C72C-3F2C422C0EEE}"/>
              </a:ext>
            </a:extLst>
          </p:cNvPr>
          <p:cNvSpPr>
            <a:spLocks noGrp="1"/>
          </p:cNvSpPr>
          <p:nvPr>
            <p:ph type="title" hasCustomPrompt="1"/>
          </p:nvPr>
        </p:nvSpPr>
        <p:spPr bwMode="gray">
          <a:xfrm>
            <a:off x="515938" y="1628775"/>
            <a:ext cx="5107311" cy="2160588"/>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dirty="0">
                <a:solidFill>
                  <a:srgbClr val="FFFFFE"/>
                </a:solidFill>
                <a:ea typeface="Alfabet" pitchFamily="2" charset="0"/>
                <a:cs typeface="Microsoft Sans Serif" panose="020B0604020202020204" pitchFamily="34" charset="0"/>
              </a:rPr>
              <a:t>Presentation </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title goes here</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4 lines</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maximum</a:t>
            </a:r>
            <a:endParaRPr lang="en-US" dirty="0"/>
          </a:p>
        </p:txBody>
      </p:sp>
      <p:sp>
        <p:nvSpPr>
          <p:cNvPr id="3" name="Freeform 2">
            <a:extLst>
              <a:ext uri="{FF2B5EF4-FFF2-40B4-BE49-F238E27FC236}">
                <a16:creationId xmlns:a16="http://schemas.microsoft.com/office/drawing/2014/main" id="{CBEF3897-1474-2566-7262-C7BCE9257B5C}"/>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6" name="Text Placeholder 22">
            <a:extLst>
              <a:ext uri="{FF2B5EF4-FFF2-40B4-BE49-F238E27FC236}">
                <a16:creationId xmlns:a16="http://schemas.microsoft.com/office/drawing/2014/main" id="{D371A8F3-0A02-CB9A-F7C7-308948B44F1A}"/>
              </a:ext>
            </a:extLst>
          </p:cNvPr>
          <p:cNvSpPr>
            <a:spLocks noGrp="1"/>
          </p:cNvSpPr>
          <p:nvPr>
            <p:ph type="body" sz="quarter" idx="17"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7" name="Text Placeholder 7">
            <a:extLst>
              <a:ext uri="{FF2B5EF4-FFF2-40B4-BE49-F238E27FC236}">
                <a16:creationId xmlns:a16="http://schemas.microsoft.com/office/drawing/2014/main" id="{EAF9186E-3E7D-6C7D-1C99-2723534E4712}"/>
              </a:ext>
            </a:extLst>
          </p:cNvPr>
          <p:cNvSpPr>
            <a:spLocks noGrp="1"/>
          </p:cNvSpPr>
          <p:nvPr>
            <p:ph type="body" sz="quarter" idx="18"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8" name="Text Placeholder 22">
            <a:extLst>
              <a:ext uri="{FF2B5EF4-FFF2-40B4-BE49-F238E27FC236}">
                <a16:creationId xmlns:a16="http://schemas.microsoft.com/office/drawing/2014/main" id="{5A82AE7B-602B-B131-1590-76A0ED48C617}"/>
              </a:ext>
            </a:extLst>
          </p:cNvPr>
          <p:cNvSpPr>
            <a:spLocks noGrp="1"/>
          </p:cNvSpPr>
          <p:nvPr>
            <p:ph type="body" sz="quarter" idx="14" hasCustomPrompt="1"/>
          </p:nvPr>
        </p:nvSpPr>
        <p:spPr>
          <a:xfrm>
            <a:off x="516470" y="6013956"/>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9" name="Text Placeholder 41">
            <a:extLst>
              <a:ext uri="{FF2B5EF4-FFF2-40B4-BE49-F238E27FC236}">
                <a16:creationId xmlns:a16="http://schemas.microsoft.com/office/drawing/2014/main" id="{995F06FD-CC90-5C5D-BFD4-182D097F382C}"/>
              </a:ext>
            </a:extLst>
          </p:cNvPr>
          <p:cNvSpPr>
            <a:spLocks noGrp="1"/>
          </p:cNvSpPr>
          <p:nvPr>
            <p:ph type="body" sz="quarter" idx="20" hasCustomPrompt="1"/>
          </p:nvPr>
        </p:nvSpPr>
        <p:spPr>
          <a:xfrm>
            <a:off x="515938" y="6294034"/>
            <a:ext cx="11159596" cy="87716"/>
          </a:xfrm>
        </p:spPr>
        <p:txBody>
          <a:bodyPr wrap="square">
            <a:spAutoFit/>
          </a:bodyPr>
          <a:lstStyle>
            <a:lvl1pPr marL="0" indent="0">
              <a:buNone/>
              <a:defRPr sz="600">
                <a:solidFill>
                  <a:schemeClr val="accent6">
                    <a:lumMod val="90000"/>
                  </a:schemeClr>
                </a:solidFill>
              </a:defRPr>
            </a:lvl1pPr>
          </a:lstStyle>
          <a:p>
            <a:pPr lvl="0" algn="l"/>
            <a:r>
              <a:rPr lang="en-US" dirty="0">
                <a:solidFill>
                  <a:schemeClr val="accent6">
                    <a:lumMod val="90000"/>
                  </a:schemeClr>
                </a:solidFill>
              </a:rPr>
              <a:t>Footer</a:t>
            </a:r>
          </a:p>
        </p:txBody>
      </p:sp>
    </p:spTree>
    <p:extLst>
      <p:ext uri="{BB962C8B-B14F-4D97-AF65-F5344CB8AC3E}">
        <p14:creationId xmlns:p14="http://schemas.microsoft.com/office/powerpoint/2010/main" val="2183780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929">
          <p15:clr>
            <a:srgbClr val="FBAE40"/>
          </p15:clr>
        </p15:guide>
        <p15:guide id="3" orient="horz" pos="2568">
          <p15:clr>
            <a:srgbClr val="FBAE40"/>
          </p15:clr>
        </p15:guide>
        <p15:guide id="4" orient="horz" pos="2387">
          <p15:clr>
            <a:srgbClr val="FBAE40"/>
          </p15:clr>
        </p15:guide>
        <p15:guide id="5" orient="horz" pos="2999">
          <p15:clr>
            <a:srgbClr val="FBAE40"/>
          </p15:clr>
        </p15:guide>
        <p15:guide id="6" pos="2506">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Title+Photo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B859C2-4BEA-9848-AC63-40AF86018B01}"/>
              </a:ext>
            </a:extLst>
          </p:cNvPr>
          <p:cNvSpPr>
            <a:spLocks noGrp="1"/>
          </p:cNvSpPr>
          <p:nvPr>
            <p:ph type="title" hasCustomPrompt="1"/>
          </p:nvPr>
        </p:nvSpPr>
        <p:spPr bwMode="gray">
          <a:xfrm>
            <a:off x="515939" y="1628775"/>
            <a:ext cx="4787900" cy="2160588"/>
          </a:xfrm>
        </p:spPr>
        <p:txBody>
          <a:bodyPr wrap="square" anchor="b">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7" name="Freeform 5">
            <a:extLst>
              <a:ext uri="{FF2B5EF4-FFF2-40B4-BE49-F238E27FC236}">
                <a16:creationId xmlns:a16="http://schemas.microsoft.com/office/drawing/2014/main" id="{46137533-882C-88D8-90A3-1DEAC884A3B7}"/>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9" name="Picture Placeholder 8">
            <a:extLst>
              <a:ext uri="{FF2B5EF4-FFF2-40B4-BE49-F238E27FC236}">
                <a16:creationId xmlns:a16="http://schemas.microsoft.com/office/drawing/2014/main" id="{947AA84A-3CF7-B9C3-8501-1FFC409EE64F}"/>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
        <p:nvSpPr>
          <p:cNvPr id="37" name="Text Placeholder 22">
            <a:extLst>
              <a:ext uri="{FF2B5EF4-FFF2-40B4-BE49-F238E27FC236}">
                <a16:creationId xmlns:a16="http://schemas.microsoft.com/office/drawing/2014/main" id="{BA4D2F14-120B-4E69-A3A9-9FAEBB400531}"/>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38" name="Text Placeholder 7">
            <a:extLst>
              <a:ext uri="{FF2B5EF4-FFF2-40B4-BE49-F238E27FC236}">
                <a16:creationId xmlns:a16="http://schemas.microsoft.com/office/drawing/2014/main" id="{AE3FB894-076C-8FDF-1FA9-E12B8F248F34}"/>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39" name="TextBox 38">
            <a:extLst>
              <a:ext uri="{FF2B5EF4-FFF2-40B4-BE49-F238E27FC236}">
                <a16:creationId xmlns:a16="http://schemas.microsoft.com/office/drawing/2014/main" id="{C13BD2E5-35CD-9DA2-AFD9-A6861AE35E12}"/>
              </a:ext>
            </a:extLst>
          </p:cNvPr>
          <p:cNvSpPr txBox="1"/>
          <p:nvPr/>
        </p:nvSpPr>
        <p:spPr>
          <a:xfrm>
            <a:off x="516469" y="619607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40" name="Text Placeholder 22">
            <a:extLst>
              <a:ext uri="{FF2B5EF4-FFF2-40B4-BE49-F238E27FC236}">
                <a16:creationId xmlns:a16="http://schemas.microsoft.com/office/drawing/2014/main" id="{0FF5A32D-CDAC-034B-AE3A-048DAE5EF0FE}"/>
              </a:ext>
            </a:extLst>
          </p:cNvPr>
          <p:cNvSpPr>
            <a:spLocks noGrp="1"/>
          </p:cNvSpPr>
          <p:nvPr>
            <p:ph type="body" sz="quarter" idx="15" hasCustomPrompt="1"/>
          </p:nvPr>
        </p:nvSpPr>
        <p:spPr>
          <a:xfrm>
            <a:off x="516470" y="594334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217197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Title+Photo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76B047-B3CB-334D-D7F4-B842FB3D8A89}"/>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6" name="Freeform 5">
            <a:extLst>
              <a:ext uri="{FF2B5EF4-FFF2-40B4-BE49-F238E27FC236}">
                <a16:creationId xmlns:a16="http://schemas.microsoft.com/office/drawing/2014/main" id="{DE796232-3335-8DE4-4134-75915A483ADC}"/>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6" name="Picture Placeholder 35">
            <a:extLst>
              <a:ext uri="{FF2B5EF4-FFF2-40B4-BE49-F238E27FC236}">
                <a16:creationId xmlns:a16="http://schemas.microsoft.com/office/drawing/2014/main" id="{0C2C7EDC-5434-AC1A-80D9-DE5C5553098A}"/>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
        <p:nvSpPr>
          <p:cNvPr id="8" name="Text Placeholder 22">
            <a:extLst>
              <a:ext uri="{FF2B5EF4-FFF2-40B4-BE49-F238E27FC236}">
                <a16:creationId xmlns:a16="http://schemas.microsoft.com/office/drawing/2014/main" id="{B246B469-96F8-404C-038B-37FBBEA0BF29}"/>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9" name="Text Placeholder 7">
            <a:extLst>
              <a:ext uri="{FF2B5EF4-FFF2-40B4-BE49-F238E27FC236}">
                <a16:creationId xmlns:a16="http://schemas.microsoft.com/office/drawing/2014/main" id="{9F7C3871-EA9D-914F-A780-236BE80C23EC}"/>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10" name="TextBox 9">
            <a:extLst>
              <a:ext uri="{FF2B5EF4-FFF2-40B4-BE49-F238E27FC236}">
                <a16:creationId xmlns:a16="http://schemas.microsoft.com/office/drawing/2014/main" id="{66F143F7-4F8F-147F-5949-BF8534E427E5}"/>
              </a:ext>
            </a:extLst>
          </p:cNvPr>
          <p:cNvSpPr txBox="1"/>
          <p:nvPr/>
        </p:nvSpPr>
        <p:spPr>
          <a:xfrm>
            <a:off x="516469" y="619607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11" name="Text Placeholder 22">
            <a:extLst>
              <a:ext uri="{FF2B5EF4-FFF2-40B4-BE49-F238E27FC236}">
                <a16:creationId xmlns:a16="http://schemas.microsoft.com/office/drawing/2014/main" id="{18F758F4-0071-8DDB-A256-49F6A1313950}"/>
              </a:ext>
            </a:extLst>
          </p:cNvPr>
          <p:cNvSpPr>
            <a:spLocks noGrp="1"/>
          </p:cNvSpPr>
          <p:nvPr>
            <p:ph type="body" sz="quarter" idx="15" hasCustomPrompt="1"/>
          </p:nvPr>
        </p:nvSpPr>
        <p:spPr>
          <a:xfrm>
            <a:off x="516470" y="594334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373686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Title+Photo_Grey">
    <p:bg>
      <p:bgPr>
        <a:solidFill>
          <a:srgbClr val="EFF1F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85B3C7-6442-1485-863A-E4B7FF5300D7}"/>
              </a:ext>
            </a:extLst>
          </p:cNvPr>
          <p:cNvSpPr>
            <a:spLocks noGrp="1"/>
          </p:cNvSpPr>
          <p:nvPr>
            <p:ph type="title" hasCustomPrompt="1"/>
          </p:nvPr>
        </p:nvSpPr>
        <p:spPr>
          <a:xfrm>
            <a:off x="515939" y="1640842"/>
            <a:ext cx="4787900" cy="2148523"/>
          </a:xfrm>
        </p:spPr>
        <p:txBody>
          <a:bodyPr anchor="b"/>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baseline="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Presentation </a:t>
            </a:r>
            <a:br>
              <a:rPr lang="en-US" dirty="0"/>
            </a:br>
            <a:r>
              <a:rPr lang="en-US" dirty="0"/>
              <a:t>title goes here</a:t>
            </a:r>
            <a:br>
              <a:rPr lang="en-US" dirty="0"/>
            </a:br>
            <a:r>
              <a:rPr lang="en-US" dirty="0"/>
              <a:t>four lines</a:t>
            </a:r>
            <a:br>
              <a:rPr lang="en-US" dirty="0"/>
            </a:br>
            <a:r>
              <a:rPr lang="en-US" dirty="0"/>
              <a:t>maximum</a:t>
            </a:r>
          </a:p>
        </p:txBody>
      </p:sp>
      <p:sp>
        <p:nvSpPr>
          <p:cNvPr id="7" name="Freeform 5">
            <a:extLst>
              <a:ext uri="{FF2B5EF4-FFF2-40B4-BE49-F238E27FC236}">
                <a16:creationId xmlns:a16="http://schemas.microsoft.com/office/drawing/2014/main" id="{89CBAEBC-32C5-D612-1499-978420CC1491}"/>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 name="Picture Placeholder 7">
            <a:extLst>
              <a:ext uri="{FF2B5EF4-FFF2-40B4-BE49-F238E27FC236}">
                <a16:creationId xmlns:a16="http://schemas.microsoft.com/office/drawing/2014/main" id="{B5E0CD4D-F8FF-95CB-86EF-54722FD77A2B}"/>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accent1"/>
                </a:solidFill>
                <a:latin typeface="+mj-lt"/>
                <a:ea typeface="+mn-ea"/>
                <a:cs typeface="+mn-cs"/>
              </a:defRPr>
            </a:lvl1pPr>
          </a:lstStyle>
          <a:p>
            <a:r>
              <a:rPr lang="en-US"/>
              <a:t>Click the icon to insert photo</a:t>
            </a:r>
          </a:p>
        </p:txBody>
      </p:sp>
      <p:sp>
        <p:nvSpPr>
          <p:cNvPr id="6" name="Text Placeholder 22">
            <a:extLst>
              <a:ext uri="{FF2B5EF4-FFF2-40B4-BE49-F238E27FC236}">
                <a16:creationId xmlns:a16="http://schemas.microsoft.com/office/drawing/2014/main" id="{ACEA0166-4C44-E327-125B-2810E0F5B003}"/>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9" name="Text Placeholder 7">
            <a:extLst>
              <a:ext uri="{FF2B5EF4-FFF2-40B4-BE49-F238E27FC236}">
                <a16:creationId xmlns:a16="http://schemas.microsoft.com/office/drawing/2014/main" id="{772605A6-E018-4B7C-B115-CB1025DB925F}"/>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10" name="TextBox 9">
            <a:extLst>
              <a:ext uri="{FF2B5EF4-FFF2-40B4-BE49-F238E27FC236}">
                <a16:creationId xmlns:a16="http://schemas.microsoft.com/office/drawing/2014/main" id="{29B2FD82-79A1-4373-46A8-2AF4E2902BAB}"/>
              </a:ext>
            </a:extLst>
          </p:cNvPr>
          <p:cNvSpPr txBox="1"/>
          <p:nvPr/>
        </p:nvSpPr>
        <p:spPr>
          <a:xfrm>
            <a:off x="516469" y="619607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5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50000"/>
                </a:schemeClr>
              </a:solidFill>
              <a:latin typeface="+mn-lt"/>
              <a:ea typeface="+mn-ea"/>
              <a:cs typeface="+mn-cs"/>
            </a:endParaRPr>
          </a:p>
        </p:txBody>
      </p:sp>
      <p:sp>
        <p:nvSpPr>
          <p:cNvPr id="11" name="Text Placeholder 22">
            <a:extLst>
              <a:ext uri="{FF2B5EF4-FFF2-40B4-BE49-F238E27FC236}">
                <a16:creationId xmlns:a16="http://schemas.microsoft.com/office/drawing/2014/main" id="{0017326D-5293-B330-BB98-83930F7F8C22}"/>
              </a:ext>
            </a:extLst>
          </p:cNvPr>
          <p:cNvSpPr>
            <a:spLocks noGrp="1"/>
          </p:cNvSpPr>
          <p:nvPr>
            <p:ph type="body" sz="quarter" idx="15" hasCustomPrompt="1"/>
          </p:nvPr>
        </p:nvSpPr>
        <p:spPr>
          <a:xfrm>
            <a:off x="516470" y="594334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19910783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Holding slide_Dark Blue">
    <p:bg>
      <p:bgPr>
        <a:solidFill>
          <a:schemeClr val="accent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DF2FF63-7182-5A24-8044-A17E88615B0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8491" t="27215" r="18289" b="25368"/>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5" name="Graphic 4">
            <a:extLst>
              <a:ext uri="{FF2B5EF4-FFF2-40B4-BE49-F238E27FC236}">
                <a16:creationId xmlns:a16="http://schemas.microsoft.com/office/drawing/2014/main" id="{31634265-40CE-F1D5-9EF9-FF2C7B4AB9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8964" y="2537048"/>
            <a:ext cx="4554072" cy="1566928"/>
          </a:xfrm>
          <a:prstGeom prst="rect">
            <a:avLst/>
          </a:prstGeom>
        </p:spPr>
      </p:pic>
    </p:spTree>
    <p:extLst>
      <p:ext uri="{BB962C8B-B14F-4D97-AF65-F5344CB8AC3E}">
        <p14:creationId xmlns:p14="http://schemas.microsoft.com/office/powerpoint/2010/main" val="2112875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Holding slide_Qualcomm Blue">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DF2FF63-7182-5A24-8044-A17E88615B0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8491" t="27215" r="18289" b="25368"/>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5" name="Graphic 4">
            <a:extLst>
              <a:ext uri="{FF2B5EF4-FFF2-40B4-BE49-F238E27FC236}">
                <a16:creationId xmlns:a16="http://schemas.microsoft.com/office/drawing/2014/main" id="{31634265-40CE-F1D5-9EF9-FF2C7B4AB9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8964" y="2537048"/>
            <a:ext cx="4554072" cy="1566928"/>
          </a:xfrm>
          <a:prstGeom prst="rect">
            <a:avLst/>
          </a:prstGeom>
        </p:spPr>
      </p:pic>
    </p:spTree>
    <p:extLst>
      <p:ext uri="{BB962C8B-B14F-4D97-AF65-F5344CB8AC3E}">
        <p14:creationId xmlns:p14="http://schemas.microsoft.com/office/powerpoint/2010/main" val="302162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Agenda_Dark Blue">
    <p:bg>
      <p:bgPr>
        <a:solidFill>
          <a:schemeClr val="accent2"/>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20"/>
            <a:ext cx="5832475" cy="4984761"/>
          </a:xfrm>
          <a:prstGeom prst="rect">
            <a:avLst/>
          </a:prstGeom>
        </p:spPr>
        <p:txBody>
          <a:bodyPr wrap="square" anchor="ctr">
            <a:noAutofit/>
          </a:bodyPr>
          <a:lstStyle>
            <a:lvl1pPr marL="0" indent="0">
              <a:spcBef>
                <a:spcPts val="1500"/>
              </a:spcBef>
              <a:spcAft>
                <a:spcPts val="0"/>
              </a:spcAft>
              <a:buNone/>
              <a:defRPr sz="21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sp>
        <p:nvSpPr>
          <p:cNvPr id="3" name="TextBox 2">
            <a:extLst>
              <a:ext uri="{FF2B5EF4-FFF2-40B4-BE49-F238E27FC236}">
                <a16:creationId xmlns:a16="http://schemas.microsoft.com/office/drawing/2014/main" id="{DCF333EE-339A-2B10-12F5-EDCD3B9BB705}"/>
              </a:ext>
            </a:extLst>
          </p:cNvPr>
          <p:cNvSpPr txBox="1"/>
          <p:nvPr/>
        </p:nvSpPr>
        <p:spPr>
          <a:xfrm>
            <a:off x="876180" y="3150678"/>
            <a:ext cx="1687749" cy="519373"/>
          </a:xfrm>
          <a:prstGeom prst="rect">
            <a:avLst/>
          </a:prstGeom>
          <a:noFill/>
        </p:spPr>
        <p:txBody>
          <a:bodyPr wrap="square">
            <a:spAutoFit/>
          </a:bodyPr>
          <a:lstStyle/>
          <a:p>
            <a:r>
              <a:rPr kumimoji="0" lang="en-US" sz="2775" b="0" i="0" u="none" strike="noStrike" kern="2000" cap="none" spc="-38" normalizeH="0" baseline="0" noProof="0">
                <a:ln>
                  <a:noFill/>
                </a:ln>
                <a:solidFill>
                  <a:srgbClr val="FFFFFF"/>
                </a:solidFill>
                <a:effectLst/>
                <a:uLnTx/>
                <a:uFillTx/>
                <a:latin typeface="Aptos Display" panose="02110004020202020204"/>
                <a:ea typeface="+mj-ea"/>
                <a:cs typeface="+mj-cs"/>
              </a:rPr>
              <a:t>Agenda</a:t>
            </a:r>
            <a:endParaRPr lang="en-US" sz="2775"/>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pic>
        <p:nvPicPr>
          <p:cNvPr id="7" name="Graphic 6">
            <a:extLst>
              <a:ext uri="{FF2B5EF4-FFF2-40B4-BE49-F238E27FC236}">
                <a16:creationId xmlns:a16="http://schemas.microsoft.com/office/drawing/2014/main" id="{54922B49-B62F-A696-B53A-C3B5FF069C2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2212" t="-1336" r="-341" b="1336"/>
          <a:stretch/>
        </p:blipFill>
        <p:spPr>
          <a:xfrm rot="721101">
            <a:off x="-470974" y="1254311"/>
            <a:ext cx="5104057" cy="4343746"/>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Tree>
    <p:extLst>
      <p:ext uri="{BB962C8B-B14F-4D97-AF65-F5344CB8AC3E}">
        <p14:creationId xmlns:p14="http://schemas.microsoft.com/office/powerpoint/2010/main" val="346037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2761">
          <p15:clr>
            <a:srgbClr val="FBAE40"/>
          </p15:clr>
        </p15:guide>
        <p15:guide id="9" pos="5228">
          <p15:clr>
            <a:srgbClr val="FBAE40"/>
          </p15:clr>
        </p15:guide>
        <p15:guide id="12" orient="horz" pos="1752">
          <p15:clr>
            <a:srgbClr val="FBAE40"/>
          </p15:clr>
        </p15:guide>
        <p15:guide id="13" orient="horz" pos="259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Agenda_Qualcomm Blue">
    <p:bg>
      <p:bgPr>
        <a:solidFill>
          <a:schemeClr val="accent1"/>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20"/>
            <a:ext cx="5832475" cy="4984761"/>
          </a:xfrm>
          <a:prstGeom prst="rect">
            <a:avLst/>
          </a:prstGeom>
        </p:spPr>
        <p:txBody>
          <a:bodyPr wrap="square" anchor="ctr">
            <a:noAutofit/>
          </a:bodyPr>
          <a:lstStyle>
            <a:lvl1pPr marL="0" indent="0">
              <a:spcBef>
                <a:spcPts val="1500"/>
              </a:spcBef>
              <a:spcAft>
                <a:spcPts val="0"/>
              </a:spcAft>
              <a:buNone/>
              <a:defRPr sz="21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sp>
        <p:nvSpPr>
          <p:cNvPr id="3" name="TextBox 2">
            <a:extLst>
              <a:ext uri="{FF2B5EF4-FFF2-40B4-BE49-F238E27FC236}">
                <a16:creationId xmlns:a16="http://schemas.microsoft.com/office/drawing/2014/main" id="{DCF333EE-339A-2B10-12F5-EDCD3B9BB705}"/>
              </a:ext>
            </a:extLst>
          </p:cNvPr>
          <p:cNvSpPr txBox="1"/>
          <p:nvPr/>
        </p:nvSpPr>
        <p:spPr>
          <a:xfrm>
            <a:off x="876180" y="3150678"/>
            <a:ext cx="1687749" cy="519373"/>
          </a:xfrm>
          <a:prstGeom prst="rect">
            <a:avLst/>
          </a:prstGeom>
          <a:noFill/>
        </p:spPr>
        <p:txBody>
          <a:bodyPr wrap="square">
            <a:spAutoFit/>
          </a:bodyPr>
          <a:lstStyle/>
          <a:p>
            <a:r>
              <a:rPr kumimoji="0" lang="en-US" sz="2775" b="0" i="0" u="none" strike="noStrike" kern="2000" cap="none" spc="-38" normalizeH="0" baseline="0" noProof="0">
                <a:ln>
                  <a:noFill/>
                </a:ln>
                <a:solidFill>
                  <a:srgbClr val="FFFFFF"/>
                </a:solidFill>
                <a:effectLst/>
                <a:uLnTx/>
                <a:uFillTx/>
                <a:latin typeface="Aptos Display" panose="02110004020202020204"/>
                <a:ea typeface="+mj-ea"/>
                <a:cs typeface="+mj-cs"/>
              </a:rPr>
              <a:t>Agenda</a:t>
            </a:r>
            <a:endParaRPr lang="en-US" sz="2775"/>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pic>
        <p:nvPicPr>
          <p:cNvPr id="7" name="Graphic 6">
            <a:extLst>
              <a:ext uri="{FF2B5EF4-FFF2-40B4-BE49-F238E27FC236}">
                <a16:creationId xmlns:a16="http://schemas.microsoft.com/office/drawing/2014/main" id="{54922B49-B62F-A696-B53A-C3B5FF069C2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2212" t="-1336" r="-341" b="1336"/>
          <a:stretch/>
        </p:blipFill>
        <p:spPr>
          <a:xfrm rot="721101">
            <a:off x="-470974" y="1254311"/>
            <a:ext cx="5104057" cy="4343746"/>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Tree>
    <p:extLst>
      <p:ext uri="{BB962C8B-B14F-4D97-AF65-F5344CB8AC3E}">
        <p14:creationId xmlns:p14="http://schemas.microsoft.com/office/powerpoint/2010/main" val="927684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2761">
          <p15:clr>
            <a:srgbClr val="FBAE40"/>
          </p15:clr>
        </p15:guide>
        <p15:guide id="9" pos="5228">
          <p15:clr>
            <a:srgbClr val="FBAE40"/>
          </p15:clr>
        </p15:guide>
        <p15:guide id="12" orient="horz" pos="1752">
          <p15:clr>
            <a:srgbClr val="FBAE40"/>
          </p15:clr>
        </p15:guide>
        <p15:guide id="13" orient="horz" pos="259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Divider_Dark Blue">
    <p:bg>
      <p:bgPr>
        <a:solidFill>
          <a:schemeClr val="accent2"/>
        </a:solid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56F4BB75-A65B-C928-4300-940A326B325A}"/>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Divider slide title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3 lines maximum lorem ipsum dolor sit </a:t>
            </a:r>
            <a:r>
              <a:rPr lang="en-US" sz="3600" spc="-83" err="1">
                <a:solidFill>
                  <a:srgbClr val="FFFFFE"/>
                </a:solidFill>
                <a:ea typeface="Alfabet" pitchFamily="2" charset="0"/>
                <a:cs typeface="Microsoft Sans Serif" panose="020B0604020202020204" pitchFamily="34" charset="0"/>
              </a:rPr>
              <a:t>amet</a:t>
            </a:r>
            <a:endParaRPr lang="en-US" sz="3600" spc="-83">
              <a:solidFill>
                <a:srgbClr val="FFFFFE"/>
              </a:solidFill>
              <a:ea typeface="Alfabet" pitchFamily="2" charset="0"/>
              <a:cs typeface="Microsoft Sans Serif" panose="020B0604020202020204" pitchFamily="34" charset="0"/>
            </a:endParaRPr>
          </a:p>
        </p:txBody>
      </p:sp>
      <p:grpSp>
        <p:nvGrpSpPr>
          <p:cNvPr id="9" name="Group 8">
            <a:extLst>
              <a:ext uri="{FF2B5EF4-FFF2-40B4-BE49-F238E27FC236}">
                <a16:creationId xmlns:a16="http://schemas.microsoft.com/office/drawing/2014/main" id="{622447FE-C77D-00F6-80F5-15904B30717D}"/>
              </a:ext>
            </a:extLst>
          </p:cNvPr>
          <p:cNvGrpSpPr/>
          <p:nvPr/>
        </p:nvGrpSpPr>
        <p:grpSpPr>
          <a:xfrm>
            <a:off x="6282615" y="2887958"/>
            <a:ext cx="6914631" cy="4773361"/>
            <a:chOff x="7414009" y="2577117"/>
            <a:chExt cx="5592194" cy="5147262"/>
          </a:xfrm>
        </p:grpSpPr>
        <p:pic>
          <p:nvPicPr>
            <p:cNvPr id="11" name="Graphic 10">
              <a:extLst>
                <a:ext uri="{FF2B5EF4-FFF2-40B4-BE49-F238E27FC236}">
                  <a16:creationId xmlns:a16="http://schemas.microsoft.com/office/drawing/2014/main" id="{29149968-8E46-619F-88F9-CB1FF293445D}"/>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2" name="Picture 2">
              <a:extLst>
                <a:ext uri="{FF2B5EF4-FFF2-40B4-BE49-F238E27FC236}">
                  <a16:creationId xmlns:a16="http://schemas.microsoft.com/office/drawing/2014/main" id="{6CC0CF52-27A3-C6BF-5E95-61501A8B0704}"/>
                </a:ext>
              </a:extLst>
            </p:cNvPr>
            <p:cNvPicPr>
              <a:picLocks noChangeAspect="1" noChangeArrowheads="1"/>
            </p:cNvPicPr>
            <p:nvPr userDrawn="1"/>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51581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Divider_Qualcomm Blue">
    <p:bg>
      <p:bgPr>
        <a:solidFill>
          <a:schemeClr val="accent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dirty="0">
                <a:solidFill>
                  <a:srgbClr val="FFFFFE"/>
                </a:solidFill>
                <a:ea typeface="Alfabet" pitchFamily="2" charset="0"/>
                <a:cs typeface="Microsoft Sans Serif" panose="020B0604020202020204" pitchFamily="34" charset="0"/>
              </a:rPr>
              <a:t>Divider slide title </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3 lines maximum lorem ipsum dolor sit </a:t>
            </a:r>
            <a:r>
              <a:rPr lang="en-US" sz="3600" spc="-83" dirty="0" err="1">
                <a:solidFill>
                  <a:srgbClr val="FFFFFE"/>
                </a:solidFill>
                <a:ea typeface="Alfabet" pitchFamily="2" charset="0"/>
                <a:cs typeface="Microsoft Sans Serif" panose="020B0604020202020204" pitchFamily="34" charset="0"/>
              </a:rPr>
              <a:t>amet</a:t>
            </a:r>
            <a:endParaRPr lang="en-US" sz="3600" spc="-83" dirty="0">
              <a:solidFill>
                <a:srgbClr val="FFFFFE"/>
              </a:solidFill>
              <a:ea typeface="Alfabet" pitchFamily="2" charset="0"/>
              <a:cs typeface="Microsoft Sans Serif" panose="020B0604020202020204" pitchFamily="34" charset="0"/>
            </a:endParaRPr>
          </a:p>
        </p:txBody>
      </p:sp>
      <p:grpSp>
        <p:nvGrpSpPr>
          <p:cNvPr id="9" name="Group 8">
            <a:extLst>
              <a:ext uri="{FF2B5EF4-FFF2-40B4-BE49-F238E27FC236}">
                <a16:creationId xmlns:a16="http://schemas.microsoft.com/office/drawing/2014/main" id="{CC96257F-6B78-2388-5552-5CADBD7BFD58}"/>
              </a:ext>
            </a:extLst>
          </p:cNvPr>
          <p:cNvGrpSpPr/>
          <p:nvPr/>
        </p:nvGrpSpPr>
        <p:grpSpPr>
          <a:xfrm>
            <a:off x="6282615" y="2887958"/>
            <a:ext cx="6914631" cy="4773361"/>
            <a:chOff x="7414009" y="2577117"/>
            <a:chExt cx="5592194" cy="5147262"/>
          </a:xfrm>
        </p:grpSpPr>
        <p:pic>
          <p:nvPicPr>
            <p:cNvPr id="10" name="Graphic 9">
              <a:extLst>
                <a:ext uri="{FF2B5EF4-FFF2-40B4-BE49-F238E27FC236}">
                  <a16:creationId xmlns:a16="http://schemas.microsoft.com/office/drawing/2014/main" id="{149ED97A-4A51-B744-4CCB-9463187F2F19}"/>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1" name="Picture 2">
              <a:extLst>
                <a:ext uri="{FF2B5EF4-FFF2-40B4-BE49-F238E27FC236}">
                  <a16:creationId xmlns:a16="http://schemas.microsoft.com/office/drawing/2014/main" id="{D997CF3E-47D8-147C-2551-10507B098A09}"/>
                </a:ext>
              </a:extLst>
            </p:cNvPr>
            <p:cNvPicPr>
              <a:picLocks noChangeAspect="1" noChangeArrowheads="1"/>
            </p:cNvPicPr>
            <p:nvPr userDrawn="1"/>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7014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Divider_Light Grey">
    <p:bg>
      <p:bgPr>
        <a:solidFill>
          <a:srgbClr val="EFF1F5"/>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Divider slide title</a:t>
            </a:r>
            <a:br>
              <a:rPr lang="en-US" dirty="0"/>
            </a:br>
            <a:r>
              <a:rPr lang="en-US" dirty="0"/>
              <a:t>3 lines maximum lorem ipsum dolor sit </a:t>
            </a:r>
            <a:r>
              <a:rPr lang="en-US" dirty="0" err="1"/>
              <a:t>amet</a:t>
            </a:r>
            <a:endParaRPr lang="en-US" sz="3600" spc="-83" dirty="0">
              <a:solidFill>
                <a:srgbClr val="FFFFFE"/>
              </a:solidFill>
              <a:ea typeface="Alfabet" pitchFamily="2" charset="0"/>
              <a:cs typeface="Microsoft Sans Serif" panose="020B0604020202020204" pitchFamily="34" charset="0"/>
            </a:endParaRPr>
          </a:p>
        </p:txBody>
      </p:sp>
      <p:grpSp>
        <p:nvGrpSpPr>
          <p:cNvPr id="11" name="Group 10">
            <a:extLst>
              <a:ext uri="{FF2B5EF4-FFF2-40B4-BE49-F238E27FC236}">
                <a16:creationId xmlns:a16="http://schemas.microsoft.com/office/drawing/2014/main" id="{8A0F5407-4743-690C-1494-4F73F631FA88}"/>
              </a:ext>
            </a:extLst>
          </p:cNvPr>
          <p:cNvGrpSpPr/>
          <p:nvPr/>
        </p:nvGrpSpPr>
        <p:grpSpPr>
          <a:xfrm>
            <a:off x="6282615" y="2887958"/>
            <a:ext cx="6914631" cy="4773361"/>
            <a:chOff x="4711961" y="2887957"/>
            <a:chExt cx="5185973" cy="4773361"/>
          </a:xfrm>
        </p:grpSpPr>
        <p:pic>
          <p:nvPicPr>
            <p:cNvPr id="7" name="Graphic 6">
              <a:extLst>
                <a:ext uri="{FF2B5EF4-FFF2-40B4-BE49-F238E27FC236}">
                  <a16:creationId xmlns:a16="http://schemas.microsoft.com/office/drawing/2014/main" id="{15F2135C-FACD-DD54-0259-60660E588B9D}"/>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4711961" y="2887957"/>
              <a:ext cx="5185973" cy="4773361"/>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0" name="Picture 2">
              <a:extLst>
                <a:ext uri="{FF2B5EF4-FFF2-40B4-BE49-F238E27FC236}">
                  <a16:creationId xmlns:a16="http://schemas.microsoft.com/office/drawing/2014/main" id="{60477C1E-36F1-611F-59E4-648FC767E3A3}"/>
                </a:ext>
              </a:extLst>
            </p:cNvPr>
            <p:cNvPicPr>
              <a:picLocks noChangeAspect="1" noChangeArrowheads="1"/>
            </p:cNvPicPr>
            <p:nvPr userDrawn="1"/>
          </p:nvPicPr>
          <p:blipFill rotWithShape="1">
            <a:blip r:embed="rId4">
              <a:extLst>
                <a:ext uri="{96DAC541-7B7A-43D3-8B79-37D633B846F1}">
                  <asvg:svgBlip xmlns:asvg="http://schemas.microsoft.com/office/drawing/2016/SVG/main" r:embed="rId5"/>
                </a:ext>
              </a:extLst>
            </a:blip>
            <a:srcRect t="-1567" b="-1567"/>
            <a:stretch/>
          </p:blipFill>
          <p:spPr bwMode="auto">
            <a:xfrm>
              <a:off x="7032181" y="4957763"/>
              <a:ext cx="834342" cy="990600"/>
            </a:xfrm>
            <a:prstGeom prst="rect">
              <a:avLst/>
            </a:prstGeom>
            <a:noFill/>
          </p:spPr>
        </p:pic>
      </p:grpSp>
    </p:spTree>
    <p:extLst>
      <p:ext uri="{BB962C8B-B14F-4D97-AF65-F5344CB8AC3E}">
        <p14:creationId xmlns:p14="http://schemas.microsoft.com/office/powerpoint/2010/main" val="14982655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hank you_Dark Blue">
    <p:bg>
      <p:bgPr>
        <a:solidFill>
          <a:schemeClr val="accent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p:nvSpPr>
        <p:spPr bwMode="gray">
          <a:xfrm>
            <a:off x="516467" y="2435886"/>
            <a:ext cx="8725779" cy="978729"/>
          </a:xfrm>
          <a:prstGeom prst="rect">
            <a:avLst/>
          </a:prstGeom>
          <a:noFill/>
        </p:spPr>
        <p:txBody>
          <a:bodyPr wrap="square" lIns="0" tIns="0" rIns="0" bIns="0" rtlCol="0">
            <a:spAutoFit/>
          </a:bodyPr>
          <a:lstStyle/>
          <a:p>
            <a:pPr marL="0" marR="0" lvl="0" indent="0" algn="l" defTabSz="685800" rtl="0" eaLnBrk="1" fontAlgn="auto" latinLnBrk="0" hangingPunct="1">
              <a:lnSpc>
                <a:spcPct val="87000"/>
              </a:lnSpc>
              <a:spcBef>
                <a:spcPts val="0"/>
              </a:spcBef>
              <a:spcAft>
                <a:spcPts val="0"/>
              </a:spcAft>
              <a:buClrTx/>
              <a:buSzTx/>
              <a:buFontTx/>
              <a:buNone/>
              <a:tabLst/>
              <a:defRPr/>
            </a:pPr>
            <a:r>
              <a:rPr kumimoji="0" lang="en-US" sz="7200" u="none" strike="noStrike" kern="1200" cap="none" spc="-225" normalizeH="0" noProof="0" dirty="0">
                <a:ln>
                  <a:noFill/>
                </a:ln>
                <a:effectLst/>
                <a:uLnTx/>
                <a:uFillTx/>
                <a:latin typeface="Aptos" panose="020B0004020202020204" pitchFamily="34" charset="0"/>
                <a:ea typeface="Alfabet" pitchFamily="2" charset="0"/>
              </a:rPr>
              <a:t>T</a:t>
            </a:r>
            <a:r>
              <a:rPr kumimoji="0" lang="en-US" sz="7200" u="none" strike="noStrike" kern="1200" cap="none" spc="-225" normalizeH="0" baseline="0" noProof="0" dirty="0">
                <a:ln>
                  <a:noFill/>
                </a:ln>
                <a:effectLst/>
                <a:uLnTx/>
                <a:uFillTx/>
                <a:latin typeface="Aptos" panose="020B0004020202020204" pitchFamily="34" charset="0"/>
                <a:ea typeface="Alfabet" pitchFamily="2" charset="0"/>
              </a:rPr>
              <a:t>h</a:t>
            </a:r>
            <a:r>
              <a:rPr kumimoji="0" lang="en-US" sz="7200" u="none" strike="noStrike" kern="1200" cap="none" spc="-450" normalizeH="0" noProof="0" dirty="0">
                <a:ln>
                  <a:noFill/>
                </a:ln>
                <a:effectLst/>
                <a:uLnTx/>
                <a:uFillTx/>
                <a:latin typeface="Aptos" panose="020B0004020202020204" pitchFamily="34" charset="0"/>
                <a:ea typeface="Alfabet" pitchFamily="2" charset="0"/>
              </a:rPr>
              <a:t>a</a:t>
            </a:r>
            <a:r>
              <a:rPr kumimoji="0" lang="en-US" sz="7200" u="none" strike="noStrike" kern="1200" cap="none" spc="-338" normalizeH="0" noProof="0" dirty="0">
                <a:ln>
                  <a:noFill/>
                </a:ln>
                <a:effectLst/>
                <a:uLnTx/>
                <a:uFillTx/>
                <a:latin typeface="Aptos" panose="020B0004020202020204" pitchFamily="34" charset="0"/>
                <a:ea typeface="Alfabet" pitchFamily="2" charset="0"/>
              </a:rPr>
              <a:t>n</a:t>
            </a:r>
            <a:r>
              <a:rPr kumimoji="0" lang="en-US" sz="7200" u="none" strike="noStrike" kern="1200" cap="none" spc="-450" normalizeH="0" noProof="0" dirty="0">
                <a:ln>
                  <a:noFill/>
                </a:ln>
                <a:effectLst/>
                <a:uLnTx/>
                <a:uFillTx/>
                <a:latin typeface="Aptos" panose="020B0004020202020204" pitchFamily="34" charset="0"/>
                <a:ea typeface="Alfabet" pitchFamily="2" charset="0"/>
              </a:rPr>
              <a:t>k  </a:t>
            </a:r>
            <a:r>
              <a:rPr kumimoji="0" lang="en-US" sz="7200" u="none" strike="noStrike" kern="1200" cap="none" spc="-60" normalizeH="0" noProof="0" dirty="0">
                <a:ln>
                  <a:noFill/>
                </a:ln>
                <a:effectLst/>
                <a:uLnTx/>
                <a:uFillTx/>
                <a:latin typeface="Aptos" panose="020B0004020202020204" pitchFamily="34" charset="0"/>
                <a:ea typeface="Alfabet" pitchFamily="2" charset="0"/>
              </a:rPr>
              <a:t>y</a:t>
            </a:r>
            <a:r>
              <a:rPr lang="en-US" sz="7200" spc="-225" dirty="0">
                <a:latin typeface="Aptos" panose="020B0004020202020204" pitchFamily="34" charset="0"/>
                <a:ea typeface="Alfabet" pitchFamily="2" charset="0"/>
              </a:rPr>
              <a:t>o</a:t>
            </a:r>
            <a:r>
              <a:rPr kumimoji="0" lang="en-US" sz="7200" u="none" strike="noStrike" kern="1200" cap="none" spc="-225" normalizeH="0" noProof="0" dirty="0">
                <a:ln>
                  <a:noFill/>
                </a:ln>
                <a:effectLst/>
                <a:uLnTx/>
                <a:uFillTx/>
                <a:latin typeface="Aptos" panose="020B0004020202020204" pitchFamily="34" charset="0"/>
                <a:ea typeface="Alfabet" pitchFamily="2" charset="0"/>
              </a:rPr>
              <a:t>u</a:t>
            </a:r>
          </a:p>
        </p:txBody>
      </p:sp>
      <p:sp>
        <p:nvSpPr>
          <p:cNvPr id="5" name="TextBox 4">
            <a:extLst>
              <a:ext uri="{FF2B5EF4-FFF2-40B4-BE49-F238E27FC236}">
                <a16:creationId xmlns:a16="http://schemas.microsoft.com/office/drawing/2014/main" id="{9AD3167D-B67D-2259-C2CB-D5F07DD61617}"/>
              </a:ext>
            </a:extLst>
          </p:cNvPr>
          <p:cNvSpPr txBox="1"/>
          <p:nvPr/>
        </p:nvSpPr>
        <p:spPr bwMode="gray">
          <a:xfrm>
            <a:off x="542662" y="4751065"/>
            <a:ext cx="5588284" cy="1046440"/>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patents are licensed by Qualcomm Incorporated. </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p:nvSpPr>
        <p:spPr bwMode="gray">
          <a:xfrm>
            <a:off x="542747" y="6100663"/>
            <a:ext cx="3127219" cy="112851"/>
          </a:xfrm>
          <a:prstGeom prst="rect">
            <a:avLst/>
          </a:prstGeom>
          <a:noFill/>
        </p:spPr>
        <p:txBody>
          <a:bodyPr wrap="square" lIns="0" tIns="0" rIns="0" bIns="0" rtlCol="0">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p:nvSpPr>
        <p:spPr>
          <a:xfrm>
            <a:off x="420096" y="6209771"/>
            <a:ext cx="4184203" cy="205184"/>
          </a:xfrm>
          <a:prstGeom prst="rect">
            <a:avLst/>
          </a:prstGeom>
          <a:noFill/>
        </p:spPr>
        <p:txBody>
          <a:bodyPr wrap="square">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For more information, visit us at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 &amp;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/blog</a:t>
            </a:r>
          </a:p>
        </p:txBody>
      </p:sp>
      <p:grpSp>
        <p:nvGrpSpPr>
          <p:cNvPr id="2" name="Group 1">
            <a:extLst>
              <a:ext uri="{FF2B5EF4-FFF2-40B4-BE49-F238E27FC236}">
                <a16:creationId xmlns:a16="http://schemas.microsoft.com/office/drawing/2014/main" id="{E4668E24-62F3-B923-4DDC-F0DCC8C44721}"/>
              </a:ext>
            </a:extLst>
          </p:cNvPr>
          <p:cNvGrpSpPr/>
          <p:nvPr/>
        </p:nvGrpSpPr>
        <p:grpSpPr>
          <a:xfrm>
            <a:off x="5715835" y="0"/>
            <a:ext cx="6476165" cy="5466080"/>
            <a:chOff x="3636852" y="0"/>
            <a:chExt cx="5507148" cy="6197600"/>
          </a:xfrm>
        </p:grpSpPr>
        <p:pic>
          <p:nvPicPr>
            <p:cNvPr id="19" name="Graphic 18">
              <a:extLst>
                <a:ext uri="{FF2B5EF4-FFF2-40B4-BE49-F238E27FC236}">
                  <a16:creationId xmlns:a16="http://schemas.microsoft.com/office/drawing/2014/main" id="{5FF1BF1B-FD32-9DA2-BF65-6EBCD6AFBADD}"/>
                </a:ext>
              </a:extLst>
            </p:cNvPr>
            <p:cNvPicPr>
              <a:picLocks noChangeAspect="1"/>
            </p:cNvPicPr>
            <p:nvPr userDrawn="1"/>
          </p:nvPicPr>
          <p:blipFill>
            <a:blip r:embed="rId2">
              <a:extLst>
                <a:ext uri="{96DAC541-7B7A-43D3-8B79-37D633B846F1}">
                  <asvg:svgBlip xmlns:asvg="http://schemas.microsoft.com/office/drawing/2016/SVG/main" r:embed="rId3"/>
                </a:ext>
              </a:extLst>
            </a:blip>
            <a:srcRect t="31605" r="39224"/>
            <a:stretch>
              <a:fillRect/>
            </a:stretch>
          </p:blipFill>
          <p:spPr>
            <a:xfrm>
              <a:off x="3636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0" name="Picture 2">
              <a:extLst>
                <a:ext uri="{FF2B5EF4-FFF2-40B4-BE49-F238E27FC236}">
                  <a16:creationId xmlns:a16="http://schemas.microsoft.com/office/drawing/2014/main" id="{38527B03-9B87-715B-D8FE-46080DB8C4FC}"/>
                </a:ext>
              </a:extLst>
            </p:cNvPr>
            <p:cNvPicPr>
              <a:picLocks noChangeAspect="1" noChangeArrowheads="1"/>
            </p:cNvPicPr>
            <p:nvPr userDrawn="1"/>
          </p:nvPicPr>
          <p:blipFill rotWithShape="1">
            <a:blip r:embed="rId4" cstate="email">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bwMode="auto">
            <a:xfrm>
              <a:off x="7847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B70E6C6E-A481-15D3-6289-CA72C0F5AD38}"/>
              </a:ext>
            </a:extLst>
          </p:cNvPr>
          <p:cNvGrpSpPr/>
          <p:nvPr/>
        </p:nvGrpSpPr>
        <p:grpSpPr>
          <a:xfrm>
            <a:off x="1293202" y="6125389"/>
            <a:ext cx="803823" cy="69053"/>
            <a:chOff x="1300130" y="6126885"/>
            <a:chExt cx="817893" cy="93682"/>
          </a:xfrm>
        </p:grpSpPr>
        <p:grpSp>
          <p:nvGrpSpPr>
            <p:cNvPr id="23" name="Group 5">
              <a:extLst>
                <a:ext uri="{FF2B5EF4-FFF2-40B4-BE49-F238E27FC236}">
                  <a16:creationId xmlns:a16="http://schemas.microsoft.com/office/drawing/2014/main" id="{2CC57315-75B3-D308-5D62-12E66D15EBF2}"/>
                </a:ext>
              </a:extLst>
            </p:cNvPr>
            <p:cNvGrpSpPr>
              <a:grpSpLocks noChangeAspect="1"/>
            </p:cNvGrpSpPr>
            <p:nvPr/>
          </p:nvGrpSpPr>
          <p:grpSpPr bwMode="gray">
            <a:xfrm>
              <a:off x="1300130" y="6126885"/>
              <a:ext cx="94798" cy="93682"/>
              <a:chOff x="3331" y="1656"/>
              <a:chExt cx="1020" cy="1008"/>
            </a:xfrm>
            <a:solidFill>
              <a:schemeClr val="tx1"/>
            </a:solidFill>
          </p:grpSpPr>
          <p:sp>
            <p:nvSpPr>
              <p:cNvPr id="32" name="Freeform 6">
                <a:extLst>
                  <a:ext uri="{FF2B5EF4-FFF2-40B4-BE49-F238E27FC236}">
                    <a16:creationId xmlns:a16="http://schemas.microsoft.com/office/drawing/2014/main" id="{B13353CA-AAD6-4D0B-F2E9-B97E02C48B6D}"/>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33" name="Freeform 7">
                <a:extLst>
                  <a:ext uri="{FF2B5EF4-FFF2-40B4-BE49-F238E27FC236}">
                    <a16:creationId xmlns:a16="http://schemas.microsoft.com/office/drawing/2014/main" id="{C3C4134E-497F-F217-78D8-336899D5BDE3}"/>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25" name="Group 4">
              <a:extLst>
                <a:ext uri="{FF2B5EF4-FFF2-40B4-BE49-F238E27FC236}">
                  <a16:creationId xmlns:a16="http://schemas.microsoft.com/office/drawing/2014/main" id="{7146BE8E-215B-B041-39A5-BF9AC81AEAC4}"/>
                </a:ext>
              </a:extLst>
            </p:cNvPr>
            <p:cNvGrpSpPr>
              <a:grpSpLocks noChangeAspect="1"/>
            </p:cNvGrpSpPr>
            <p:nvPr/>
          </p:nvGrpSpPr>
          <p:grpSpPr bwMode="auto">
            <a:xfrm>
              <a:off x="1640695" y="6127230"/>
              <a:ext cx="92914" cy="92992"/>
              <a:chOff x="2653" y="972"/>
              <a:chExt cx="2372" cy="2374"/>
            </a:xfrm>
            <a:solidFill>
              <a:schemeClr val="tx1"/>
            </a:solidFill>
          </p:grpSpPr>
          <p:sp>
            <p:nvSpPr>
              <p:cNvPr id="29" name="Freeform 5">
                <a:extLst>
                  <a:ext uri="{FF2B5EF4-FFF2-40B4-BE49-F238E27FC236}">
                    <a16:creationId xmlns:a16="http://schemas.microsoft.com/office/drawing/2014/main" id="{2A60874D-9B35-1C74-07E2-D4EC21445B0B}"/>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0" name="Freeform 6">
                <a:extLst>
                  <a:ext uri="{FF2B5EF4-FFF2-40B4-BE49-F238E27FC236}">
                    <a16:creationId xmlns:a16="http://schemas.microsoft.com/office/drawing/2014/main" id="{27DA2D57-73EA-01A8-43B1-C821B4E48057}"/>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1" name="Oval 7">
                <a:extLst>
                  <a:ext uri="{FF2B5EF4-FFF2-40B4-BE49-F238E27FC236}">
                    <a16:creationId xmlns:a16="http://schemas.microsoft.com/office/drawing/2014/main" id="{2AD1B7F2-FD63-1D9B-D151-075005967001}"/>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26" name="Graphic 25">
              <a:extLst>
                <a:ext uri="{FF2B5EF4-FFF2-40B4-BE49-F238E27FC236}">
                  <a16:creationId xmlns:a16="http://schemas.microsoft.com/office/drawing/2014/main" id="{35BCC55F-631C-3362-5B71-146E9178C0A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810838" y="6131300"/>
              <a:ext cx="122931" cy="84852"/>
            </a:xfrm>
            <a:prstGeom prst="rect">
              <a:avLst/>
            </a:prstGeom>
          </p:spPr>
        </p:pic>
        <p:pic>
          <p:nvPicPr>
            <p:cNvPr id="27" name="Graphic 26">
              <a:extLst>
                <a:ext uri="{FF2B5EF4-FFF2-40B4-BE49-F238E27FC236}">
                  <a16:creationId xmlns:a16="http://schemas.microsoft.com/office/drawing/2014/main" id="{677795D6-3632-3EE8-2E20-5A982DACD20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023789" y="6126885"/>
              <a:ext cx="94234" cy="93682"/>
            </a:xfrm>
            <a:prstGeom prst="rect">
              <a:avLst/>
            </a:prstGeom>
          </p:spPr>
        </p:pic>
        <p:pic>
          <p:nvPicPr>
            <p:cNvPr id="28" name="Graphic 27">
              <a:extLst>
                <a:ext uri="{FF2B5EF4-FFF2-40B4-BE49-F238E27FC236}">
                  <a16:creationId xmlns:a16="http://schemas.microsoft.com/office/drawing/2014/main" id="{897FA0A1-1126-A6FF-FE0B-FF5A8AE64F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476872" y="6131572"/>
              <a:ext cx="84309" cy="84309"/>
            </a:xfrm>
            <a:prstGeom prst="rect">
              <a:avLst/>
            </a:prstGeom>
          </p:spPr>
        </p:pic>
      </p:grpSp>
      <p:sp>
        <p:nvSpPr>
          <p:cNvPr id="8" name="TextBox 7">
            <a:extLst>
              <a:ext uri="{FF2B5EF4-FFF2-40B4-BE49-F238E27FC236}">
                <a16:creationId xmlns:a16="http://schemas.microsoft.com/office/drawing/2014/main" id="{890D0AEA-09CB-8522-111B-D9981A6FD562}"/>
              </a:ext>
            </a:extLst>
          </p:cNvPr>
          <p:cNvSpPr txBox="1"/>
          <p:nvPr/>
        </p:nvSpPr>
        <p:spPr bwMode="gray">
          <a:xfrm>
            <a:off x="542661" y="3934636"/>
            <a:ext cx="5424385" cy="654025"/>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Qualcomm and Snapdragon are trademarks or registered trademarks of Qualcomm Incorporated. </a:t>
            </a:r>
            <a:b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endParaRPr>
          </a:p>
        </p:txBody>
      </p:sp>
    </p:spTree>
    <p:extLst>
      <p:ext uri="{BB962C8B-B14F-4D97-AF65-F5344CB8AC3E}">
        <p14:creationId xmlns:p14="http://schemas.microsoft.com/office/powerpoint/2010/main" val="1988705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hank you_Qualcomm Blue">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p:nvSpPr>
        <p:spPr bwMode="gray">
          <a:xfrm>
            <a:off x="516467" y="2435886"/>
            <a:ext cx="8725779" cy="978729"/>
          </a:xfrm>
          <a:prstGeom prst="rect">
            <a:avLst/>
          </a:prstGeom>
          <a:noFill/>
        </p:spPr>
        <p:txBody>
          <a:bodyPr wrap="square" lIns="0" tIns="0" rIns="0" bIns="0" rtlCol="0">
            <a:spAutoFit/>
          </a:bodyPr>
          <a:lstStyle/>
          <a:p>
            <a:pPr marL="0" marR="0" lvl="0" indent="0" algn="l" defTabSz="685800" rtl="0" eaLnBrk="1" fontAlgn="auto" latinLnBrk="0" hangingPunct="1">
              <a:lnSpc>
                <a:spcPct val="87000"/>
              </a:lnSpc>
              <a:spcBef>
                <a:spcPts val="0"/>
              </a:spcBef>
              <a:spcAft>
                <a:spcPts val="0"/>
              </a:spcAft>
              <a:buClrTx/>
              <a:buSzTx/>
              <a:buFontTx/>
              <a:buNone/>
              <a:tabLst/>
              <a:defRPr/>
            </a:pPr>
            <a:r>
              <a:rPr kumimoji="0" lang="en-US" sz="7200" u="none" strike="noStrike" kern="1200" cap="none" spc="-225" normalizeH="0" noProof="0" dirty="0">
                <a:ln>
                  <a:noFill/>
                </a:ln>
                <a:effectLst/>
                <a:uLnTx/>
                <a:uFillTx/>
                <a:latin typeface="Aptos" panose="020B0004020202020204" pitchFamily="34" charset="0"/>
                <a:ea typeface="Alfabet" pitchFamily="2" charset="0"/>
              </a:rPr>
              <a:t>T</a:t>
            </a:r>
            <a:r>
              <a:rPr kumimoji="0" lang="en-US" sz="7200" u="none" strike="noStrike" kern="1200" cap="none" spc="-225" normalizeH="0" baseline="0" noProof="0" dirty="0">
                <a:ln>
                  <a:noFill/>
                </a:ln>
                <a:effectLst/>
                <a:uLnTx/>
                <a:uFillTx/>
                <a:latin typeface="Aptos" panose="020B0004020202020204" pitchFamily="34" charset="0"/>
                <a:ea typeface="Alfabet" pitchFamily="2" charset="0"/>
              </a:rPr>
              <a:t>h</a:t>
            </a:r>
            <a:r>
              <a:rPr kumimoji="0" lang="en-US" sz="7200" u="none" strike="noStrike" kern="1200" cap="none" spc="-450" normalizeH="0" noProof="0" dirty="0">
                <a:ln>
                  <a:noFill/>
                </a:ln>
                <a:effectLst/>
                <a:uLnTx/>
                <a:uFillTx/>
                <a:latin typeface="Aptos" panose="020B0004020202020204" pitchFamily="34" charset="0"/>
                <a:ea typeface="Alfabet" pitchFamily="2" charset="0"/>
              </a:rPr>
              <a:t>a</a:t>
            </a:r>
            <a:r>
              <a:rPr kumimoji="0" lang="en-US" sz="7200" u="none" strike="noStrike" kern="1200" cap="none" spc="-338" normalizeH="0" noProof="0" dirty="0">
                <a:ln>
                  <a:noFill/>
                </a:ln>
                <a:effectLst/>
                <a:uLnTx/>
                <a:uFillTx/>
                <a:latin typeface="Aptos" panose="020B0004020202020204" pitchFamily="34" charset="0"/>
                <a:ea typeface="Alfabet" pitchFamily="2" charset="0"/>
              </a:rPr>
              <a:t>n</a:t>
            </a:r>
            <a:r>
              <a:rPr kumimoji="0" lang="en-US" sz="7200" u="none" strike="noStrike" kern="1200" cap="none" spc="-450" normalizeH="0" noProof="0" dirty="0">
                <a:ln>
                  <a:noFill/>
                </a:ln>
                <a:effectLst/>
                <a:uLnTx/>
                <a:uFillTx/>
                <a:latin typeface="Aptos" panose="020B0004020202020204" pitchFamily="34" charset="0"/>
                <a:ea typeface="Alfabet" pitchFamily="2" charset="0"/>
              </a:rPr>
              <a:t>k  </a:t>
            </a:r>
            <a:r>
              <a:rPr kumimoji="0" lang="en-US" sz="7200" u="none" strike="noStrike" kern="1200" cap="none" spc="-60" normalizeH="0" noProof="0" dirty="0">
                <a:ln>
                  <a:noFill/>
                </a:ln>
                <a:effectLst/>
                <a:uLnTx/>
                <a:uFillTx/>
                <a:latin typeface="Aptos" panose="020B0004020202020204" pitchFamily="34" charset="0"/>
                <a:ea typeface="Alfabet" pitchFamily="2" charset="0"/>
              </a:rPr>
              <a:t>y</a:t>
            </a:r>
            <a:r>
              <a:rPr lang="en-US" sz="7200" spc="-225" dirty="0">
                <a:latin typeface="Aptos" panose="020B0004020202020204" pitchFamily="34" charset="0"/>
                <a:ea typeface="Alfabet" pitchFamily="2" charset="0"/>
              </a:rPr>
              <a:t>o</a:t>
            </a:r>
            <a:r>
              <a:rPr kumimoji="0" lang="en-US" sz="7200" u="none" strike="noStrike" kern="1200" cap="none" spc="-225" normalizeH="0" noProof="0" dirty="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p:nvSpPr>
        <p:spPr bwMode="gray">
          <a:xfrm>
            <a:off x="542661" y="3934636"/>
            <a:ext cx="5424385" cy="654025"/>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Qualcomm and Snapdragon are trademarks or registered trademarks of Qualcomm Incorporated. </a:t>
            </a:r>
            <a:b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p:nvSpPr>
        <p:spPr bwMode="gray">
          <a:xfrm>
            <a:off x="542662" y="4751065"/>
            <a:ext cx="5588284" cy="1046440"/>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patents are licensed by Qualcomm Incorporated. </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p:nvSpPr>
        <p:spPr bwMode="gray">
          <a:xfrm>
            <a:off x="542747" y="6100663"/>
            <a:ext cx="3127219" cy="112851"/>
          </a:xfrm>
          <a:prstGeom prst="rect">
            <a:avLst/>
          </a:prstGeom>
          <a:noFill/>
        </p:spPr>
        <p:txBody>
          <a:bodyPr wrap="square" lIns="0" tIns="0" rIns="0" bIns="0" rtlCol="0">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p:nvSpPr>
        <p:spPr>
          <a:xfrm>
            <a:off x="420096" y="6209771"/>
            <a:ext cx="4184203" cy="205184"/>
          </a:xfrm>
          <a:prstGeom prst="rect">
            <a:avLst/>
          </a:prstGeom>
          <a:noFill/>
        </p:spPr>
        <p:txBody>
          <a:bodyPr wrap="square">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For more information, visit us at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 &amp;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/blog</a:t>
            </a:r>
          </a:p>
        </p:txBody>
      </p:sp>
      <p:grpSp>
        <p:nvGrpSpPr>
          <p:cNvPr id="2" name="Group 1">
            <a:extLst>
              <a:ext uri="{FF2B5EF4-FFF2-40B4-BE49-F238E27FC236}">
                <a16:creationId xmlns:a16="http://schemas.microsoft.com/office/drawing/2014/main" id="{E4668E24-62F3-B923-4DDC-F0DCC8C44721}"/>
              </a:ext>
            </a:extLst>
          </p:cNvPr>
          <p:cNvGrpSpPr/>
          <p:nvPr/>
        </p:nvGrpSpPr>
        <p:grpSpPr>
          <a:xfrm>
            <a:off x="5715835" y="0"/>
            <a:ext cx="6476165" cy="5466080"/>
            <a:chOff x="3636852" y="0"/>
            <a:chExt cx="5507148" cy="6197600"/>
          </a:xfrm>
        </p:grpSpPr>
        <p:pic>
          <p:nvPicPr>
            <p:cNvPr id="19" name="Graphic 18">
              <a:extLst>
                <a:ext uri="{FF2B5EF4-FFF2-40B4-BE49-F238E27FC236}">
                  <a16:creationId xmlns:a16="http://schemas.microsoft.com/office/drawing/2014/main" id="{5FF1BF1B-FD32-9DA2-BF65-6EBCD6AFBADD}"/>
                </a:ext>
              </a:extLst>
            </p:cNvPr>
            <p:cNvPicPr>
              <a:picLocks noChangeAspect="1"/>
            </p:cNvPicPr>
            <p:nvPr userDrawn="1"/>
          </p:nvPicPr>
          <p:blipFill>
            <a:blip r:embed="rId2">
              <a:extLst>
                <a:ext uri="{96DAC541-7B7A-43D3-8B79-37D633B846F1}">
                  <asvg:svgBlip xmlns:asvg="http://schemas.microsoft.com/office/drawing/2016/SVG/main" r:embed="rId3"/>
                </a:ext>
              </a:extLst>
            </a:blip>
            <a:srcRect t="31605" r="39224"/>
            <a:stretch>
              <a:fillRect/>
            </a:stretch>
          </p:blipFill>
          <p:spPr>
            <a:xfrm>
              <a:off x="3636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0" name="Picture 2">
              <a:extLst>
                <a:ext uri="{FF2B5EF4-FFF2-40B4-BE49-F238E27FC236}">
                  <a16:creationId xmlns:a16="http://schemas.microsoft.com/office/drawing/2014/main" id="{38527B03-9B87-715B-D8FE-46080DB8C4FC}"/>
                </a:ext>
              </a:extLst>
            </p:cNvPr>
            <p:cNvPicPr>
              <a:picLocks noChangeAspect="1" noChangeArrowheads="1"/>
            </p:cNvPicPr>
            <p:nvPr userDrawn="1"/>
          </p:nvPicPr>
          <p:blipFill rotWithShape="1">
            <a:blip r:embed="rId4" cstate="email">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bwMode="auto">
            <a:xfrm>
              <a:off x="7847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B70E6C6E-A481-15D3-6289-CA72C0F5AD38}"/>
              </a:ext>
            </a:extLst>
          </p:cNvPr>
          <p:cNvGrpSpPr/>
          <p:nvPr/>
        </p:nvGrpSpPr>
        <p:grpSpPr>
          <a:xfrm>
            <a:off x="1293202" y="6125389"/>
            <a:ext cx="803823" cy="69053"/>
            <a:chOff x="1300130" y="6126885"/>
            <a:chExt cx="817893" cy="93682"/>
          </a:xfrm>
        </p:grpSpPr>
        <p:grpSp>
          <p:nvGrpSpPr>
            <p:cNvPr id="23" name="Group 5">
              <a:extLst>
                <a:ext uri="{FF2B5EF4-FFF2-40B4-BE49-F238E27FC236}">
                  <a16:creationId xmlns:a16="http://schemas.microsoft.com/office/drawing/2014/main" id="{2CC57315-75B3-D308-5D62-12E66D15EBF2}"/>
                </a:ext>
              </a:extLst>
            </p:cNvPr>
            <p:cNvGrpSpPr>
              <a:grpSpLocks noChangeAspect="1"/>
            </p:cNvGrpSpPr>
            <p:nvPr/>
          </p:nvGrpSpPr>
          <p:grpSpPr bwMode="gray">
            <a:xfrm>
              <a:off x="1300130" y="6126885"/>
              <a:ext cx="94798" cy="93682"/>
              <a:chOff x="3331" y="1656"/>
              <a:chExt cx="1020" cy="1008"/>
            </a:xfrm>
            <a:solidFill>
              <a:schemeClr val="tx1"/>
            </a:solidFill>
          </p:grpSpPr>
          <p:sp>
            <p:nvSpPr>
              <p:cNvPr id="32" name="Freeform 6">
                <a:extLst>
                  <a:ext uri="{FF2B5EF4-FFF2-40B4-BE49-F238E27FC236}">
                    <a16:creationId xmlns:a16="http://schemas.microsoft.com/office/drawing/2014/main" id="{B13353CA-AAD6-4D0B-F2E9-B97E02C48B6D}"/>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33" name="Freeform 7">
                <a:extLst>
                  <a:ext uri="{FF2B5EF4-FFF2-40B4-BE49-F238E27FC236}">
                    <a16:creationId xmlns:a16="http://schemas.microsoft.com/office/drawing/2014/main" id="{C3C4134E-497F-F217-78D8-336899D5BDE3}"/>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25" name="Group 4">
              <a:extLst>
                <a:ext uri="{FF2B5EF4-FFF2-40B4-BE49-F238E27FC236}">
                  <a16:creationId xmlns:a16="http://schemas.microsoft.com/office/drawing/2014/main" id="{7146BE8E-215B-B041-39A5-BF9AC81AEAC4}"/>
                </a:ext>
              </a:extLst>
            </p:cNvPr>
            <p:cNvGrpSpPr>
              <a:grpSpLocks noChangeAspect="1"/>
            </p:cNvGrpSpPr>
            <p:nvPr/>
          </p:nvGrpSpPr>
          <p:grpSpPr bwMode="auto">
            <a:xfrm>
              <a:off x="1640695" y="6127230"/>
              <a:ext cx="92914" cy="92992"/>
              <a:chOff x="2653" y="972"/>
              <a:chExt cx="2372" cy="2374"/>
            </a:xfrm>
            <a:solidFill>
              <a:schemeClr val="tx1"/>
            </a:solidFill>
          </p:grpSpPr>
          <p:sp>
            <p:nvSpPr>
              <p:cNvPr id="29" name="Freeform 5">
                <a:extLst>
                  <a:ext uri="{FF2B5EF4-FFF2-40B4-BE49-F238E27FC236}">
                    <a16:creationId xmlns:a16="http://schemas.microsoft.com/office/drawing/2014/main" id="{2A60874D-9B35-1C74-07E2-D4EC21445B0B}"/>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0" name="Freeform 6">
                <a:extLst>
                  <a:ext uri="{FF2B5EF4-FFF2-40B4-BE49-F238E27FC236}">
                    <a16:creationId xmlns:a16="http://schemas.microsoft.com/office/drawing/2014/main" id="{27DA2D57-73EA-01A8-43B1-C821B4E48057}"/>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1" name="Oval 7">
                <a:extLst>
                  <a:ext uri="{FF2B5EF4-FFF2-40B4-BE49-F238E27FC236}">
                    <a16:creationId xmlns:a16="http://schemas.microsoft.com/office/drawing/2014/main" id="{2AD1B7F2-FD63-1D9B-D151-075005967001}"/>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26" name="Graphic 25">
              <a:extLst>
                <a:ext uri="{FF2B5EF4-FFF2-40B4-BE49-F238E27FC236}">
                  <a16:creationId xmlns:a16="http://schemas.microsoft.com/office/drawing/2014/main" id="{35BCC55F-631C-3362-5B71-146E9178C0A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810838" y="6131300"/>
              <a:ext cx="122931" cy="84852"/>
            </a:xfrm>
            <a:prstGeom prst="rect">
              <a:avLst/>
            </a:prstGeom>
          </p:spPr>
        </p:pic>
        <p:pic>
          <p:nvPicPr>
            <p:cNvPr id="27" name="Graphic 26">
              <a:extLst>
                <a:ext uri="{FF2B5EF4-FFF2-40B4-BE49-F238E27FC236}">
                  <a16:creationId xmlns:a16="http://schemas.microsoft.com/office/drawing/2014/main" id="{677795D6-3632-3EE8-2E20-5A982DACD20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023789" y="6126885"/>
              <a:ext cx="94234" cy="93682"/>
            </a:xfrm>
            <a:prstGeom prst="rect">
              <a:avLst/>
            </a:prstGeom>
          </p:spPr>
        </p:pic>
        <p:pic>
          <p:nvPicPr>
            <p:cNvPr id="28" name="Graphic 27">
              <a:extLst>
                <a:ext uri="{FF2B5EF4-FFF2-40B4-BE49-F238E27FC236}">
                  <a16:creationId xmlns:a16="http://schemas.microsoft.com/office/drawing/2014/main" id="{897FA0A1-1126-A6FF-FE0B-FF5A8AE64F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476872" y="6131572"/>
              <a:ext cx="84309" cy="84309"/>
            </a:xfrm>
            <a:prstGeom prst="rect">
              <a:avLst/>
            </a:prstGeom>
          </p:spPr>
        </p:pic>
      </p:grpSp>
    </p:spTree>
    <p:extLst>
      <p:ext uri="{BB962C8B-B14F-4D97-AF65-F5344CB8AC3E}">
        <p14:creationId xmlns:p14="http://schemas.microsoft.com/office/powerpoint/2010/main" val="3826240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Photo+Content_Dark Blue">
    <p:bg>
      <p:bgPr>
        <a:solidFill>
          <a:schemeClr val="accent2"/>
        </a:solidFill>
        <a:effectLst/>
      </p:bgPr>
    </p:bg>
    <p:spTree>
      <p:nvGrpSpPr>
        <p:cNvPr id="1" name=""/>
        <p:cNvGrpSpPr/>
        <p:nvPr/>
      </p:nvGrpSpPr>
      <p:grpSpPr>
        <a:xfrm>
          <a:off x="0" y="0"/>
          <a:ext cx="0" cy="0"/>
          <a:chOff x="0" y="0"/>
          <a:chExt cx="0" cy="0"/>
        </a:xfrm>
      </p:grpSpPr>
      <p:sp>
        <p:nvSpPr>
          <p:cNvPr id="34" name="Text Placeholder 9">
            <a:extLst>
              <a:ext uri="{FF2B5EF4-FFF2-40B4-BE49-F238E27FC236}">
                <a16:creationId xmlns:a16="http://schemas.microsoft.com/office/drawing/2014/main" id="{C4E6416A-9559-FB3E-0BBF-7EA0AD461D64}"/>
              </a:ext>
            </a:extLst>
          </p:cNvPr>
          <p:cNvSpPr>
            <a:spLocks noGrp="1"/>
          </p:cNvSpPr>
          <p:nvPr>
            <p:ph type="body" sz="quarter" idx="14" hasCustomPrompt="1"/>
          </p:nvPr>
        </p:nvSpPr>
        <p:spPr>
          <a:xfrm>
            <a:off x="515937" y="1196977"/>
            <a:ext cx="5327651" cy="1198115"/>
          </a:xfrm>
          <a:prstGeom prst="rect">
            <a:avLst/>
          </a:prstGeo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35" name="Title 13">
            <a:extLst>
              <a:ext uri="{FF2B5EF4-FFF2-40B4-BE49-F238E27FC236}">
                <a16:creationId xmlns:a16="http://schemas.microsoft.com/office/drawing/2014/main" id="{6E52DE1D-E1C5-FA43-157D-B6DB44997581}"/>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tx2"/>
                </a:solidFill>
                <a:latin typeface="+mj-lt"/>
                <a:ea typeface="+mj-ea"/>
                <a:cs typeface="+mj-cs"/>
              </a:defRPr>
            </a:lvl1pPr>
          </a:lstStyle>
          <a:p>
            <a:r>
              <a:rPr lang="en-US"/>
              <a:t>2:1 Content &amp; Photo layout </a:t>
            </a:r>
            <a:br>
              <a:rPr lang="en-US"/>
            </a:br>
            <a:r>
              <a:rPr lang="en-US"/>
              <a:t>Title 2 lines maximum</a:t>
            </a:r>
          </a:p>
        </p:txBody>
      </p:sp>
      <p:sp>
        <p:nvSpPr>
          <p:cNvPr id="3" name="Text Placeholder 16">
            <a:extLst>
              <a:ext uri="{FF2B5EF4-FFF2-40B4-BE49-F238E27FC236}">
                <a16:creationId xmlns:a16="http://schemas.microsoft.com/office/drawing/2014/main" id="{761E5387-0FB0-19C2-FA98-97B449918263}"/>
              </a:ext>
            </a:extLst>
          </p:cNvPr>
          <p:cNvSpPr>
            <a:spLocks noGrp="1"/>
          </p:cNvSpPr>
          <p:nvPr>
            <p:ph type="body" sz="quarter" idx="15" hasCustomPrompt="1"/>
          </p:nvPr>
        </p:nvSpPr>
        <p:spPr>
          <a:xfrm>
            <a:off x="515937" y="3581401"/>
            <a:ext cx="5327651" cy="2435086"/>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0" name="Footer Placeholder 129">
            <a:extLst>
              <a:ext uri="{FF2B5EF4-FFF2-40B4-BE49-F238E27FC236}">
                <a16:creationId xmlns:a16="http://schemas.microsoft.com/office/drawing/2014/main" id="{6E955ECC-94BE-5FD6-AD77-43B7140E9EA4}"/>
              </a:ext>
            </a:extLst>
          </p:cNvPr>
          <p:cNvSpPr>
            <a:spLocks noGrp="1"/>
          </p:cNvSpPr>
          <p:nvPr>
            <p:ph type="ftr" sz="quarter" idx="22"/>
          </p:nvPr>
        </p:nvSpPr>
        <p:spPr>
          <a:xfrm>
            <a:off x="515939" y="6173304"/>
            <a:ext cx="6480175" cy="118174"/>
          </a:xfrm>
        </p:spPr>
        <p:txBody>
          <a:bodyPr/>
          <a:lstStyle>
            <a:lvl1pPr>
              <a:defRPr>
                <a:solidFill>
                  <a:schemeClr val="accent6">
                    <a:lumMod val="90000"/>
                  </a:schemeClr>
                </a:solidFill>
              </a:defRPr>
            </a:lvl1pPr>
          </a:lstStyle>
          <a:p>
            <a:endParaRPr lang="en-US"/>
          </a:p>
        </p:txBody>
      </p:sp>
      <p:sp>
        <p:nvSpPr>
          <p:cNvPr id="2" name="Picture Placeholder 1">
            <a:extLst>
              <a:ext uri="{FF2B5EF4-FFF2-40B4-BE49-F238E27FC236}">
                <a16:creationId xmlns:a16="http://schemas.microsoft.com/office/drawing/2014/main" id="{45F4A6D6-29D5-2277-FDC4-F50124D668D7}"/>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Tree>
    <p:extLst>
      <p:ext uri="{BB962C8B-B14F-4D97-AF65-F5344CB8AC3E}">
        <p14:creationId xmlns:p14="http://schemas.microsoft.com/office/powerpoint/2010/main" val="414962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4Contents_Dark Blue">
    <p:bg>
      <p:bgPr>
        <a:solidFill>
          <a:schemeClr val="accent2"/>
        </a:solidFill>
        <a:effectLst/>
      </p:bgPr>
    </p:bg>
    <p:spTree>
      <p:nvGrpSpPr>
        <p:cNvPr id="1" name=""/>
        <p:cNvGrpSpPr/>
        <p:nvPr/>
      </p:nvGrpSpPr>
      <p:grpSpPr>
        <a:xfrm>
          <a:off x="0" y="0"/>
          <a:ext cx="0" cy="0"/>
          <a:chOff x="0" y="0"/>
          <a:chExt cx="0" cy="0"/>
        </a:xfrm>
      </p:grpSpPr>
      <p:sp>
        <p:nvSpPr>
          <p:cNvPr id="121" name="Title 120">
            <a:extLst>
              <a:ext uri="{FF2B5EF4-FFF2-40B4-BE49-F238E27FC236}">
                <a16:creationId xmlns:a16="http://schemas.microsoft.com/office/drawing/2014/main" id="{69A0FF75-14D8-E32A-7063-C9748A3C9F91}"/>
              </a:ext>
            </a:extLst>
          </p:cNvPr>
          <p:cNvSpPr>
            <a:spLocks noGrp="1"/>
          </p:cNvSpPr>
          <p:nvPr>
            <p:ph type="title" hasCustomPrompt="1"/>
          </p:nvPr>
        </p:nvSpPr>
        <p:spPr>
          <a:xfrm>
            <a:off x="515939" y="2795081"/>
            <a:ext cx="3556709" cy="1294408"/>
          </a:xfrm>
        </p:spPr>
        <p:txBody>
          <a:bodyPr anchor="ctr"/>
          <a:lstStyle>
            <a:lvl1pPr algn="l" defTabSz="685800" rtl="0" eaLnBrk="1" latinLnBrk="0" hangingPunct="1">
              <a:lnSpc>
                <a:spcPct val="85000"/>
              </a:lnSpc>
              <a:spcBef>
                <a:spcPct val="0"/>
              </a:spcBef>
              <a:buNone/>
              <a:defRPr lang="en-US" sz="2100" kern="2000" spc="-38" baseline="0" dirty="0">
                <a:solidFill>
                  <a:schemeClr val="tx2"/>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3" name="Picture Placeholder 2">
            <a:extLst>
              <a:ext uri="{FF2B5EF4-FFF2-40B4-BE49-F238E27FC236}">
                <a16:creationId xmlns:a16="http://schemas.microsoft.com/office/drawing/2014/main" id="{F0B8F96D-FD44-F171-A9D8-DBDAC78FC8E4}"/>
              </a:ext>
            </a:extLst>
          </p:cNvPr>
          <p:cNvSpPr>
            <a:spLocks noGrp="1"/>
          </p:cNvSpPr>
          <p:nvPr>
            <p:ph type="pic" sz="quarter" idx="23" hasCustomPrompt="1"/>
          </p:nvPr>
        </p:nvSpPr>
        <p:spPr>
          <a:xfrm>
            <a:off x="4914400" y="691210"/>
            <a:ext cx="1012800" cy="759113"/>
          </a:xfrm>
          <a:prstGeom prst="rect">
            <a:avLst/>
          </a:prstGeom>
        </p:spPr>
        <p:txBody>
          <a:bodyPr lIns="144000"/>
          <a:lstStyle>
            <a:lvl1pPr marL="0" indent="0">
              <a:buNone/>
              <a:defRPr sz="1050"/>
            </a:lvl1pPr>
          </a:lstStyle>
          <a:p>
            <a:r>
              <a:rPr lang="en-US"/>
              <a:t>Icon</a:t>
            </a:r>
          </a:p>
        </p:txBody>
      </p:sp>
      <p:sp>
        <p:nvSpPr>
          <p:cNvPr id="7" name="Text Placeholder 22">
            <a:extLst>
              <a:ext uri="{FF2B5EF4-FFF2-40B4-BE49-F238E27FC236}">
                <a16:creationId xmlns:a16="http://schemas.microsoft.com/office/drawing/2014/main" id="{540F481F-27E2-9596-6618-0167AE789EB7}"/>
              </a:ext>
            </a:extLst>
          </p:cNvPr>
          <p:cNvSpPr>
            <a:spLocks noGrp="1"/>
          </p:cNvSpPr>
          <p:nvPr>
            <p:ph type="body" sz="quarter" idx="13" hasCustomPrompt="1"/>
          </p:nvPr>
        </p:nvSpPr>
        <p:spPr>
          <a:xfrm>
            <a:off x="6315479" y="699926"/>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1" name="Text Placeholder 16">
            <a:extLst>
              <a:ext uri="{FF2B5EF4-FFF2-40B4-BE49-F238E27FC236}">
                <a16:creationId xmlns:a16="http://schemas.microsoft.com/office/drawing/2014/main" id="{5AD3B09A-9879-9D06-43BD-4EA317213C47}"/>
              </a:ext>
            </a:extLst>
          </p:cNvPr>
          <p:cNvSpPr>
            <a:spLocks noGrp="1"/>
          </p:cNvSpPr>
          <p:nvPr>
            <p:ph type="body" sz="quarter" idx="15" hasCustomPrompt="1"/>
          </p:nvPr>
        </p:nvSpPr>
        <p:spPr>
          <a:xfrm>
            <a:off x="6315479" y="101917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 name="Picture Placeholder 2">
            <a:extLst>
              <a:ext uri="{FF2B5EF4-FFF2-40B4-BE49-F238E27FC236}">
                <a16:creationId xmlns:a16="http://schemas.microsoft.com/office/drawing/2014/main" id="{A9FF6113-EF3A-1576-D73C-A52A121FAB1C}"/>
              </a:ext>
            </a:extLst>
          </p:cNvPr>
          <p:cNvSpPr>
            <a:spLocks noGrp="1"/>
          </p:cNvSpPr>
          <p:nvPr>
            <p:ph type="pic" sz="quarter" idx="24" hasCustomPrompt="1"/>
          </p:nvPr>
        </p:nvSpPr>
        <p:spPr>
          <a:xfrm>
            <a:off x="4914400" y="2138785"/>
            <a:ext cx="1012800" cy="759113"/>
          </a:xfrm>
          <a:prstGeom prst="rect">
            <a:avLst/>
          </a:prstGeom>
        </p:spPr>
        <p:txBody>
          <a:bodyPr lIns="144000"/>
          <a:lstStyle>
            <a:lvl1pPr marL="0" indent="0">
              <a:buNone/>
              <a:defRPr sz="1050"/>
            </a:lvl1pPr>
          </a:lstStyle>
          <a:p>
            <a:r>
              <a:rPr lang="en-US"/>
              <a:t>Icon</a:t>
            </a:r>
          </a:p>
        </p:txBody>
      </p:sp>
      <p:sp>
        <p:nvSpPr>
          <p:cNvPr id="8" name="Text Placeholder 22">
            <a:extLst>
              <a:ext uri="{FF2B5EF4-FFF2-40B4-BE49-F238E27FC236}">
                <a16:creationId xmlns:a16="http://schemas.microsoft.com/office/drawing/2014/main" id="{0D18EACE-127B-6B06-AD25-4A2241813BAF}"/>
              </a:ext>
            </a:extLst>
          </p:cNvPr>
          <p:cNvSpPr>
            <a:spLocks noGrp="1"/>
          </p:cNvSpPr>
          <p:nvPr>
            <p:ph type="body" sz="quarter" idx="16" hasCustomPrompt="1"/>
          </p:nvPr>
        </p:nvSpPr>
        <p:spPr>
          <a:xfrm>
            <a:off x="6315479" y="2143616"/>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2" name="Text Placeholder 16">
            <a:extLst>
              <a:ext uri="{FF2B5EF4-FFF2-40B4-BE49-F238E27FC236}">
                <a16:creationId xmlns:a16="http://schemas.microsoft.com/office/drawing/2014/main" id="{FE68A898-D303-8D55-DAE9-354A3ADEF94C}"/>
              </a:ext>
            </a:extLst>
          </p:cNvPr>
          <p:cNvSpPr>
            <a:spLocks noGrp="1"/>
          </p:cNvSpPr>
          <p:nvPr>
            <p:ph type="body" sz="quarter" idx="17" hasCustomPrompt="1"/>
          </p:nvPr>
        </p:nvSpPr>
        <p:spPr>
          <a:xfrm>
            <a:off x="6315479" y="246286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2">
            <a:extLst>
              <a:ext uri="{FF2B5EF4-FFF2-40B4-BE49-F238E27FC236}">
                <a16:creationId xmlns:a16="http://schemas.microsoft.com/office/drawing/2014/main" id="{B81CC10C-2479-2172-4790-C33A7D0FDF87}"/>
              </a:ext>
            </a:extLst>
          </p:cNvPr>
          <p:cNvSpPr>
            <a:spLocks noGrp="1"/>
          </p:cNvSpPr>
          <p:nvPr>
            <p:ph type="pic" sz="quarter" idx="25" hasCustomPrompt="1"/>
          </p:nvPr>
        </p:nvSpPr>
        <p:spPr>
          <a:xfrm>
            <a:off x="4914400" y="3586360"/>
            <a:ext cx="1012800" cy="759113"/>
          </a:xfrm>
          <a:prstGeom prst="rect">
            <a:avLst/>
          </a:prstGeom>
        </p:spPr>
        <p:txBody>
          <a:bodyPr lIns="144000"/>
          <a:lstStyle>
            <a:lvl1pPr marL="0" indent="0">
              <a:buNone/>
              <a:defRPr sz="1050"/>
            </a:lvl1pPr>
          </a:lstStyle>
          <a:p>
            <a:r>
              <a:rPr lang="en-US"/>
              <a:t>Icon</a:t>
            </a:r>
          </a:p>
        </p:txBody>
      </p:sp>
      <p:sp>
        <p:nvSpPr>
          <p:cNvPr id="9" name="Text Placeholder 22">
            <a:extLst>
              <a:ext uri="{FF2B5EF4-FFF2-40B4-BE49-F238E27FC236}">
                <a16:creationId xmlns:a16="http://schemas.microsoft.com/office/drawing/2014/main" id="{9D4E19AD-AAFC-4CA9-0DD1-B7CB4DF0A72F}"/>
              </a:ext>
            </a:extLst>
          </p:cNvPr>
          <p:cNvSpPr>
            <a:spLocks noGrp="1"/>
          </p:cNvSpPr>
          <p:nvPr>
            <p:ph type="body" sz="quarter" idx="18" hasCustomPrompt="1"/>
          </p:nvPr>
        </p:nvSpPr>
        <p:spPr>
          <a:xfrm>
            <a:off x="6315479" y="3587072"/>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3" name="Text Placeholder 16">
            <a:extLst>
              <a:ext uri="{FF2B5EF4-FFF2-40B4-BE49-F238E27FC236}">
                <a16:creationId xmlns:a16="http://schemas.microsoft.com/office/drawing/2014/main" id="{EA88F319-A94C-7FA8-D23A-48F40D533176}"/>
              </a:ext>
            </a:extLst>
          </p:cNvPr>
          <p:cNvSpPr>
            <a:spLocks noGrp="1"/>
          </p:cNvSpPr>
          <p:nvPr>
            <p:ph type="body" sz="quarter" idx="19" hasCustomPrompt="1"/>
          </p:nvPr>
        </p:nvSpPr>
        <p:spPr>
          <a:xfrm>
            <a:off x="6315479" y="3906322"/>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2">
            <a:extLst>
              <a:ext uri="{FF2B5EF4-FFF2-40B4-BE49-F238E27FC236}">
                <a16:creationId xmlns:a16="http://schemas.microsoft.com/office/drawing/2014/main" id="{36FDE296-B561-8BFB-75AC-DF9E526B6014}"/>
              </a:ext>
            </a:extLst>
          </p:cNvPr>
          <p:cNvSpPr>
            <a:spLocks noGrp="1"/>
          </p:cNvSpPr>
          <p:nvPr>
            <p:ph type="pic" sz="quarter" idx="26" hasCustomPrompt="1"/>
          </p:nvPr>
        </p:nvSpPr>
        <p:spPr>
          <a:xfrm>
            <a:off x="4914400" y="5033935"/>
            <a:ext cx="1012800" cy="759113"/>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D992648B-AB2D-7A33-2295-0C1C75B319F2}"/>
              </a:ext>
            </a:extLst>
          </p:cNvPr>
          <p:cNvSpPr>
            <a:spLocks noGrp="1"/>
          </p:cNvSpPr>
          <p:nvPr>
            <p:ph type="body" sz="quarter" idx="20" hasCustomPrompt="1"/>
          </p:nvPr>
        </p:nvSpPr>
        <p:spPr>
          <a:xfrm>
            <a:off x="6315479" y="5021238"/>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4" name="Text Placeholder 16">
            <a:extLst>
              <a:ext uri="{FF2B5EF4-FFF2-40B4-BE49-F238E27FC236}">
                <a16:creationId xmlns:a16="http://schemas.microsoft.com/office/drawing/2014/main" id="{650DFDAE-2409-3A42-4F81-05073BC1CAE7}"/>
              </a:ext>
            </a:extLst>
          </p:cNvPr>
          <p:cNvSpPr>
            <a:spLocks noGrp="1"/>
          </p:cNvSpPr>
          <p:nvPr>
            <p:ph type="body" sz="quarter" idx="21" hasCustomPrompt="1"/>
          </p:nvPr>
        </p:nvSpPr>
        <p:spPr>
          <a:xfrm>
            <a:off x="6315479" y="5340487"/>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42" name="Footer Placeholder 2">
            <a:extLst>
              <a:ext uri="{FF2B5EF4-FFF2-40B4-BE49-F238E27FC236}">
                <a16:creationId xmlns:a16="http://schemas.microsoft.com/office/drawing/2014/main" id="{920B862D-804D-E51A-93CC-90FE3076AA3F}"/>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spTree>
    <p:extLst>
      <p:ext uri="{BB962C8B-B14F-4D97-AF65-F5344CB8AC3E}">
        <p14:creationId xmlns:p14="http://schemas.microsoft.com/office/powerpoint/2010/main" val="1369325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192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wo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Two column layout</a:t>
            </a:r>
            <a:br>
              <a:rPr lang="en-US" dirty="0"/>
            </a:br>
            <a:r>
              <a:rPr lang="en-US" dirty="0"/>
              <a:t>Title 2 lines maximum</a:t>
            </a:r>
            <a:endParaRPr lang="en-CA" dirty="0"/>
          </a:p>
        </p:txBody>
      </p:sp>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dirty="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08800" cy="835024"/>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1600518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ree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Three column layout</a:t>
            </a:r>
            <a:br>
              <a:rPr lang="en-US" dirty="0"/>
            </a:br>
            <a:r>
              <a:rPr lang="en-US" dirty="0"/>
              <a:t>Title 2 lines maximum</a:t>
            </a:r>
            <a:endParaRPr lang="en-CA" dirty="0"/>
          </a:p>
        </p:txBody>
      </p:sp>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a:prstGeom prst="rect">
            <a:avLst/>
          </a:prstGeom>
        </p:spPr>
        <p:txBody>
          <a:bodyPr lIns="144000"/>
          <a:lstStyle>
            <a:lvl1pPr marL="0" indent="0">
              <a:buNone/>
              <a:defRPr sz="105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a:prstGeom prst="rect">
            <a:avLst/>
          </a:prstGeo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395646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Four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a:prstGeom prst="rect">
            <a:avLst/>
          </a:prstGeo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a:prstGeom prst="rect">
            <a:avLst/>
          </a:prstGeo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30128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wo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6467"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2655632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hree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77703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Four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Four column layout</a:t>
            </a:r>
            <a:br>
              <a:rPr lang="en-US" dirty="0"/>
            </a:br>
            <a:r>
              <a:rPr lang="en-US" dirty="0"/>
              <a:t>Title 2 lines maximum</a:t>
            </a:r>
            <a:endParaRPr lang="en-CA" dirty="0"/>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563584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Quote_Dark Blue">
    <p:bg>
      <p:bgPr>
        <a:solidFill>
          <a:schemeClr val="accent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739A76-C8B6-CADD-ACBA-17389E4E17CB}"/>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F16C6448-AB08-7665-09DF-C32961CFFB7A}"/>
              </a:ext>
            </a:extLst>
          </p:cNvPr>
          <p:cNvSpPr>
            <a:spLocks noGrp="1"/>
          </p:cNvSpPr>
          <p:nvPr>
            <p:ph type="ftr" sz="quarter" idx="14"/>
          </p:nvPr>
        </p:nvSpPr>
        <p:spPr/>
        <p:txBody>
          <a:bodyPr/>
          <a:lstStyle/>
          <a:p>
            <a:endParaRPr lang="en-US"/>
          </a:p>
        </p:txBody>
      </p:sp>
      <p:sp>
        <p:nvSpPr>
          <p:cNvPr id="3" name="Title 11">
            <a:extLst>
              <a:ext uri="{FF2B5EF4-FFF2-40B4-BE49-F238E27FC236}">
                <a16:creationId xmlns:a16="http://schemas.microsoft.com/office/drawing/2014/main" id="{A7CB53CE-C802-1D1F-D426-1D077D759B89}"/>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4" name="Text Placeholder 22">
            <a:extLst>
              <a:ext uri="{FF2B5EF4-FFF2-40B4-BE49-F238E27FC236}">
                <a16:creationId xmlns:a16="http://schemas.microsoft.com/office/drawing/2014/main" id="{28246C9E-6E9B-618C-D7F7-08D1FC30E817}"/>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Tree>
    <p:extLst>
      <p:ext uri="{BB962C8B-B14F-4D97-AF65-F5344CB8AC3E}">
        <p14:creationId xmlns:p14="http://schemas.microsoft.com/office/powerpoint/2010/main" val="286249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50/50 Title+Subtitle+Content_Dark Blue">
    <p:bg>
      <p:bgRef idx="1001">
        <a:schemeClr val="bg2"/>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tx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14227937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2/1 Title+Subtitle+Content_Dark Blue">
    <p:bg>
      <p:bgRef idx="1001">
        <a:schemeClr val="bg2"/>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tx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27565269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Content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a:lstStyle/>
          <a:p>
            <a:endParaRPr lang="en-US"/>
          </a:p>
        </p:txBody>
      </p:sp>
      <p:sp>
        <p:nvSpPr>
          <p:cNvPr id="8" name="Title 2">
            <a:extLst>
              <a:ext uri="{FF2B5EF4-FFF2-40B4-BE49-F238E27FC236}">
                <a16:creationId xmlns:a16="http://schemas.microsoft.com/office/drawing/2014/main" id="{AD7A4F5C-3845-3582-1596-405479630BA0}"/>
              </a:ext>
            </a:extLst>
          </p:cNvPr>
          <p:cNvSpPr>
            <a:spLocks noGrp="1"/>
          </p:cNvSpPr>
          <p:nvPr>
            <p:ph type="title" hasCustomPrompt="1"/>
          </p:nvPr>
        </p:nvSpPr>
        <p:spPr>
          <a:xfrm>
            <a:off x="515938" y="449564"/>
            <a:ext cx="11160127" cy="621665"/>
          </a:xfrm>
        </p:spPr>
        <p:txBody>
          <a:body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1E4A345E-FD24-E8F7-6379-B92F87882AE4}"/>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Tree>
    <p:extLst>
      <p:ext uri="{BB962C8B-B14F-4D97-AF65-F5344CB8AC3E}">
        <p14:creationId xmlns:p14="http://schemas.microsoft.com/office/powerpoint/2010/main" val="651221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Subtitle+Content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vert="horz" wrap="square" lIns="0" tIns="0" rIns="0" bIns="0" rtlCol="0" anchor="b">
            <a:noAutofit/>
          </a:bodyPr>
          <a:lstStyle>
            <a:lvl1pPr>
              <a:defRPr lang="en-CA"/>
            </a:lvl1pPr>
          </a:lstStyle>
          <a:p>
            <a:endParaRPr lang="en-US"/>
          </a:p>
        </p:txBody>
      </p:sp>
      <p:sp>
        <p:nvSpPr>
          <p:cNvPr id="8" name="Title 2">
            <a:extLst>
              <a:ext uri="{FF2B5EF4-FFF2-40B4-BE49-F238E27FC236}">
                <a16:creationId xmlns:a16="http://schemas.microsoft.com/office/drawing/2014/main" id="{AD7A4F5C-3845-3582-1596-405479630BA0}"/>
              </a:ext>
            </a:extLst>
          </p:cNvPr>
          <p:cNvSpPr>
            <a:spLocks noGrp="1"/>
          </p:cNvSpPr>
          <p:nvPr>
            <p:ph type="title" hasCustomPrompt="1"/>
          </p:nvPr>
        </p:nvSpPr>
        <p:spPr>
          <a:xfrm>
            <a:off x="515938" y="449564"/>
            <a:ext cx="11160127" cy="621665"/>
          </a:xfrm>
        </p:spPr>
        <p:txBody>
          <a:bodyPr/>
          <a:lstStyle>
            <a:lvl1pPr>
              <a:defRPr>
                <a:solidFill>
                  <a:schemeClr val="tx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1E4A345E-FD24-E8F7-6379-B92F87882AE4}"/>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Text Placeholder 5">
            <a:extLst>
              <a:ext uri="{FF2B5EF4-FFF2-40B4-BE49-F238E27FC236}">
                <a16:creationId xmlns:a16="http://schemas.microsoft.com/office/drawing/2014/main" id="{F11B0188-DB87-61AD-7160-CCFACEC8A242}"/>
              </a:ext>
            </a:extLst>
          </p:cNvPr>
          <p:cNvSpPr>
            <a:spLocks noGrp="1"/>
          </p:cNvSpPr>
          <p:nvPr>
            <p:ph type="body" sz="quarter" idx="12" hasCustomPrompt="1"/>
          </p:nvPr>
        </p:nvSpPr>
        <p:spPr>
          <a:xfrm>
            <a:off x="516467" y="1097026"/>
            <a:ext cx="11159067"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197877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Blank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6D27F9-CF30-5B0A-BEC1-BF74B6CB4CB7}"/>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062860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Photo+Content_Black">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B69D9101-5103-BD0B-DC2D-41CB0A78D249}"/>
              </a:ext>
            </a:extLst>
          </p:cNvPr>
          <p:cNvSpPr>
            <a:spLocks noGrp="1"/>
          </p:cNvSpPr>
          <p:nvPr>
            <p:ph type="body" sz="quarter" idx="14" hasCustomPrompt="1"/>
          </p:nvPr>
        </p:nvSpPr>
        <p:spPr>
          <a:xfrm>
            <a:off x="515937" y="1196977"/>
            <a:ext cx="5327651" cy="1198115"/>
          </a:xfrm>
          <a:prstGeom prst="rect">
            <a:avLst/>
          </a:prstGeo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4" name="Title 13">
            <a:extLst>
              <a:ext uri="{FF2B5EF4-FFF2-40B4-BE49-F238E27FC236}">
                <a16:creationId xmlns:a16="http://schemas.microsoft.com/office/drawing/2014/main" id="{9C2E6A67-498D-55F2-44A0-AEB73181C1F5}"/>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tx1"/>
                </a:solidFill>
                <a:latin typeface="+mj-lt"/>
                <a:ea typeface="+mj-ea"/>
                <a:cs typeface="+mj-cs"/>
              </a:defRPr>
            </a:lvl1pPr>
          </a:lstStyle>
          <a:p>
            <a:r>
              <a:rPr lang="en-US"/>
              <a:t>2:1 Content &amp; Photo layout </a:t>
            </a:r>
            <a:br>
              <a:rPr lang="en-US"/>
            </a:br>
            <a:r>
              <a:rPr lang="en-US"/>
              <a:t>Title 2 lines maximum</a:t>
            </a:r>
          </a:p>
        </p:txBody>
      </p:sp>
      <p:sp>
        <p:nvSpPr>
          <p:cNvPr id="5" name="Text Placeholder 16">
            <a:extLst>
              <a:ext uri="{FF2B5EF4-FFF2-40B4-BE49-F238E27FC236}">
                <a16:creationId xmlns:a16="http://schemas.microsoft.com/office/drawing/2014/main" id="{567A0B54-1429-39DB-5A18-7783AC1134DD}"/>
              </a:ext>
            </a:extLst>
          </p:cNvPr>
          <p:cNvSpPr>
            <a:spLocks noGrp="1"/>
          </p:cNvSpPr>
          <p:nvPr>
            <p:ph type="body" sz="quarter" idx="15" hasCustomPrompt="1"/>
          </p:nvPr>
        </p:nvSpPr>
        <p:spPr>
          <a:xfrm>
            <a:off x="515937" y="3581401"/>
            <a:ext cx="5327651" cy="2435086"/>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Footer Placeholder 129">
            <a:extLst>
              <a:ext uri="{FF2B5EF4-FFF2-40B4-BE49-F238E27FC236}">
                <a16:creationId xmlns:a16="http://schemas.microsoft.com/office/drawing/2014/main" id="{8D80928B-7E3D-8479-1AC2-7A221DBC66EF}"/>
              </a:ext>
            </a:extLst>
          </p:cNvPr>
          <p:cNvSpPr>
            <a:spLocks noGrp="1"/>
          </p:cNvSpPr>
          <p:nvPr>
            <p:ph type="ftr" sz="quarter" idx="22"/>
          </p:nvPr>
        </p:nvSpPr>
        <p:spPr>
          <a:xfrm>
            <a:off x="515939" y="6173304"/>
            <a:ext cx="6480175" cy="118174"/>
          </a:xfrm>
        </p:spPr>
        <p:txBody>
          <a:bodyPr/>
          <a:lstStyle>
            <a:lvl1pPr>
              <a:defRPr>
                <a:solidFill>
                  <a:schemeClr val="accent6">
                    <a:lumMod val="90000"/>
                  </a:schemeClr>
                </a:solidFill>
              </a:defRPr>
            </a:lvl1pPr>
          </a:lstStyle>
          <a:p>
            <a:endParaRPr lang="en-US"/>
          </a:p>
        </p:txBody>
      </p:sp>
      <p:sp>
        <p:nvSpPr>
          <p:cNvPr id="40" name="Picture Placeholder 39">
            <a:extLst>
              <a:ext uri="{FF2B5EF4-FFF2-40B4-BE49-F238E27FC236}">
                <a16:creationId xmlns:a16="http://schemas.microsoft.com/office/drawing/2014/main" id="{016EEAD9-03EE-0181-A5CE-E3322B07D414}"/>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Tree>
    <p:extLst>
      <p:ext uri="{BB962C8B-B14F-4D97-AF65-F5344CB8AC3E}">
        <p14:creationId xmlns:p14="http://schemas.microsoft.com/office/powerpoint/2010/main" val="209374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4Contents_Black">
    <p:spTree>
      <p:nvGrpSpPr>
        <p:cNvPr id="1" name=""/>
        <p:cNvGrpSpPr/>
        <p:nvPr/>
      </p:nvGrpSpPr>
      <p:grpSpPr>
        <a:xfrm>
          <a:off x="0" y="0"/>
          <a:ext cx="0" cy="0"/>
          <a:chOff x="0" y="0"/>
          <a:chExt cx="0" cy="0"/>
        </a:xfrm>
      </p:grpSpPr>
      <p:sp>
        <p:nvSpPr>
          <p:cNvPr id="6" name="Title 120">
            <a:extLst>
              <a:ext uri="{FF2B5EF4-FFF2-40B4-BE49-F238E27FC236}">
                <a16:creationId xmlns:a16="http://schemas.microsoft.com/office/drawing/2014/main" id="{3276C3D4-8D41-C551-27C2-6A5602A09853}"/>
              </a:ext>
            </a:extLst>
          </p:cNvPr>
          <p:cNvSpPr>
            <a:spLocks noGrp="1"/>
          </p:cNvSpPr>
          <p:nvPr>
            <p:ph type="title" hasCustomPrompt="1"/>
          </p:nvPr>
        </p:nvSpPr>
        <p:spPr>
          <a:xfrm>
            <a:off x="515939" y="2795081"/>
            <a:ext cx="3556709" cy="1294408"/>
          </a:xfrm>
        </p:spPr>
        <p:txBody>
          <a:bodyPr anchor="ctr"/>
          <a:lstStyle>
            <a:lvl1pPr algn="l" defTabSz="685800" rtl="0" eaLnBrk="1" latinLnBrk="0" hangingPunct="1">
              <a:lnSpc>
                <a:spcPct val="85000"/>
              </a:lnSpc>
              <a:spcBef>
                <a:spcPct val="0"/>
              </a:spcBef>
              <a:buNone/>
              <a:defRPr lang="en-US" sz="2100" kern="2000" spc="-38" baseline="0" dirty="0">
                <a:solidFill>
                  <a:schemeClr val="tx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0" name="Picture Placeholder 2">
            <a:extLst>
              <a:ext uri="{FF2B5EF4-FFF2-40B4-BE49-F238E27FC236}">
                <a16:creationId xmlns:a16="http://schemas.microsoft.com/office/drawing/2014/main" id="{F553BB1F-5F28-5D3B-A5A8-60721AE4DD2D}"/>
              </a:ext>
            </a:extLst>
          </p:cNvPr>
          <p:cNvSpPr>
            <a:spLocks noGrp="1"/>
          </p:cNvSpPr>
          <p:nvPr>
            <p:ph type="pic" sz="quarter" idx="23" hasCustomPrompt="1"/>
          </p:nvPr>
        </p:nvSpPr>
        <p:spPr>
          <a:xfrm>
            <a:off x="4914400" y="691210"/>
            <a:ext cx="1012800" cy="759113"/>
          </a:xfrm>
          <a:prstGeom prst="rect">
            <a:avLst/>
          </a:prstGeom>
        </p:spPr>
        <p:txBody>
          <a:bodyPr lIns="144000"/>
          <a:lstStyle>
            <a:lvl1pPr marL="0" indent="0">
              <a:buNone/>
              <a:defRPr sz="1050"/>
            </a:lvl1pPr>
          </a:lstStyle>
          <a:p>
            <a:r>
              <a:rPr lang="en-US" dirty="0"/>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6315479" y="699926"/>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2" name="Text Placeholder 16">
            <a:extLst>
              <a:ext uri="{FF2B5EF4-FFF2-40B4-BE49-F238E27FC236}">
                <a16:creationId xmlns:a16="http://schemas.microsoft.com/office/drawing/2014/main" id="{3F0EB458-EDD6-6AD3-B1AB-24A4EA15A9FC}"/>
              </a:ext>
            </a:extLst>
          </p:cNvPr>
          <p:cNvSpPr>
            <a:spLocks noGrp="1"/>
          </p:cNvSpPr>
          <p:nvPr>
            <p:ph type="body" sz="quarter" idx="15" hasCustomPrompt="1"/>
          </p:nvPr>
        </p:nvSpPr>
        <p:spPr>
          <a:xfrm>
            <a:off x="6315479" y="101917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1" name="Picture Placeholder 2">
            <a:extLst>
              <a:ext uri="{FF2B5EF4-FFF2-40B4-BE49-F238E27FC236}">
                <a16:creationId xmlns:a16="http://schemas.microsoft.com/office/drawing/2014/main" id="{A5166B55-3C52-CF01-705A-E2BE18679F21}"/>
              </a:ext>
            </a:extLst>
          </p:cNvPr>
          <p:cNvSpPr>
            <a:spLocks noGrp="1"/>
          </p:cNvSpPr>
          <p:nvPr>
            <p:ph type="pic" sz="quarter" idx="24" hasCustomPrompt="1"/>
          </p:nvPr>
        </p:nvSpPr>
        <p:spPr>
          <a:xfrm>
            <a:off x="4914400" y="2138785"/>
            <a:ext cx="1012800" cy="759113"/>
          </a:xfrm>
          <a:prstGeom prst="rect">
            <a:avLst/>
          </a:prstGeom>
        </p:spPr>
        <p:txBody>
          <a:bodyPr lIns="144000"/>
          <a:lstStyle>
            <a:lvl1pPr marL="0" indent="0">
              <a:buNone/>
              <a:defRPr sz="105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6315479" y="2143616"/>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3" name="Text Placeholder 16">
            <a:extLst>
              <a:ext uri="{FF2B5EF4-FFF2-40B4-BE49-F238E27FC236}">
                <a16:creationId xmlns:a16="http://schemas.microsoft.com/office/drawing/2014/main" id="{FC2D4270-2921-E9A2-9D7C-4ECAF4952D88}"/>
              </a:ext>
            </a:extLst>
          </p:cNvPr>
          <p:cNvSpPr>
            <a:spLocks noGrp="1"/>
          </p:cNvSpPr>
          <p:nvPr>
            <p:ph type="body" sz="quarter" idx="17" hasCustomPrompt="1"/>
          </p:nvPr>
        </p:nvSpPr>
        <p:spPr>
          <a:xfrm>
            <a:off x="6315479" y="246286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2" name="Picture Placeholder 2">
            <a:extLst>
              <a:ext uri="{FF2B5EF4-FFF2-40B4-BE49-F238E27FC236}">
                <a16:creationId xmlns:a16="http://schemas.microsoft.com/office/drawing/2014/main" id="{D45478F2-FA52-8705-D73C-3B5C90BEA1CE}"/>
              </a:ext>
            </a:extLst>
          </p:cNvPr>
          <p:cNvSpPr>
            <a:spLocks noGrp="1"/>
          </p:cNvSpPr>
          <p:nvPr>
            <p:ph type="pic" sz="quarter" idx="25" hasCustomPrompt="1"/>
          </p:nvPr>
        </p:nvSpPr>
        <p:spPr>
          <a:xfrm>
            <a:off x="4914400" y="3586360"/>
            <a:ext cx="1012800" cy="759113"/>
          </a:xfrm>
          <a:prstGeom prst="rect">
            <a:avLst/>
          </a:prstGeom>
        </p:spPr>
        <p:txBody>
          <a:bodyPr lIns="144000"/>
          <a:lstStyle>
            <a:lvl1pPr marL="0" indent="0">
              <a:buNone/>
              <a:defRPr sz="105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6315479" y="3587072"/>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4" name="Text Placeholder 16">
            <a:extLst>
              <a:ext uri="{FF2B5EF4-FFF2-40B4-BE49-F238E27FC236}">
                <a16:creationId xmlns:a16="http://schemas.microsoft.com/office/drawing/2014/main" id="{43953901-F943-9352-2352-77D74F5FD39F}"/>
              </a:ext>
            </a:extLst>
          </p:cNvPr>
          <p:cNvSpPr>
            <a:spLocks noGrp="1"/>
          </p:cNvSpPr>
          <p:nvPr>
            <p:ph type="body" sz="quarter" idx="19" hasCustomPrompt="1"/>
          </p:nvPr>
        </p:nvSpPr>
        <p:spPr>
          <a:xfrm>
            <a:off x="6315479" y="3906322"/>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3" name="Picture Placeholder 2">
            <a:extLst>
              <a:ext uri="{FF2B5EF4-FFF2-40B4-BE49-F238E27FC236}">
                <a16:creationId xmlns:a16="http://schemas.microsoft.com/office/drawing/2014/main" id="{1BD308BA-E994-8363-C02C-E51BC3E1FF56}"/>
              </a:ext>
            </a:extLst>
          </p:cNvPr>
          <p:cNvSpPr>
            <a:spLocks noGrp="1"/>
          </p:cNvSpPr>
          <p:nvPr>
            <p:ph type="pic" sz="quarter" idx="26" hasCustomPrompt="1"/>
          </p:nvPr>
        </p:nvSpPr>
        <p:spPr>
          <a:xfrm>
            <a:off x="4914400" y="5033935"/>
            <a:ext cx="1012800" cy="759113"/>
          </a:xfrm>
          <a:prstGeom prst="rect">
            <a:avLst/>
          </a:prstGeom>
        </p:spPr>
        <p:txBody>
          <a:bodyPr lIns="144000"/>
          <a:lstStyle>
            <a:lvl1pPr marL="0" indent="0">
              <a:buNone/>
              <a:defRPr sz="105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6315479" y="5021238"/>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79788385-4F41-23CE-C80D-DBA35A324839}"/>
              </a:ext>
            </a:extLst>
          </p:cNvPr>
          <p:cNvSpPr>
            <a:spLocks noGrp="1"/>
          </p:cNvSpPr>
          <p:nvPr>
            <p:ph type="body" sz="quarter" idx="21" hasCustomPrompt="1"/>
          </p:nvPr>
        </p:nvSpPr>
        <p:spPr>
          <a:xfrm>
            <a:off x="6315479" y="5340487"/>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9" name="TextBox 8">
            <a:extLst>
              <a:ext uri="{FF2B5EF4-FFF2-40B4-BE49-F238E27FC236}">
                <a16:creationId xmlns:a16="http://schemas.microsoft.com/office/drawing/2014/main" id="{2B352B48-B98A-418B-8943-940ABA2B2152}"/>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7" name="Footer Placeholder 6">
            <a:extLst>
              <a:ext uri="{FF2B5EF4-FFF2-40B4-BE49-F238E27FC236}">
                <a16:creationId xmlns:a16="http://schemas.microsoft.com/office/drawing/2014/main" id="{F8DFBB3D-0AE5-69F5-A9EF-C49A7246D3AF}"/>
              </a:ext>
            </a:extLst>
          </p:cNvPr>
          <p:cNvSpPr>
            <a:spLocks noGrp="1"/>
          </p:cNvSpPr>
          <p:nvPr>
            <p:ph type="ftr" sz="quarter" idx="27"/>
          </p:nvPr>
        </p:nvSpPr>
        <p:spPr/>
        <p:txBody>
          <a:bodyPr/>
          <a:lstStyle/>
          <a:p>
            <a:endParaRPr lang="en-US"/>
          </a:p>
        </p:txBody>
      </p:sp>
    </p:spTree>
    <p:extLst>
      <p:ext uri="{BB962C8B-B14F-4D97-AF65-F5344CB8AC3E}">
        <p14:creationId xmlns:p14="http://schemas.microsoft.com/office/powerpoint/2010/main" val="108095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1928">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wo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13600" cy="835024"/>
          </a:xfrm>
          <a:prstGeom prst="rect">
            <a:avLst/>
          </a:prstGeo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13600" cy="835024"/>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3467426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hree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a:prstGeom prst="rect">
            <a:avLst/>
          </a:prstGeom>
        </p:spPr>
        <p:txBody>
          <a:bodyPr lIns="144000"/>
          <a:lstStyle>
            <a:lvl1pPr marL="0" indent="0">
              <a:buNone/>
              <a:defRPr sz="105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a:prstGeom prst="rect">
            <a:avLst/>
          </a:prstGeo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921238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Four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a:prstGeom prst="rect">
            <a:avLst/>
          </a:prstGeo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a:prstGeom prst="rect">
            <a:avLst/>
          </a:prstGeo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293055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wo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3046482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hree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3613933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Four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Four column layout</a:t>
            </a:r>
            <a:br>
              <a:rPr lang="en-US" dirty="0"/>
            </a:br>
            <a:r>
              <a:rPr lang="en-US" dirty="0"/>
              <a:t>Title 2 lines maximum</a:t>
            </a:r>
            <a:endParaRPr lang="en-CA" dirty="0"/>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497115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Quote_Black">
    <p:bg>
      <p:bgRef idx="1001">
        <a:schemeClr val="bg1"/>
      </p:bgRef>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
        <p:nvSpPr>
          <p:cNvPr id="6" name="TextBox 5">
            <a:extLst>
              <a:ext uri="{FF2B5EF4-FFF2-40B4-BE49-F238E27FC236}">
                <a16:creationId xmlns:a16="http://schemas.microsoft.com/office/drawing/2014/main" id="{84739A76-C8B6-CADD-ACBA-17389E4E17CB}"/>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5D806993-100D-D470-0D3C-99BE6D7559C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3486395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50/50 Title+Subtitle+Content_Black">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tx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18499694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1 Title+Subtitle+Content_Black">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tx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9772452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Content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2A7B7-7C67-00A2-4D04-4DC5AFBFB433}"/>
              </a:ext>
            </a:extLst>
          </p:cNvPr>
          <p:cNvSpPr>
            <a:spLocks noGrp="1"/>
          </p:cNvSpPr>
          <p:nvPr>
            <p:ph type="title" hasCustomPrompt="1"/>
          </p:nvPr>
        </p:nvSpPr>
        <p:spPr>
          <a:xfrm>
            <a:off x="515938" y="449564"/>
            <a:ext cx="11160127" cy="621665"/>
          </a:xfrm>
        </p:spPr>
        <p:txBody>
          <a:bodyPr/>
          <a:lstStyle/>
          <a:p>
            <a:r>
              <a:rPr lang="en-US" dirty="0"/>
              <a:t>Title + Content layout</a:t>
            </a:r>
            <a:br>
              <a:rPr lang="en-US" dirty="0"/>
            </a:br>
            <a:r>
              <a:rPr lang="en-US" dirty="0"/>
              <a:t>Title 2 lines maximum</a:t>
            </a:r>
            <a:endParaRPr lang="en-CA" dirty="0"/>
          </a:p>
        </p:txBody>
      </p:sp>
      <p:sp>
        <p:nvSpPr>
          <p:cNvPr id="6" name="Text Placeholder 3">
            <a:extLst>
              <a:ext uri="{FF2B5EF4-FFF2-40B4-BE49-F238E27FC236}">
                <a16:creationId xmlns:a16="http://schemas.microsoft.com/office/drawing/2014/main" id="{48787576-727E-0D7E-9B9E-4C6C5BCD08C7}"/>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US"/>
          </a:p>
        </p:txBody>
      </p:sp>
    </p:spTree>
    <p:extLst>
      <p:ext uri="{BB962C8B-B14F-4D97-AF65-F5344CB8AC3E}">
        <p14:creationId xmlns:p14="http://schemas.microsoft.com/office/powerpoint/2010/main" val="1662441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Subtitle+Content_Black">
    <p:bg>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vert="horz" wrap="square" lIns="0" tIns="0" rIns="0" bIns="0" rtlCol="0" anchor="b">
            <a:noAutofit/>
          </a:bodyPr>
          <a:lstStyle>
            <a:lvl1pPr>
              <a:defRPr lang="en-CA"/>
            </a:lvl1pPr>
          </a:lstStyle>
          <a:p>
            <a:endParaRPr lang="en-US"/>
          </a:p>
        </p:txBody>
      </p:sp>
      <p:sp>
        <p:nvSpPr>
          <p:cNvPr id="8" name="Title 2">
            <a:extLst>
              <a:ext uri="{FF2B5EF4-FFF2-40B4-BE49-F238E27FC236}">
                <a16:creationId xmlns:a16="http://schemas.microsoft.com/office/drawing/2014/main" id="{AD7A4F5C-3845-3582-1596-405479630BA0}"/>
              </a:ext>
            </a:extLst>
          </p:cNvPr>
          <p:cNvSpPr>
            <a:spLocks noGrp="1"/>
          </p:cNvSpPr>
          <p:nvPr>
            <p:ph type="title" hasCustomPrompt="1"/>
          </p:nvPr>
        </p:nvSpPr>
        <p:spPr>
          <a:xfrm>
            <a:off x="515938" y="449564"/>
            <a:ext cx="11160127" cy="621665"/>
          </a:xfrm>
        </p:spPr>
        <p:txBody>
          <a:bodyPr/>
          <a:lstStyle>
            <a:lvl1pPr>
              <a:defRPr>
                <a:solidFill>
                  <a:schemeClr val="tx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1E4A345E-FD24-E8F7-6379-B92F87882AE4}"/>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Text Placeholder 5">
            <a:extLst>
              <a:ext uri="{FF2B5EF4-FFF2-40B4-BE49-F238E27FC236}">
                <a16:creationId xmlns:a16="http://schemas.microsoft.com/office/drawing/2014/main" id="{F11B0188-DB87-61AD-7160-CCFACEC8A242}"/>
              </a:ext>
            </a:extLst>
          </p:cNvPr>
          <p:cNvSpPr>
            <a:spLocks noGrp="1"/>
          </p:cNvSpPr>
          <p:nvPr>
            <p:ph type="body" sz="quarter" idx="12" hasCustomPrompt="1"/>
          </p:nvPr>
        </p:nvSpPr>
        <p:spPr>
          <a:xfrm>
            <a:off x="516467" y="1097026"/>
            <a:ext cx="11159067"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26506671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_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US"/>
          </a:p>
        </p:txBody>
      </p:sp>
    </p:spTree>
    <p:extLst>
      <p:ext uri="{BB962C8B-B14F-4D97-AF65-F5344CB8AC3E}">
        <p14:creationId xmlns:p14="http://schemas.microsoft.com/office/powerpoint/2010/main" val="397841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Photo+Content_Grey">
    <p:bg>
      <p:bgPr>
        <a:solidFill>
          <a:srgbClr val="EFF1F5"/>
        </a:solidFill>
        <a:effectLst/>
      </p:bgPr>
    </p:bg>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1EF4F402-80EC-EAD4-D6B0-92C2479FFEFA}"/>
              </a:ext>
            </a:extLst>
          </p:cNvPr>
          <p:cNvSpPr>
            <a:spLocks noGrp="1"/>
          </p:cNvSpPr>
          <p:nvPr>
            <p:ph type="body" sz="quarter" idx="14" hasCustomPrompt="1"/>
          </p:nvPr>
        </p:nvSpPr>
        <p:spPr>
          <a:xfrm>
            <a:off x="515937" y="1196977"/>
            <a:ext cx="5327651" cy="1198115"/>
          </a:xfr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8" name="Title 13">
            <a:extLst>
              <a:ext uri="{FF2B5EF4-FFF2-40B4-BE49-F238E27FC236}">
                <a16:creationId xmlns:a16="http://schemas.microsoft.com/office/drawing/2014/main" id="{916C630D-BED9-DA86-9AE9-767BC6DB8DF6}"/>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accent1"/>
                </a:solidFill>
                <a:latin typeface="+mj-lt"/>
                <a:ea typeface="+mj-ea"/>
                <a:cs typeface="+mj-cs"/>
              </a:defRPr>
            </a:lvl1pPr>
          </a:lstStyle>
          <a:p>
            <a:r>
              <a:rPr lang="en-US"/>
              <a:t>2:1 Content &amp; Photo layout </a:t>
            </a:r>
            <a:br>
              <a:rPr lang="en-US"/>
            </a:br>
            <a:r>
              <a:rPr lang="en-US"/>
              <a:t>Title 2 lines maximum</a:t>
            </a:r>
          </a:p>
        </p:txBody>
      </p:sp>
      <p:sp>
        <p:nvSpPr>
          <p:cNvPr id="3" name="Footer Placeholder 129">
            <a:extLst>
              <a:ext uri="{FF2B5EF4-FFF2-40B4-BE49-F238E27FC236}">
                <a16:creationId xmlns:a16="http://schemas.microsoft.com/office/drawing/2014/main" id="{32F39D03-559B-5939-909B-FF65EEA162BF}"/>
              </a:ext>
            </a:extLst>
          </p:cNvPr>
          <p:cNvSpPr>
            <a:spLocks noGrp="1"/>
          </p:cNvSpPr>
          <p:nvPr>
            <p:ph type="ftr" sz="quarter" idx="22"/>
          </p:nvPr>
        </p:nvSpPr>
        <p:spPr>
          <a:xfrm>
            <a:off x="515939" y="6173304"/>
            <a:ext cx="6480175" cy="118174"/>
          </a:xfrm>
        </p:spPr>
        <p:txBody>
          <a:bodyPr/>
          <a:lstStyle>
            <a:lvl1pPr>
              <a:defRPr>
                <a:solidFill>
                  <a:schemeClr val="accent6">
                    <a:lumMod val="50000"/>
                  </a:schemeClr>
                </a:solidFill>
              </a:defRPr>
            </a:lvl1pPr>
          </a:lstStyle>
          <a:p>
            <a:endParaRPr lang="en-US"/>
          </a:p>
        </p:txBody>
      </p:sp>
      <p:sp>
        <p:nvSpPr>
          <p:cNvPr id="10" name="Text Placeholder 16">
            <a:extLst>
              <a:ext uri="{FF2B5EF4-FFF2-40B4-BE49-F238E27FC236}">
                <a16:creationId xmlns:a16="http://schemas.microsoft.com/office/drawing/2014/main" id="{1ECC5A24-E1C0-4F84-B8A6-C64730DC9F39}"/>
              </a:ext>
            </a:extLst>
          </p:cNvPr>
          <p:cNvSpPr>
            <a:spLocks noGrp="1"/>
          </p:cNvSpPr>
          <p:nvPr>
            <p:ph type="body" sz="quarter" idx="15" hasCustomPrompt="1"/>
          </p:nvPr>
        </p:nvSpPr>
        <p:spPr>
          <a:xfrm>
            <a:off x="515937" y="3581401"/>
            <a:ext cx="5327651" cy="2435086"/>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 name="Picture Placeholder 1">
            <a:extLst>
              <a:ext uri="{FF2B5EF4-FFF2-40B4-BE49-F238E27FC236}">
                <a16:creationId xmlns:a16="http://schemas.microsoft.com/office/drawing/2014/main" id="{19540F68-B12A-04FA-295F-9348FBB554CD}"/>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accent1"/>
                </a:solidFill>
                <a:latin typeface="+mj-lt"/>
                <a:ea typeface="+mn-ea"/>
                <a:cs typeface="+mn-cs"/>
              </a:defRPr>
            </a:lvl1pPr>
          </a:lstStyle>
          <a:p>
            <a:r>
              <a:rPr lang="en-US" dirty="0"/>
              <a:t>Click the icon to insert photo</a:t>
            </a:r>
          </a:p>
        </p:txBody>
      </p:sp>
    </p:spTree>
    <p:extLst>
      <p:ext uri="{BB962C8B-B14F-4D97-AF65-F5344CB8AC3E}">
        <p14:creationId xmlns:p14="http://schemas.microsoft.com/office/powerpoint/2010/main" val="36195790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4Contents_Third Grey">
    <p:bg>
      <p:bgPr>
        <a:solidFill>
          <a:srgbClr val="EFF1F5"/>
        </a:solidFill>
        <a:effectLst/>
      </p:bgPr>
    </p:bg>
    <p:spTree>
      <p:nvGrpSpPr>
        <p:cNvPr id="1" name=""/>
        <p:cNvGrpSpPr/>
        <p:nvPr/>
      </p:nvGrpSpPr>
      <p:grpSpPr>
        <a:xfrm>
          <a:off x="0" y="0"/>
          <a:ext cx="0" cy="0"/>
          <a:chOff x="0" y="0"/>
          <a:chExt cx="0" cy="0"/>
        </a:xfrm>
      </p:grpSpPr>
      <p:sp>
        <p:nvSpPr>
          <p:cNvPr id="9" name="Title 120">
            <a:extLst>
              <a:ext uri="{FF2B5EF4-FFF2-40B4-BE49-F238E27FC236}">
                <a16:creationId xmlns:a16="http://schemas.microsoft.com/office/drawing/2014/main" id="{7A1F75E5-8E3D-DF45-926F-E6E5FD4D70FC}"/>
              </a:ext>
            </a:extLst>
          </p:cNvPr>
          <p:cNvSpPr>
            <a:spLocks noGrp="1"/>
          </p:cNvSpPr>
          <p:nvPr>
            <p:ph type="title" hasCustomPrompt="1"/>
          </p:nvPr>
        </p:nvSpPr>
        <p:spPr>
          <a:xfrm>
            <a:off x="515937" y="2795081"/>
            <a:ext cx="3556800" cy="1294408"/>
          </a:xfrm>
        </p:spPr>
        <p:txBody>
          <a:bodyPr anchor="ctr"/>
          <a:lstStyle>
            <a:lvl1pPr algn="l" defTabSz="685800" rtl="0" eaLnBrk="1" latinLnBrk="0" hangingPunct="1">
              <a:lnSpc>
                <a:spcPct val="85000"/>
              </a:lnSpc>
              <a:spcBef>
                <a:spcPct val="0"/>
              </a:spcBef>
              <a:buNone/>
              <a:defRPr lang="en-US" sz="2100" kern="2000" spc="-38" baseline="0" dirty="0">
                <a:solidFill>
                  <a:schemeClr val="accent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6" name="Picture Placeholder 2">
            <a:extLst>
              <a:ext uri="{FF2B5EF4-FFF2-40B4-BE49-F238E27FC236}">
                <a16:creationId xmlns:a16="http://schemas.microsoft.com/office/drawing/2014/main" id="{803614D6-B3A1-6731-7DA2-2F082C0110CD}"/>
              </a:ext>
            </a:extLst>
          </p:cNvPr>
          <p:cNvSpPr>
            <a:spLocks noGrp="1"/>
          </p:cNvSpPr>
          <p:nvPr>
            <p:ph type="pic" sz="quarter" idx="24" hasCustomPrompt="1"/>
          </p:nvPr>
        </p:nvSpPr>
        <p:spPr>
          <a:xfrm>
            <a:off x="4939717" y="677141"/>
            <a:ext cx="1012800" cy="759600"/>
          </a:xfrm>
        </p:spPr>
        <p:txBody>
          <a:bodyPr lIns="144000"/>
          <a:lstStyle>
            <a:lvl1pPr marL="0" indent="0">
              <a:buNone/>
              <a:defRPr sz="105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6315479" y="699926"/>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C38DCFD6-5A0E-E9F5-0958-4B8735F209AC}"/>
              </a:ext>
            </a:extLst>
          </p:cNvPr>
          <p:cNvSpPr>
            <a:spLocks noGrp="1"/>
          </p:cNvSpPr>
          <p:nvPr>
            <p:ph type="body" sz="quarter" idx="15" hasCustomPrompt="1"/>
          </p:nvPr>
        </p:nvSpPr>
        <p:spPr>
          <a:xfrm>
            <a:off x="6315479" y="1019175"/>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158234DD-C86A-C0A3-F309-C819BEF18C2A}"/>
              </a:ext>
            </a:extLst>
          </p:cNvPr>
          <p:cNvSpPr>
            <a:spLocks noGrp="1"/>
          </p:cNvSpPr>
          <p:nvPr>
            <p:ph type="pic" sz="quarter" idx="25" hasCustomPrompt="1"/>
          </p:nvPr>
        </p:nvSpPr>
        <p:spPr>
          <a:xfrm>
            <a:off x="4939717" y="2124716"/>
            <a:ext cx="1012800" cy="759600"/>
          </a:xfrm>
        </p:spPr>
        <p:txBody>
          <a:bodyPr lIns="144000"/>
          <a:lstStyle>
            <a:lvl1pPr marL="0" indent="0">
              <a:buNone/>
              <a:defRPr sz="105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6315479" y="2143616"/>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6" name="Text Placeholder 16">
            <a:extLst>
              <a:ext uri="{FF2B5EF4-FFF2-40B4-BE49-F238E27FC236}">
                <a16:creationId xmlns:a16="http://schemas.microsoft.com/office/drawing/2014/main" id="{752D1B24-3191-2FDC-5F67-93401195900D}"/>
              </a:ext>
            </a:extLst>
          </p:cNvPr>
          <p:cNvSpPr>
            <a:spLocks noGrp="1"/>
          </p:cNvSpPr>
          <p:nvPr>
            <p:ph type="body" sz="quarter" idx="17" hasCustomPrompt="1"/>
          </p:nvPr>
        </p:nvSpPr>
        <p:spPr>
          <a:xfrm>
            <a:off x="6315479" y="2462865"/>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Picture Placeholder 2">
            <a:extLst>
              <a:ext uri="{FF2B5EF4-FFF2-40B4-BE49-F238E27FC236}">
                <a16:creationId xmlns:a16="http://schemas.microsoft.com/office/drawing/2014/main" id="{F5047FAA-2D67-8C54-D972-5689E483F426}"/>
              </a:ext>
            </a:extLst>
          </p:cNvPr>
          <p:cNvSpPr>
            <a:spLocks noGrp="1"/>
          </p:cNvSpPr>
          <p:nvPr>
            <p:ph type="pic" sz="quarter" idx="26" hasCustomPrompt="1"/>
          </p:nvPr>
        </p:nvSpPr>
        <p:spPr>
          <a:xfrm>
            <a:off x="4939717" y="3572291"/>
            <a:ext cx="1012800" cy="759600"/>
          </a:xfrm>
        </p:spPr>
        <p:txBody>
          <a:bodyPr lIns="144000"/>
          <a:lstStyle>
            <a:lvl1pPr marL="0" indent="0">
              <a:buNone/>
              <a:defRPr sz="105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6315479" y="3587072"/>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7" name="Text Placeholder 16">
            <a:extLst>
              <a:ext uri="{FF2B5EF4-FFF2-40B4-BE49-F238E27FC236}">
                <a16:creationId xmlns:a16="http://schemas.microsoft.com/office/drawing/2014/main" id="{DBD55430-B9A6-6E76-5A88-93B8CBAFCF32}"/>
              </a:ext>
            </a:extLst>
          </p:cNvPr>
          <p:cNvSpPr>
            <a:spLocks noGrp="1"/>
          </p:cNvSpPr>
          <p:nvPr>
            <p:ph type="body" sz="quarter" idx="19" hasCustomPrompt="1"/>
          </p:nvPr>
        </p:nvSpPr>
        <p:spPr>
          <a:xfrm>
            <a:off x="6315479" y="3906322"/>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9" name="Picture Placeholder 2">
            <a:extLst>
              <a:ext uri="{FF2B5EF4-FFF2-40B4-BE49-F238E27FC236}">
                <a16:creationId xmlns:a16="http://schemas.microsoft.com/office/drawing/2014/main" id="{155B8295-23B1-4FAB-6989-040F56EEACDD}"/>
              </a:ext>
            </a:extLst>
          </p:cNvPr>
          <p:cNvSpPr>
            <a:spLocks noGrp="1"/>
          </p:cNvSpPr>
          <p:nvPr>
            <p:ph type="pic" sz="quarter" idx="27" hasCustomPrompt="1"/>
          </p:nvPr>
        </p:nvSpPr>
        <p:spPr>
          <a:xfrm>
            <a:off x="4939717" y="5019866"/>
            <a:ext cx="1012800" cy="759600"/>
          </a:xfrm>
        </p:spPr>
        <p:txBody>
          <a:bodyPr lIns="144000"/>
          <a:lstStyle>
            <a:lvl1pPr marL="0" indent="0">
              <a:buNone/>
              <a:defRPr sz="105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6315479" y="5021238"/>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8" name="Text Placeholder 16">
            <a:extLst>
              <a:ext uri="{FF2B5EF4-FFF2-40B4-BE49-F238E27FC236}">
                <a16:creationId xmlns:a16="http://schemas.microsoft.com/office/drawing/2014/main" id="{A305BFC7-1DCB-DA0D-B9D5-073230BAC218}"/>
              </a:ext>
            </a:extLst>
          </p:cNvPr>
          <p:cNvSpPr>
            <a:spLocks noGrp="1"/>
          </p:cNvSpPr>
          <p:nvPr>
            <p:ph type="body" sz="quarter" idx="21" hasCustomPrompt="1"/>
          </p:nvPr>
        </p:nvSpPr>
        <p:spPr>
          <a:xfrm>
            <a:off x="6315479" y="5340487"/>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TextBox 14">
            <a:extLst>
              <a:ext uri="{FF2B5EF4-FFF2-40B4-BE49-F238E27FC236}">
                <a16:creationId xmlns:a16="http://schemas.microsoft.com/office/drawing/2014/main" id="{DA40CD1A-60BD-05D8-7970-B07C826C1D8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0C61BEB9-0856-A8B3-E6F6-CC8CF273C00B}"/>
              </a:ext>
            </a:extLst>
          </p:cNvPr>
          <p:cNvSpPr>
            <a:spLocks noGrp="1"/>
          </p:cNvSpPr>
          <p:nvPr>
            <p:ph type="ftr" sz="quarter" idx="28"/>
          </p:nvPr>
        </p:nvSpPr>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3098374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4" pos="1740">
          <p15:clr>
            <a:srgbClr val="FBAE40"/>
          </p15:clr>
        </p15:guide>
        <p15:guide id="15" pos="157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Two Column_Light Grey">
    <p:bg>
      <p:bgPr>
        <a:solidFill>
          <a:srgbClr val="EFF1F5"/>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08800" cy="835024"/>
          </a:xfr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08800" cy="835024"/>
          </a:xfr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37" name="Title 36">
            <a:extLst>
              <a:ext uri="{FF2B5EF4-FFF2-40B4-BE49-F238E27FC236}">
                <a16:creationId xmlns:a16="http://schemas.microsoft.com/office/drawing/2014/main" id="{969565CB-972E-32BF-2A9F-377A6DFAA3F2}"/>
              </a:ext>
            </a:extLst>
          </p:cNvPr>
          <p:cNvSpPr>
            <a:spLocks noGrp="1"/>
          </p:cNvSpPr>
          <p:nvPr>
            <p:ph type="title" hasCustomPrompt="1"/>
          </p:nvPr>
        </p:nvSpPr>
        <p:spPr/>
        <p:txBody>
          <a:bodyPr/>
          <a:lstStyle>
            <a:lvl1pPr>
              <a:defRPr>
                <a:solidFill>
                  <a:schemeClr val="accent1"/>
                </a:solidFill>
              </a:defRPr>
            </a:lvl1pPr>
          </a:lstStyle>
          <a:p>
            <a:r>
              <a:rPr lang="en-US" dirty="0"/>
              <a:t>Two column layout</a:t>
            </a:r>
            <a:br>
              <a:rPr lang="en-US" dirty="0"/>
            </a:br>
            <a:r>
              <a:rPr lang="en-US" dirty="0"/>
              <a:t>Title 2 lines maximum</a:t>
            </a:r>
            <a:endParaRPr lang="en-CA" dirty="0"/>
          </a:p>
        </p:txBody>
      </p:sp>
      <p:sp>
        <p:nvSpPr>
          <p:cNvPr id="4" name="TextBox 3">
            <a:extLst>
              <a:ext uri="{FF2B5EF4-FFF2-40B4-BE49-F238E27FC236}">
                <a16:creationId xmlns:a16="http://schemas.microsoft.com/office/drawing/2014/main" id="{0D5F3CE1-F83D-731B-1FBB-F2FAD0380753}"/>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9763309A-FF70-F70E-BA76-255F18FF4106}"/>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1865909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Three Column_Light Grey">
    <p:bg>
      <p:bgPr>
        <a:solidFill>
          <a:srgbClr val="EFF1F5"/>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p:spPr>
        <p:txBody>
          <a:bodyPr lIns="144000"/>
          <a:lstStyle>
            <a:lvl1pPr marL="0" indent="0">
              <a:buNone/>
              <a:defRPr sz="1050"/>
            </a:lvl1pPr>
          </a:lstStyle>
          <a:p>
            <a:r>
              <a:rPr lang="en-US"/>
              <a:t>Icon</a:t>
            </a:r>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0" name="Title 39">
            <a:extLst>
              <a:ext uri="{FF2B5EF4-FFF2-40B4-BE49-F238E27FC236}">
                <a16:creationId xmlns:a16="http://schemas.microsoft.com/office/drawing/2014/main" id="{69F75A06-A146-6B14-A33E-A93221CE43BE}"/>
              </a:ext>
            </a:extLst>
          </p:cNvPr>
          <p:cNvSpPr>
            <a:spLocks noGrp="1"/>
          </p:cNvSpPr>
          <p:nvPr>
            <p:ph type="title" hasCustomPrompt="1"/>
          </p:nvPr>
        </p:nvSpPr>
        <p:spPr/>
        <p:txBody>
          <a:bodyPr/>
          <a:lstStyle>
            <a:lvl1pPr>
              <a:defRPr>
                <a:solidFill>
                  <a:schemeClr val="accent1"/>
                </a:solidFill>
              </a:defRPr>
            </a:lvl1pPr>
          </a:lstStyle>
          <a:p>
            <a:r>
              <a:rPr lang="en-US" dirty="0"/>
              <a:t>Three column layout</a:t>
            </a:r>
            <a:br>
              <a:rPr lang="en-US" dirty="0"/>
            </a:br>
            <a:r>
              <a:rPr lang="en-US" dirty="0"/>
              <a:t>Title 2 lines maximum</a:t>
            </a:r>
            <a:endParaRPr lang="en-CA" dirty="0"/>
          </a:p>
        </p:txBody>
      </p:sp>
      <p:sp>
        <p:nvSpPr>
          <p:cNvPr id="5" name="TextBox 4">
            <a:extLst>
              <a:ext uri="{FF2B5EF4-FFF2-40B4-BE49-F238E27FC236}">
                <a16:creationId xmlns:a16="http://schemas.microsoft.com/office/drawing/2014/main" id="{99ABE324-9639-8040-B231-521236595B3A}"/>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7471A46C-F9D5-104A-DAEE-90BEB6230BC8}"/>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8545496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Four Column_Light Grey">
    <p:bg>
      <p:bgPr>
        <a:solidFill>
          <a:srgbClr val="EFF1F5"/>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p:spPr>
        <p:txBody>
          <a:bodyPr lIns="144000"/>
          <a:lstStyle>
            <a:lvl1pPr marL="0" indent="0">
              <a:buNone/>
              <a:defRPr sz="1050"/>
            </a:lvl1pPr>
          </a:lstStyle>
          <a:p>
            <a:r>
              <a:rPr lang="en-US"/>
              <a:t>Icon</a:t>
            </a:r>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3" name="Title 42">
            <a:extLst>
              <a:ext uri="{FF2B5EF4-FFF2-40B4-BE49-F238E27FC236}">
                <a16:creationId xmlns:a16="http://schemas.microsoft.com/office/drawing/2014/main" id="{75F68147-7329-DC53-2A1C-DB252D8949F9}"/>
              </a:ext>
            </a:extLst>
          </p:cNvPr>
          <p:cNvSpPr>
            <a:spLocks noGrp="1"/>
          </p:cNvSpPr>
          <p:nvPr>
            <p:ph type="title" hasCustomPrompt="1"/>
          </p:nvPr>
        </p:nvSpPr>
        <p:spPr/>
        <p:txBody>
          <a:bodyPr/>
          <a:lstStyle>
            <a:lvl1pPr>
              <a:defRPr>
                <a:solidFill>
                  <a:schemeClr val="accent1"/>
                </a:solidFill>
              </a:defRPr>
            </a:lvl1pPr>
          </a:lstStyle>
          <a:p>
            <a:r>
              <a:rPr lang="en-US" dirty="0"/>
              <a:t>Four column layout</a:t>
            </a:r>
            <a:br>
              <a:rPr lang="en-US" dirty="0"/>
            </a:br>
            <a:r>
              <a:rPr lang="en-US" dirty="0"/>
              <a:t>Title 2 lines maximum</a:t>
            </a:r>
            <a:endParaRPr lang="en-CA" dirty="0"/>
          </a:p>
        </p:txBody>
      </p:sp>
      <p:sp>
        <p:nvSpPr>
          <p:cNvPr id="5" name="TextBox 4">
            <a:extLst>
              <a:ext uri="{FF2B5EF4-FFF2-40B4-BE49-F238E27FC236}">
                <a16:creationId xmlns:a16="http://schemas.microsoft.com/office/drawing/2014/main" id="{91133BF8-CD4D-2F50-6B70-C4DD2898649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0A9B4840-E369-6392-4C6C-55958ED07FA0}"/>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6011558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wo Column_Light Grey (No Icon)">
    <p:bg>
      <p:bgPr>
        <a:solidFill>
          <a:srgbClr val="EFF1F5"/>
        </a:solidFill>
        <a:effectLst/>
      </p:bgPr>
    </p:bg>
    <p:spTree>
      <p:nvGrpSpPr>
        <p:cNvPr id="1" name=""/>
        <p:cNvGrpSpPr/>
        <p:nvPr/>
      </p:nvGrpSpPr>
      <p:grpSpPr>
        <a:xfrm>
          <a:off x="0" y="0"/>
          <a:ext cx="0" cy="0"/>
          <a:chOff x="0" y="0"/>
          <a:chExt cx="0" cy="0"/>
        </a:xfrm>
      </p:grpSpPr>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8" name="Title 7">
            <a:extLst>
              <a:ext uri="{FF2B5EF4-FFF2-40B4-BE49-F238E27FC236}">
                <a16:creationId xmlns:a16="http://schemas.microsoft.com/office/drawing/2014/main" id="{53580AF7-0A7C-8F81-6455-8144126540DB}"/>
              </a:ext>
            </a:extLst>
          </p:cNvPr>
          <p:cNvSpPr>
            <a:spLocks noGrp="1"/>
          </p:cNvSpPr>
          <p:nvPr>
            <p:ph type="title" hasCustomPrompt="1"/>
          </p:nvPr>
        </p:nvSpPr>
        <p:spPr/>
        <p:txBody>
          <a:bodyPr/>
          <a:lstStyle>
            <a:lvl1pPr>
              <a:defRPr>
                <a:solidFill>
                  <a:schemeClr val="accent1"/>
                </a:solidFill>
              </a:defRPr>
            </a:lvl1pPr>
          </a:lstStyle>
          <a:p>
            <a:r>
              <a:rPr lang="en-US" dirty="0"/>
              <a:t>Two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A619F4D3-6095-796D-455E-D946B6918078}"/>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98CAD8FF-504D-4F53-5A20-A7C5BE86B3E4}"/>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8362129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Three Column_Light Grey (No Icon)">
    <p:bg>
      <p:bgPr>
        <a:solidFill>
          <a:srgbClr val="EFF1F5"/>
        </a:solidFill>
        <a:effectLst/>
      </p:bgPr>
    </p:bg>
    <p:spTree>
      <p:nvGrpSpPr>
        <p:cNvPr id="1" name=""/>
        <p:cNvGrpSpPr/>
        <p:nvPr/>
      </p:nvGrpSpPr>
      <p:grpSpPr>
        <a:xfrm>
          <a:off x="0" y="0"/>
          <a:ext cx="0" cy="0"/>
          <a:chOff x="0" y="0"/>
          <a:chExt cx="0" cy="0"/>
        </a:xfrm>
      </p:grpSpPr>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6" name="Title 5">
            <a:extLst>
              <a:ext uri="{FF2B5EF4-FFF2-40B4-BE49-F238E27FC236}">
                <a16:creationId xmlns:a16="http://schemas.microsoft.com/office/drawing/2014/main" id="{2C9B8FD9-B348-BD0B-98F6-940DC3A78766}"/>
              </a:ext>
            </a:extLst>
          </p:cNvPr>
          <p:cNvSpPr>
            <a:spLocks noGrp="1"/>
          </p:cNvSpPr>
          <p:nvPr>
            <p:ph type="title" hasCustomPrompt="1"/>
          </p:nvPr>
        </p:nvSpPr>
        <p:spPr/>
        <p:txBody>
          <a:bodyPr/>
          <a:lstStyle>
            <a:lvl1pPr>
              <a:defRPr>
                <a:solidFill>
                  <a:schemeClr val="accent1"/>
                </a:solidFill>
              </a:defRPr>
            </a:lvl1pPr>
          </a:lstStyle>
          <a:p>
            <a:r>
              <a:rPr lang="en-US" dirty="0"/>
              <a:t>Three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6C31A57E-5A43-E4A0-D977-55B5F87E356B}"/>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2851323A-A87E-B662-305C-74A953C3C13C}"/>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15081576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Four Column_Light Grey (No Icon)">
    <p:bg>
      <p:bgPr>
        <a:solidFill>
          <a:srgbClr val="EFF1F5"/>
        </a:solidFill>
        <a:effectLst/>
      </p:bgPr>
    </p:bg>
    <p:spTree>
      <p:nvGrpSpPr>
        <p:cNvPr id="1" name=""/>
        <p:cNvGrpSpPr/>
        <p:nvPr/>
      </p:nvGrpSpPr>
      <p:grpSpPr>
        <a:xfrm>
          <a:off x="0" y="0"/>
          <a:ext cx="0" cy="0"/>
          <a:chOff x="0" y="0"/>
          <a:chExt cx="0" cy="0"/>
        </a:xfrm>
      </p:grpSpPr>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 name="Title 3">
            <a:extLst>
              <a:ext uri="{FF2B5EF4-FFF2-40B4-BE49-F238E27FC236}">
                <a16:creationId xmlns:a16="http://schemas.microsoft.com/office/drawing/2014/main" id="{3EF8625D-09FB-746E-DB00-45FE9E8B3AB8}"/>
              </a:ext>
            </a:extLst>
          </p:cNvPr>
          <p:cNvSpPr>
            <a:spLocks noGrp="1"/>
          </p:cNvSpPr>
          <p:nvPr>
            <p:ph type="title" hasCustomPrompt="1"/>
          </p:nvPr>
        </p:nvSpPr>
        <p:spPr/>
        <p:txBody>
          <a:bodyPr/>
          <a:lstStyle>
            <a:lvl1pPr>
              <a:defRPr>
                <a:solidFill>
                  <a:schemeClr val="accent1"/>
                </a:solidFill>
              </a:defRPr>
            </a:lvl1pPr>
          </a:lstStyle>
          <a:p>
            <a:r>
              <a:rPr lang="en-US" dirty="0"/>
              <a:t>Four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6918ABC2-721F-5E04-9C50-3D455BB196CD}"/>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FCC55B20-C219-FD7F-2929-E1A73C6C1027}"/>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20571075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Quote_Grey">
    <p:bg>
      <p:bgPr>
        <a:solidFill>
          <a:srgbClr val="EFF1F5"/>
        </a:solidFill>
        <a:effectLst/>
      </p:bgPr>
    </p:bg>
    <p:spTree>
      <p:nvGrpSpPr>
        <p:cNvPr id="1" name=""/>
        <p:cNvGrpSpPr/>
        <p:nvPr/>
      </p:nvGrpSpPr>
      <p:grpSpPr>
        <a:xfrm>
          <a:off x="0" y="0"/>
          <a:ext cx="0" cy="0"/>
          <a:chOff x="0" y="0"/>
          <a:chExt cx="0" cy="0"/>
        </a:xfrm>
      </p:grpSpPr>
      <p:sp>
        <p:nvSpPr>
          <p:cNvPr id="4" name="Title 11">
            <a:extLst>
              <a:ext uri="{FF2B5EF4-FFF2-40B4-BE49-F238E27FC236}">
                <a16:creationId xmlns:a16="http://schemas.microsoft.com/office/drawing/2014/main" id="{5C1C7AA1-95F2-8047-5222-E3C80AD6BF5A}"/>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solidFill>
                  <a:schemeClr val="accent1"/>
                </a:solidFill>
              </a:defRPr>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5" name="Text Placeholder 22">
            <a:extLst>
              <a:ext uri="{FF2B5EF4-FFF2-40B4-BE49-F238E27FC236}">
                <a16:creationId xmlns:a16="http://schemas.microsoft.com/office/drawing/2014/main" id="{B11743FF-4038-A2E4-E128-054E54629530}"/>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
        <p:nvSpPr>
          <p:cNvPr id="6" name="TextBox 5">
            <a:extLst>
              <a:ext uri="{FF2B5EF4-FFF2-40B4-BE49-F238E27FC236}">
                <a16:creationId xmlns:a16="http://schemas.microsoft.com/office/drawing/2014/main" id="{6121B1F9-923E-BA8C-3309-E70C3296DD91}"/>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C4A3F2DF-53AF-14B5-3306-2684D989CFCD}"/>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33445746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50/50 Title+Subtitle+Content_Grey">
    <p:bg>
      <p:bgPr>
        <a:solidFill>
          <a:srgbClr val="EFF1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bg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accent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bg1"/>
                </a:solidFill>
                <a:latin typeface="+mn-lt"/>
                <a:ea typeface="+mn-ea"/>
                <a:cs typeface="+mn-cs"/>
              </a:rPr>
              <a:pPr marL="0" lvl="0" algn="l" defTabSz="685800" rtl="0" eaLnBrk="1" latinLnBrk="0" hangingPunct="1">
                <a:lnSpc>
                  <a:spcPct val="125000"/>
                </a:lnSpc>
              </a:pPr>
              <a:t>‹#›</a:t>
            </a:fld>
            <a:endParaRPr lang="en-US" sz="600" kern="1200">
              <a:solidFill>
                <a:schemeClr val="bg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a:defRPr>
                <a:solidFill>
                  <a:schemeClr val="accent6">
                    <a:lumMod val="50000"/>
                  </a:schemeClr>
                </a:solidFill>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bg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bg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7880489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2/1 Title+Subtitle+Content_Grey">
    <p:bg>
      <p:bgPr>
        <a:solidFill>
          <a:srgbClr val="EFF1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bg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accent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bg1"/>
                </a:solidFill>
                <a:latin typeface="+mn-lt"/>
                <a:ea typeface="+mn-ea"/>
                <a:cs typeface="+mn-cs"/>
              </a:rPr>
              <a:pPr marL="0" lvl="0" algn="l" defTabSz="685800" rtl="0" eaLnBrk="1" latinLnBrk="0" hangingPunct="1">
                <a:lnSpc>
                  <a:spcPct val="125000"/>
                </a:lnSpc>
              </a:pPr>
              <a:t>‹#›</a:t>
            </a:fld>
            <a:endParaRPr lang="en-US" sz="600" kern="1200">
              <a:solidFill>
                <a:schemeClr val="bg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a:defRPr>
                <a:solidFill>
                  <a:schemeClr val="accent6">
                    <a:lumMod val="50000"/>
                  </a:schemeClr>
                </a:solidFill>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bg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bg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2319238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Title+Content_Grey">
    <p:bg>
      <p:bgPr>
        <a:solidFill>
          <a:srgbClr val="EFF1F5"/>
        </a:solid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8" y="449564"/>
            <a:ext cx="11160127" cy="621665"/>
          </a:xfrm>
        </p:spPr>
        <p:txBody>
          <a:bodyPr/>
          <a:lstStyle>
            <a:lvl1pPr>
              <a:defRPr>
                <a:solidFill>
                  <a:schemeClr val="accent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TextBox 3">
            <a:extLst>
              <a:ext uri="{FF2B5EF4-FFF2-40B4-BE49-F238E27FC236}">
                <a16:creationId xmlns:a16="http://schemas.microsoft.com/office/drawing/2014/main" id="{038798BB-60AE-6AE3-DEFF-706C5302795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3F6B6AF5-ADD2-33F6-8623-6B0FA6B6D888}"/>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22314370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Title+Subtitle+Content_Grey">
    <p:bg>
      <p:bgPr>
        <a:solidFill>
          <a:srgbClr val="EFF1F5"/>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itle 2">
            <a:extLst>
              <a:ext uri="{FF2B5EF4-FFF2-40B4-BE49-F238E27FC236}">
                <a16:creationId xmlns:a16="http://schemas.microsoft.com/office/drawing/2014/main" id="{E6119BFC-7B5F-018C-D3B2-ABDE459A91D3}"/>
              </a:ext>
            </a:extLst>
          </p:cNvPr>
          <p:cNvSpPr>
            <a:spLocks noGrp="1"/>
          </p:cNvSpPr>
          <p:nvPr>
            <p:ph type="title" hasCustomPrompt="1"/>
          </p:nvPr>
        </p:nvSpPr>
        <p:spPr>
          <a:xfrm>
            <a:off x="515938" y="449564"/>
            <a:ext cx="11160127" cy="263669"/>
          </a:xfrm>
        </p:spPr>
        <p:txBody>
          <a:bodyPr/>
          <a:lstStyle>
            <a:lvl1pPr>
              <a:defRPr>
                <a:solidFill>
                  <a:schemeClr val="accent1"/>
                </a:solidFill>
              </a:defRPr>
            </a:lvl1pPr>
          </a:lstStyle>
          <a:p>
            <a:r>
              <a:rPr lang="en-US" dirty="0"/>
              <a:t>Title + Content layout</a:t>
            </a:r>
            <a:r>
              <a:rPr lang="zh-TW" altLang="en-US" dirty="0"/>
              <a:t> </a:t>
            </a:r>
            <a:r>
              <a:rPr lang="en-US" dirty="0"/>
              <a:t>Title </a:t>
            </a:r>
            <a:r>
              <a:rPr lang="en-US" altLang="zh-TW" dirty="0"/>
              <a:t>1</a:t>
            </a:r>
            <a:r>
              <a:rPr lang="en-US" dirty="0"/>
              <a:t> line maximum</a:t>
            </a:r>
            <a:endParaRPr lang="en-CA" dirty="0"/>
          </a:p>
        </p:txBody>
      </p:sp>
      <p:sp>
        <p:nvSpPr>
          <p:cNvPr id="4" name="Text Placeholder 5">
            <a:extLst>
              <a:ext uri="{FF2B5EF4-FFF2-40B4-BE49-F238E27FC236}">
                <a16:creationId xmlns:a16="http://schemas.microsoft.com/office/drawing/2014/main" id="{32F127B8-8435-5ACD-5C17-7B0E7B3BCABD}"/>
              </a:ext>
            </a:extLst>
          </p:cNvPr>
          <p:cNvSpPr>
            <a:spLocks noGrp="1"/>
          </p:cNvSpPr>
          <p:nvPr>
            <p:ph type="body" sz="quarter" idx="12" hasCustomPrompt="1"/>
          </p:nvPr>
        </p:nvSpPr>
        <p:spPr>
          <a:xfrm>
            <a:off x="516467" y="731266"/>
            <a:ext cx="11159067" cy="219710"/>
          </a:xfrm>
        </p:spPr>
        <p:txBody>
          <a:bodyPr/>
          <a:lstStyle>
            <a:lvl1pPr marL="0" indent="0">
              <a:buNone/>
              <a:defRPr sz="1400"/>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Box 5">
            <a:extLst>
              <a:ext uri="{FF2B5EF4-FFF2-40B4-BE49-F238E27FC236}">
                <a16:creationId xmlns:a16="http://schemas.microsoft.com/office/drawing/2014/main" id="{56E49023-2045-0E91-EC1D-8BF43D7AC31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494E9FF9-D5ED-3717-4720-990A4ED0ADF9}"/>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42737061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Blank_Grey">
    <p:bg>
      <p:bgPr>
        <a:solidFill>
          <a:srgbClr val="EFF1F5"/>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777C99-E636-F036-0C9C-B5116E6AE273}"/>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0840A83B-5525-7442-BC28-23EC4594DC7D}"/>
              </a:ext>
            </a:extLst>
          </p:cNvPr>
          <p:cNvSpPr>
            <a:spLocks noGrp="1"/>
          </p:cNvSpPr>
          <p:nvPr>
            <p:ph type="ftr" sz="quarter" idx="28"/>
          </p:nvPr>
        </p:nvSpPr>
        <p:spPr>
          <a:xfrm>
            <a:off x="515939" y="6396925"/>
            <a:ext cx="11160000" cy="118174"/>
          </a:xfrm>
        </p:spPr>
        <p:txBody>
          <a:bodyPr/>
          <a:lstStyle>
            <a:lvl1pPr>
              <a:defRPr>
                <a:solidFill>
                  <a:schemeClr val="accent6">
                    <a:lumMod val="50000"/>
                  </a:schemeClr>
                </a:solidFill>
              </a:defRPr>
            </a:lvl1pPr>
          </a:lstStyle>
          <a:p>
            <a:endParaRPr lang="en-US"/>
          </a:p>
        </p:txBody>
      </p:sp>
    </p:spTree>
    <p:extLst>
      <p:ext uri="{BB962C8B-B14F-4D97-AF65-F5344CB8AC3E}">
        <p14:creationId xmlns:p14="http://schemas.microsoft.com/office/powerpoint/2010/main" val="6573232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36791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Title_Dark Blue">
    <p:bg>
      <p:bgPr>
        <a:solidFill>
          <a:schemeClr val="accent2"/>
        </a:solidFill>
        <a:effectLst/>
      </p:bgPr>
    </p:bg>
    <p:spTree>
      <p:nvGrpSpPr>
        <p:cNvPr id="1" name=""/>
        <p:cNvGrpSpPr/>
        <p:nvPr/>
      </p:nvGrpSpPr>
      <p:grpSpPr>
        <a:xfrm>
          <a:off x="0" y="0"/>
          <a:ext cx="0" cy="0"/>
          <a:chOff x="0" y="0"/>
          <a:chExt cx="0" cy="0"/>
        </a:xfrm>
      </p:grpSpPr>
      <p:sp>
        <p:nvSpPr>
          <p:cNvPr id="16" name="Title 2">
            <a:extLst>
              <a:ext uri="{FF2B5EF4-FFF2-40B4-BE49-F238E27FC236}">
                <a16:creationId xmlns:a16="http://schemas.microsoft.com/office/drawing/2014/main" id="{62C0E76A-32B9-4D4D-B734-7A849718BDEC}"/>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4" name="TextBox 3">
            <a:extLst>
              <a:ext uri="{FF2B5EF4-FFF2-40B4-BE49-F238E27FC236}">
                <a16:creationId xmlns:a16="http://schemas.microsoft.com/office/drawing/2014/main" id="{762F7825-67D8-BEB0-EF71-6CA04CEAC158}"/>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pic>
        <p:nvPicPr>
          <p:cNvPr id="9" name="Picture 2">
            <a:extLst>
              <a:ext uri="{FF2B5EF4-FFF2-40B4-BE49-F238E27FC236}">
                <a16:creationId xmlns:a16="http://schemas.microsoft.com/office/drawing/2014/main" id="{96D7C55A-9A16-C74F-7218-62A241D95B68}"/>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45928" y="5274955"/>
            <a:ext cx="962673" cy="792027"/>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5">
            <a:extLst>
              <a:ext uri="{FF2B5EF4-FFF2-40B4-BE49-F238E27FC236}">
                <a16:creationId xmlns:a16="http://schemas.microsoft.com/office/drawing/2014/main" id="{48631362-5383-91AB-E4C6-5C8A4AE0F4C9}"/>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2" name="Graphic 1">
            <a:extLst>
              <a:ext uri="{FF2B5EF4-FFF2-40B4-BE49-F238E27FC236}">
                <a16:creationId xmlns:a16="http://schemas.microsoft.com/office/drawing/2014/main" id="{EEE9165D-7D77-695D-C520-D35AC8585768}"/>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8" name="TextBox 7">
            <a:extLst>
              <a:ext uri="{FF2B5EF4-FFF2-40B4-BE49-F238E27FC236}">
                <a16:creationId xmlns:a16="http://schemas.microsoft.com/office/drawing/2014/main" id="{60D27806-EEB0-B5B6-5F18-2CD9B672286D}"/>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10" name="Text Placeholder 22">
            <a:extLst>
              <a:ext uri="{FF2B5EF4-FFF2-40B4-BE49-F238E27FC236}">
                <a16:creationId xmlns:a16="http://schemas.microsoft.com/office/drawing/2014/main" id="{B9E7A6BC-5E51-EB0A-291C-609F4579A64E}"/>
              </a:ext>
            </a:extLst>
          </p:cNvPr>
          <p:cNvSpPr>
            <a:spLocks noGrp="1"/>
          </p:cNvSpPr>
          <p:nvPr>
            <p:ph type="body" sz="quarter" idx="14" hasCustomPrompt="1"/>
          </p:nvPr>
        </p:nvSpPr>
        <p:spPr>
          <a:xfrm>
            <a:off x="516470" y="590270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4" name="Text Placeholder 22">
            <a:extLst>
              <a:ext uri="{FF2B5EF4-FFF2-40B4-BE49-F238E27FC236}">
                <a16:creationId xmlns:a16="http://schemas.microsoft.com/office/drawing/2014/main" id="{746994A3-9FA4-A9D9-0DEB-FA3FF9195938}"/>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5" name="Text Placeholder 7">
            <a:extLst>
              <a:ext uri="{FF2B5EF4-FFF2-40B4-BE49-F238E27FC236}">
                <a16:creationId xmlns:a16="http://schemas.microsoft.com/office/drawing/2014/main" id="{1D49977E-3709-B8FC-FE88-D434F690DED5}"/>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3137103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Title_Qualcomm Blue">
    <p:bg>
      <p:bgPr>
        <a:solidFill>
          <a:schemeClr val="accent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5" name="TextBox 4">
            <a:extLst>
              <a:ext uri="{FF2B5EF4-FFF2-40B4-BE49-F238E27FC236}">
                <a16:creationId xmlns:a16="http://schemas.microsoft.com/office/drawing/2014/main" id="{6D5A080B-0C7D-C848-F3E0-B20E3AAC1F86}"/>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pic>
        <p:nvPicPr>
          <p:cNvPr id="13" name="Picture 2">
            <a:extLst>
              <a:ext uri="{FF2B5EF4-FFF2-40B4-BE49-F238E27FC236}">
                <a16:creationId xmlns:a16="http://schemas.microsoft.com/office/drawing/2014/main" id="{0B577BFD-84AE-BA0F-14D9-039BA8EA0D26}"/>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45928" y="5274955"/>
            <a:ext cx="962673" cy="792027"/>
          </a:xfrm>
          <a:prstGeom prst="rect">
            <a:avLst/>
          </a:prstGeom>
          <a:noFill/>
          <a:extLst>
            <a:ext uri="{909E8E84-426E-40DD-AFC4-6F175D3DCCD1}">
              <a14:hiddenFill xmlns:a14="http://schemas.microsoft.com/office/drawing/2010/main">
                <a:solidFill>
                  <a:srgbClr val="FFFFFF"/>
                </a:solidFill>
              </a14:hiddenFill>
            </a:ext>
          </a:extLst>
        </p:spPr>
      </p:pic>
      <p:sp>
        <p:nvSpPr>
          <p:cNvPr id="14" name="Freeform 5">
            <a:extLst>
              <a:ext uri="{FF2B5EF4-FFF2-40B4-BE49-F238E27FC236}">
                <a16:creationId xmlns:a16="http://schemas.microsoft.com/office/drawing/2014/main" id="{B0B21C7B-7180-F944-7D68-B3973FC2AF0D}"/>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3" name="Graphic 2">
            <a:extLst>
              <a:ext uri="{FF2B5EF4-FFF2-40B4-BE49-F238E27FC236}">
                <a16:creationId xmlns:a16="http://schemas.microsoft.com/office/drawing/2014/main" id="{CC1BFF83-68A9-CD17-ED22-D0465D7FA5C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4" name="Text Placeholder 22">
            <a:extLst>
              <a:ext uri="{FF2B5EF4-FFF2-40B4-BE49-F238E27FC236}">
                <a16:creationId xmlns:a16="http://schemas.microsoft.com/office/drawing/2014/main" id="{24DADB8A-78AB-1FBA-2008-9C40906B3089}"/>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8" name="Text Placeholder 7">
            <a:extLst>
              <a:ext uri="{FF2B5EF4-FFF2-40B4-BE49-F238E27FC236}">
                <a16:creationId xmlns:a16="http://schemas.microsoft.com/office/drawing/2014/main" id="{11517C7B-C702-FEF7-C471-606A350E84A8}"/>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9" name="TextBox 8">
            <a:extLst>
              <a:ext uri="{FF2B5EF4-FFF2-40B4-BE49-F238E27FC236}">
                <a16:creationId xmlns:a16="http://schemas.microsoft.com/office/drawing/2014/main" id="{D888ED53-4956-1196-8A49-61FF73A5A630}"/>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10" name="Text Placeholder 22">
            <a:extLst>
              <a:ext uri="{FF2B5EF4-FFF2-40B4-BE49-F238E27FC236}">
                <a16:creationId xmlns:a16="http://schemas.microsoft.com/office/drawing/2014/main" id="{8EDBBE4F-3C84-3C68-C9C4-42B7681405A6}"/>
              </a:ext>
            </a:extLst>
          </p:cNvPr>
          <p:cNvSpPr>
            <a:spLocks noGrp="1"/>
          </p:cNvSpPr>
          <p:nvPr>
            <p:ph type="body" sz="quarter" idx="14" hasCustomPrompt="1"/>
          </p:nvPr>
        </p:nvSpPr>
        <p:spPr>
          <a:xfrm>
            <a:off x="516470" y="590270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2610126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_Light Grey">
    <p:bg>
      <p:bgPr>
        <a:solidFill>
          <a:srgbClr val="EFF1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9" y="1586753"/>
            <a:ext cx="5185615" cy="2202610"/>
          </a:xfrm>
        </p:spPr>
        <p:txBody>
          <a:bodyPr wrap="square" anchor="b">
            <a:noAutofit/>
          </a:bodyPr>
          <a:lstStyle>
            <a:lvl1pPr marL="0" algn="l" defTabSz="685800" rtl="0" eaLnBrk="1" latinLnBrk="0" hangingPunct="1">
              <a:lnSpc>
                <a:spcPct val="80000"/>
              </a:lnSpc>
              <a:defRPr lang="en-US" sz="36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Presentation </a:t>
            </a:r>
            <a:br>
              <a:rPr lang="en-US" dirty="0"/>
            </a:br>
            <a:r>
              <a:rPr lang="en-US" dirty="0"/>
              <a:t>title goes here</a:t>
            </a:r>
            <a:br>
              <a:rPr lang="en-US" dirty="0"/>
            </a:br>
            <a:r>
              <a:rPr lang="en-US" dirty="0"/>
              <a:t>four lines</a:t>
            </a:r>
            <a:br>
              <a:rPr lang="en-US" dirty="0"/>
            </a:br>
            <a:r>
              <a:rPr lang="en-US" dirty="0"/>
              <a:t>maximum</a:t>
            </a:r>
          </a:p>
        </p:txBody>
      </p:sp>
      <p:sp>
        <p:nvSpPr>
          <p:cNvPr id="5" name="TextBox 4">
            <a:extLst>
              <a:ext uri="{FF2B5EF4-FFF2-40B4-BE49-F238E27FC236}">
                <a16:creationId xmlns:a16="http://schemas.microsoft.com/office/drawing/2014/main" id="{6D5A080B-0C7D-C848-F3E0-B20E3AAC1F86}"/>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50000"/>
                  </a:schemeClr>
                </a:solidFill>
              </a:rPr>
              <a:t>Confidential – Qualcomm Technologies, Inc. and/or its affiliated companies – May Contain Trade Secrets</a:t>
            </a:r>
          </a:p>
        </p:txBody>
      </p:sp>
      <p:sp>
        <p:nvSpPr>
          <p:cNvPr id="16" name="Freeform 5">
            <a:extLst>
              <a:ext uri="{FF2B5EF4-FFF2-40B4-BE49-F238E27FC236}">
                <a16:creationId xmlns:a16="http://schemas.microsoft.com/office/drawing/2014/main" id="{17CA8376-9262-2A20-58A6-610E276216E2}"/>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pic>
        <p:nvPicPr>
          <p:cNvPr id="4" name="Picture 2">
            <a:extLst>
              <a:ext uri="{FF2B5EF4-FFF2-40B4-BE49-F238E27FC236}">
                <a16:creationId xmlns:a16="http://schemas.microsoft.com/office/drawing/2014/main" id="{D3B394B2-8F07-F210-B0C0-FD8ABDE968AF}"/>
              </a:ext>
            </a:extLst>
          </p:cNvPr>
          <p:cNvPicPr>
            <a:picLocks noChangeAspect="1" noChangeArrowheads="1"/>
          </p:cNvPicPr>
          <p:nvPr/>
        </p:nvPicPr>
        <p:blipFill rotWithShape="1">
          <a:blip r:embed="rId2">
            <a:extLst>
              <a:ext uri="{96DAC541-7B7A-43D3-8B79-37D633B846F1}">
                <asvg:svgBlip xmlns:asvg="http://schemas.microsoft.com/office/drawing/2016/SVG/main" r:embed="rId3"/>
              </a:ext>
            </a:extLst>
          </a:blip>
          <a:srcRect t="-1567" b="-1567"/>
          <a:stretch/>
        </p:blipFill>
        <p:spPr bwMode="auto">
          <a:xfrm>
            <a:off x="10251495" y="5261392"/>
            <a:ext cx="915696" cy="815393"/>
          </a:xfrm>
          <a:prstGeom prst="rect">
            <a:avLst/>
          </a:prstGeom>
          <a:noFill/>
        </p:spPr>
      </p:pic>
      <p:pic>
        <p:nvPicPr>
          <p:cNvPr id="3" name="Graphic 2">
            <a:extLst>
              <a:ext uri="{FF2B5EF4-FFF2-40B4-BE49-F238E27FC236}">
                <a16:creationId xmlns:a16="http://schemas.microsoft.com/office/drawing/2014/main" id="{B1571BEC-54D4-90C1-E5DE-DBCD4C53270F}"/>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37" b="38"/>
          <a:stretch/>
        </p:blipFill>
        <p:spPr>
          <a:xfrm rot="9900000" flipH="1">
            <a:off x="4698957" y="1764409"/>
            <a:ext cx="8611788" cy="5633418"/>
          </a:xfrm>
          <a:custGeom>
            <a:avLst/>
            <a:gdLst>
              <a:gd name="connsiteX0" fmla="*/ 6458841 w 6458841"/>
              <a:gd name="connsiteY0" fmla="*/ 5633418 h 5633418"/>
              <a:gd name="connsiteX1" fmla="*/ 6306029 w 6458841"/>
              <a:gd name="connsiteY1" fmla="*/ 5063114 h 5633418"/>
              <a:gd name="connsiteX2" fmla="*/ 6305367 w 6458841"/>
              <a:gd name="connsiteY2" fmla="*/ 5063292 h 5633418"/>
              <a:gd name="connsiteX3" fmla="*/ 4948661 w 6458841"/>
              <a:gd name="connsiteY3" fmla="*/ 0 h 5633418"/>
              <a:gd name="connsiteX4" fmla="*/ 207325 w 6458841"/>
              <a:gd name="connsiteY4" fmla="*/ 1270437 h 5633418"/>
              <a:gd name="connsiteX5" fmla="*/ 207034 w 6458841"/>
              <a:gd name="connsiteY5" fmla="*/ 1269353 h 5633418"/>
              <a:gd name="connsiteX6" fmla="*/ 0 w 6458841"/>
              <a:gd name="connsiteY6" fmla="*/ 1324828 h 5633418"/>
              <a:gd name="connsiteX7" fmla="*/ 1 w 6458841"/>
              <a:gd name="connsiteY7" fmla="*/ 5633418 h 563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8841" h="5633418">
                <a:moveTo>
                  <a:pt x="6458841" y="5633418"/>
                </a:moveTo>
                <a:lnTo>
                  <a:pt x="6306029" y="5063114"/>
                </a:lnTo>
                <a:lnTo>
                  <a:pt x="6305367" y="5063292"/>
                </a:lnTo>
                <a:lnTo>
                  <a:pt x="4948661" y="0"/>
                </a:lnTo>
                <a:lnTo>
                  <a:pt x="207325" y="1270437"/>
                </a:lnTo>
                <a:lnTo>
                  <a:pt x="207034" y="1269353"/>
                </a:lnTo>
                <a:lnTo>
                  <a:pt x="0" y="1324828"/>
                </a:lnTo>
                <a:lnTo>
                  <a:pt x="1" y="5633418"/>
                </a:lnTo>
                <a:close/>
              </a:path>
            </a:pathLst>
          </a:custGeom>
        </p:spPr>
      </p:pic>
      <p:sp>
        <p:nvSpPr>
          <p:cNvPr id="10" name="TextBox 9">
            <a:extLst>
              <a:ext uri="{FF2B5EF4-FFF2-40B4-BE49-F238E27FC236}">
                <a16:creationId xmlns:a16="http://schemas.microsoft.com/office/drawing/2014/main" id="{10860413-B4B1-54B8-4D9F-C25F867FD2C0}"/>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5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50000"/>
                </a:schemeClr>
              </a:solidFill>
              <a:latin typeface="+mn-lt"/>
              <a:ea typeface="+mn-ea"/>
              <a:cs typeface="+mn-cs"/>
            </a:endParaRPr>
          </a:p>
        </p:txBody>
      </p:sp>
      <p:sp>
        <p:nvSpPr>
          <p:cNvPr id="11" name="Text Placeholder 22">
            <a:extLst>
              <a:ext uri="{FF2B5EF4-FFF2-40B4-BE49-F238E27FC236}">
                <a16:creationId xmlns:a16="http://schemas.microsoft.com/office/drawing/2014/main" id="{A074B4CC-7572-B298-342F-8B7E38A9D0A3}"/>
              </a:ext>
            </a:extLst>
          </p:cNvPr>
          <p:cNvSpPr>
            <a:spLocks noGrp="1"/>
          </p:cNvSpPr>
          <p:nvPr>
            <p:ph type="body" sz="quarter" idx="14" hasCustomPrompt="1"/>
          </p:nvPr>
        </p:nvSpPr>
        <p:spPr>
          <a:xfrm>
            <a:off x="516470" y="5902702"/>
            <a:ext cx="5182549"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3" name="Text Placeholder 22">
            <a:extLst>
              <a:ext uri="{FF2B5EF4-FFF2-40B4-BE49-F238E27FC236}">
                <a16:creationId xmlns:a16="http://schemas.microsoft.com/office/drawing/2014/main" id="{8CD058A7-1D15-4CE0-AB92-979D375444F6}"/>
              </a:ext>
            </a:extLst>
          </p:cNvPr>
          <p:cNvSpPr>
            <a:spLocks noGrp="1"/>
          </p:cNvSpPr>
          <p:nvPr>
            <p:ph type="body" sz="quarter" idx="13" hasCustomPrompt="1"/>
          </p:nvPr>
        </p:nvSpPr>
        <p:spPr>
          <a:xfrm>
            <a:off x="516470" y="4475540"/>
            <a:ext cx="5182549"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4" name="Text Placeholder 7">
            <a:extLst>
              <a:ext uri="{FF2B5EF4-FFF2-40B4-BE49-F238E27FC236}">
                <a16:creationId xmlns:a16="http://schemas.microsoft.com/office/drawing/2014/main" id="{2C238B72-60CC-E661-212C-E3F407A0A41D}"/>
              </a:ext>
            </a:extLst>
          </p:cNvPr>
          <p:cNvSpPr>
            <a:spLocks noGrp="1"/>
          </p:cNvSpPr>
          <p:nvPr>
            <p:ph type="body" sz="quarter" idx="10" hasCustomPrompt="1"/>
          </p:nvPr>
        </p:nvSpPr>
        <p:spPr bwMode="gray">
          <a:xfrm>
            <a:off x="516468" y="4080517"/>
            <a:ext cx="5183717"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17513464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693">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Full Photo">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DF5ACA72-4637-3649-D1E3-4899FDE5A221}"/>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4" name="Picture Placeholder 23">
            <a:extLst>
              <a:ext uri="{FF2B5EF4-FFF2-40B4-BE49-F238E27FC236}">
                <a16:creationId xmlns:a16="http://schemas.microsoft.com/office/drawing/2014/main" id="{7E97A39A-6E0B-4A9B-B9A3-EB9B3F1B665D}"/>
              </a:ext>
            </a:extLst>
          </p:cNvPr>
          <p:cNvSpPr>
            <a:spLocks noGrp="1"/>
          </p:cNvSpPr>
          <p:nvPr>
            <p:ph type="pic" sz="quarter" idx="15" hasCustomPrompt="1"/>
          </p:nvPr>
        </p:nvSpPr>
        <p:spPr>
          <a:xfrm>
            <a:off x="0" y="0"/>
            <a:ext cx="12192000" cy="6858000"/>
          </a:xfrm>
          <a:custGeom>
            <a:avLst/>
            <a:gdLst>
              <a:gd name="connsiteX0" fmla="*/ 1497096 w 9144000"/>
              <a:gd name="connsiteY0" fmla="*/ 586917 h 6858000"/>
              <a:gd name="connsiteX1" fmla="*/ 1555614 w 9144000"/>
              <a:gd name="connsiteY1" fmla="*/ 647861 h 6858000"/>
              <a:gd name="connsiteX2" fmla="*/ 1497096 w 9144000"/>
              <a:gd name="connsiteY2" fmla="*/ 708580 h 6858000"/>
              <a:gd name="connsiteX3" fmla="*/ 1438579 w 9144000"/>
              <a:gd name="connsiteY3" fmla="*/ 647861 h 6858000"/>
              <a:gd name="connsiteX4" fmla="*/ 1497096 w 9144000"/>
              <a:gd name="connsiteY4" fmla="*/ 586917 h 6858000"/>
              <a:gd name="connsiteX5" fmla="*/ 1015515 w 9144000"/>
              <a:gd name="connsiteY5" fmla="*/ 586917 h 6858000"/>
              <a:gd name="connsiteX6" fmla="*/ 1074032 w 9144000"/>
              <a:gd name="connsiteY6" fmla="*/ 647861 h 6858000"/>
              <a:gd name="connsiteX7" fmla="*/ 1015515 w 9144000"/>
              <a:gd name="connsiteY7" fmla="*/ 709029 h 6858000"/>
              <a:gd name="connsiteX8" fmla="*/ 956997 w 9144000"/>
              <a:gd name="connsiteY8" fmla="*/ 647861 h 6858000"/>
              <a:gd name="connsiteX9" fmla="*/ 1015515 w 9144000"/>
              <a:gd name="connsiteY9" fmla="*/ 586917 h 6858000"/>
              <a:gd name="connsiteX10" fmla="*/ 1672649 w 9144000"/>
              <a:gd name="connsiteY10" fmla="*/ 554101 h 6858000"/>
              <a:gd name="connsiteX11" fmla="*/ 1662177 w 9144000"/>
              <a:gd name="connsiteY11" fmla="*/ 561469 h 6858000"/>
              <a:gd name="connsiteX12" fmla="*/ 1595687 w 9144000"/>
              <a:gd name="connsiteY12" fmla="*/ 732021 h 6858000"/>
              <a:gd name="connsiteX13" fmla="*/ 1602065 w 9144000"/>
              <a:gd name="connsiteY13" fmla="*/ 741396 h 6858000"/>
              <a:gd name="connsiteX14" fmla="*/ 1627565 w 9144000"/>
              <a:gd name="connsiteY14" fmla="*/ 741396 h 6858000"/>
              <a:gd name="connsiteX15" fmla="*/ 1638041 w 9144000"/>
              <a:gd name="connsiteY15" fmla="*/ 734477 h 6858000"/>
              <a:gd name="connsiteX16" fmla="*/ 1686996 w 9144000"/>
              <a:gd name="connsiteY16" fmla="*/ 605670 h 6858000"/>
              <a:gd name="connsiteX17" fmla="*/ 1735951 w 9144000"/>
              <a:gd name="connsiteY17" fmla="*/ 734477 h 6858000"/>
              <a:gd name="connsiteX18" fmla="*/ 1746194 w 9144000"/>
              <a:gd name="connsiteY18" fmla="*/ 741396 h 6858000"/>
              <a:gd name="connsiteX19" fmla="*/ 1769649 w 9144000"/>
              <a:gd name="connsiteY19" fmla="*/ 741396 h 6858000"/>
              <a:gd name="connsiteX20" fmla="*/ 1780122 w 9144000"/>
              <a:gd name="connsiteY20" fmla="*/ 734477 h 6858000"/>
              <a:gd name="connsiteX21" fmla="*/ 1830216 w 9144000"/>
              <a:gd name="connsiteY21" fmla="*/ 605670 h 6858000"/>
              <a:gd name="connsiteX22" fmla="*/ 1878716 w 9144000"/>
              <a:gd name="connsiteY22" fmla="*/ 734477 h 6858000"/>
              <a:gd name="connsiteX23" fmla="*/ 1889191 w 9144000"/>
              <a:gd name="connsiteY23" fmla="*/ 741396 h 6858000"/>
              <a:gd name="connsiteX24" fmla="*/ 1913782 w 9144000"/>
              <a:gd name="connsiteY24" fmla="*/ 741396 h 6858000"/>
              <a:gd name="connsiteX25" fmla="*/ 1924254 w 9144000"/>
              <a:gd name="connsiteY25" fmla="*/ 734477 h 6858000"/>
              <a:gd name="connsiteX26" fmla="*/ 1973209 w 9144000"/>
              <a:gd name="connsiteY26" fmla="*/ 605670 h 6858000"/>
              <a:gd name="connsiteX27" fmla="*/ 2022848 w 9144000"/>
              <a:gd name="connsiteY27" fmla="*/ 734477 h 6858000"/>
              <a:gd name="connsiteX28" fmla="*/ 2033324 w 9144000"/>
              <a:gd name="connsiteY28" fmla="*/ 741396 h 6858000"/>
              <a:gd name="connsiteX29" fmla="*/ 2056775 w 9144000"/>
              <a:gd name="connsiteY29" fmla="*/ 741396 h 6858000"/>
              <a:gd name="connsiteX30" fmla="*/ 2067022 w 9144000"/>
              <a:gd name="connsiteY30" fmla="*/ 734477 h 6858000"/>
              <a:gd name="connsiteX31" fmla="*/ 2116432 w 9144000"/>
              <a:gd name="connsiteY31" fmla="*/ 606340 h 6858000"/>
              <a:gd name="connsiteX32" fmla="*/ 2164932 w 9144000"/>
              <a:gd name="connsiteY32" fmla="*/ 734477 h 6858000"/>
              <a:gd name="connsiteX33" fmla="*/ 2175404 w 9144000"/>
              <a:gd name="connsiteY33" fmla="*/ 741396 h 6858000"/>
              <a:gd name="connsiteX34" fmla="*/ 2201592 w 9144000"/>
              <a:gd name="connsiteY34" fmla="*/ 741396 h 6858000"/>
              <a:gd name="connsiteX35" fmla="*/ 2207967 w 9144000"/>
              <a:gd name="connsiteY35" fmla="*/ 732021 h 6858000"/>
              <a:gd name="connsiteX36" fmla="*/ 2141477 w 9144000"/>
              <a:gd name="connsiteY36" fmla="*/ 561469 h 6858000"/>
              <a:gd name="connsiteX37" fmla="*/ 2131231 w 9144000"/>
              <a:gd name="connsiteY37" fmla="*/ 554101 h 6858000"/>
              <a:gd name="connsiteX38" fmla="*/ 2102543 w 9144000"/>
              <a:gd name="connsiteY38" fmla="*/ 554101 h 6858000"/>
              <a:gd name="connsiteX39" fmla="*/ 2092067 w 9144000"/>
              <a:gd name="connsiteY39" fmla="*/ 561469 h 6858000"/>
              <a:gd name="connsiteX40" fmla="*/ 2045619 w 9144000"/>
              <a:gd name="connsiteY40" fmla="*/ 686034 h 6858000"/>
              <a:gd name="connsiteX41" fmla="*/ 1997803 w 9144000"/>
              <a:gd name="connsiteY41" fmla="*/ 561469 h 6858000"/>
              <a:gd name="connsiteX42" fmla="*/ 1987556 w 9144000"/>
              <a:gd name="connsiteY42" fmla="*/ 554101 h 6858000"/>
              <a:gd name="connsiteX43" fmla="*/ 1959094 w 9144000"/>
              <a:gd name="connsiteY43" fmla="*/ 554101 h 6858000"/>
              <a:gd name="connsiteX44" fmla="*/ 1948848 w 9144000"/>
              <a:gd name="connsiteY44" fmla="*/ 561469 h 6858000"/>
              <a:gd name="connsiteX45" fmla="*/ 1901941 w 9144000"/>
              <a:gd name="connsiteY45" fmla="*/ 686034 h 6858000"/>
              <a:gd name="connsiteX46" fmla="*/ 1854806 w 9144000"/>
              <a:gd name="connsiteY46" fmla="*/ 561469 h 6858000"/>
              <a:gd name="connsiteX47" fmla="*/ 1844563 w 9144000"/>
              <a:gd name="connsiteY47" fmla="*/ 554101 h 6858000"/>
              <a:gd name="connsiteX48" fmla="*/ 1816326 w 9144000"/>
              <a:gd name="connsiteY48" fmla="*/ 554101 h 6858000"/>
              <a:gd name="connsiteX49" fmla="*/ 1805854 w 9144000"/>
              <a:gd name="connsiteY49" fmla="*/ 561469 h 6858000"/>
              <a:gd name="connsiteX50" fmla="*/ 1758493 w 9144000"/>
              <a:gd name="connsiteY50" fmla="*/ 686034 h 6858000"/>
              <a:gd name="connsiteX51" fmla="*/ 1711587 w 9144000"/>
              <a:gd name="connsiteY51" fmla="*/ 561469 h 6858000"/>
              <a:gd name="connsiteX52" fmla="*/ 1701340 w 9144000"/>
              <a:gd name="connsiteY52" fmla="*/ 554101 h 6858000"/>
              <a:gd name="connsiteX53" fmla="*/ 1672649 w 9144000"/>
              <a:gd name="connsiteY53" fmla="*/ 554101 h 6858000"/>
              <a:gd name="connsiteX54" fmla="*/ 713135 w 9144000"/>
              <a:gd name="connsiteY54" fmla="*/ 554101 h 6858000"/>
              <a:gd name="connsiteX55" fmla="*/ 703798 w 9144000"/>
              <a:gd name="connsiteY55" fmla="*/ 562809 h 6858000"/>
              <a:gd name="connsiteX56" fmla="*/ 703798 w 9144000"/>
              <a:gd name="connsiteY56" fmla="*/ 666168 h 6858000"/>
              <a:gd name="connsiteX57" fmla="*/ 784403 w 9144000"/>
              <a:gd name="connsiteY57" fmla="*/ 746532 h 6858000"/>
              <a:gd name="connsiteX58" fmla="*/ 846337 w 9144000"/>
              <a:gd name="connsiteY58" fmla="*/ 717513 h 6858000"/>
              <a:gd name="connsiteX59" fmla="*/ 846337 w 9144000"/>
              <a:gd name="connsiteY59" fmla="*/ 733136 h 6858000"/>
              <a:gd name="connsiteX60" fmla="*/ 855216 w 9144000"/>
              <a:gd name="connsiteY60" fmla="*/ 741396 h 6858000"/>
              <a:gd name="connsiteX61" fmla="*/ 878671 w 9144000"/>
              <a:gd name="connsiteY61" fmla="*/ 741396 h 6858000"/>
              <a:gd name="connsiteX62" fmla="*/ 887778 w 9144000"/>
              <a:gd name="connsiteY62" fmla="*/ 732915 h 6858000"/>
              <a:gd name="connsiteX63" fmla="*/ 887778 w 9144000"/>
              <a:gd name="connsiteY63" fmla="*/ 563034 h 6858000"/>
              <a:gd name="connsiteX64" fmla="*/ 878671 w 9144000"/>
              <a:gd name="connsiteY64" fmla="*/ 554101 h 6858000"/>
              <a:gd name="connsiteX65" fmla="*/ 855216 w 9144000"/>
              <a:gd name="connsiteY65" fmla="*/ 554101 h 6858000"/>
              <a:gd name="connsiteX66" fmla="*/ 846337 w 9144000"/>
              <a:gd name="connsiteY66" fmla="*/ 562809 h 6858000"/>
              <a:gd name="connsiteX67" fmla="*/ 846337 w 9144000"/>
              <a:gd name="connsiteY67" fmla="*/ 659916 h 6858000"/>
              <a:gd name="connsiteX68" fmla="*/ 795104 w 9144000"/>
              <a:gd name="connsiteY68" fmla="*/ 711261 h 6858000"/>
              <a:gd name="connsiteX69" fmla="*/ 745239 w 9144000"/>
              <a:gd name="connsiteY69" fmla="*/ 659470 h 6858000"/>
              <a:gd name="connsiteX70" fmla="*/ 745239 w 9144000"/>
              <a:gd name="connsiteY70" fmla="*/ 562809 h 6858000"/>
              <a:gd name="connsiteX71" fmla="*/ 736587 w 9144000"/>
              <a:gd name="connsiteY71" fmla="*/ 554101 h 6858000"/>
              <a:gd name="connsiteX72" fmla="*/ 713135 w 9144000"/>
              <a:gd name="connsiteY72" fmla="*/ 554101 h 6858000"/>
              <a:gd name="connsiteX73" fmla="*/ 1497096 w 9144000"/>
              <a:gd name="connsiteY73" fmla="*/ 548968 h 6858000"/>
              <a:gd name="connsiteX74" fmla="*/ 1396909 w 9144000"/>
              <a:gd name="connsiteY74" fmla="*/ 647861 h 6858000"/>
              <a:gd name="connsiteX75" fmla="*/ 1497096 w 9144000"/>
              <a:gd name="connsiteY75" fmla="*/ 746532 h 6858000"/>
              <a:gd name="connsiteX76" fmla="*/ 1597510 w 9144000"/>
              <a:gd name="connsiteY76" fmla="*/ 647861 h 6858000"/>
              <a:gd name="connsiteX77" fmla="*/ 1497096 w 9144000"/>
              <a:gd name="connsiteY77" fmla="*/ 548968 h 6858000"/>
              <a:gd name="connsiteX78" fmla="*/ 1323134 w 9144000"/>
              <a:gd name="connsiteY78" fmla="*/ 548743 h 6858000"/>
              <a:gd name="connsiteX79" fmla="*/ 1224544 w 9144000"/>
              <a:gd name="connsiteY79" fmla="*/ 647861 h 6858000"/>
              <a:gd name="connsiteX80" fmla="*/ 1323134 w 9144000"/>
              <a:gd name="connsiteY80" fmla="*/ 746532 h 6858000"/>
              <a:gd name="connsiteX81" fmla="*/ 1384613 w 9144000"/>
              <a:gd name="connsiteY81" fmla="*/ 727779 h 6858000"/>
              <a:gd name="connsiteX82" fmla="*/ 1386433 w 9144000"/>
              <a:gd name="connsiteY82" fmla="*/ 714832 h 6858000"/>
              <a:gd name="connsiteX83" fmla="*/ 1374596 w 9144000"/>
              <a:gd name="connsiteY83" fmla="*/ 700100 h 6858000"/>
              <a:gd name="connsiteX84" fmla="*/ 1360704 w 9144000"/>
              <a:gd name="connsiteY84" fmla="*/ 698090 h 6858000"/>
              <a:gd name="connsiteX85" fmla="*/ 1324502 w 9144000"/>
              <a:gd name="connsiteY85" fmla="*/ 709475 h 6858000"/>
              <a:gd name="connsiteX86" fmla="*/ 1266665 w 9144000"/>
              <a:gd name="connsiteY86" fmla="*/ 647861 h 6858000"/>
              <a:gd name="connsiteX87" fmla="*/ 1324502 w 9144000"/>
              <a:gd name="connsiteY87" fmla="*/ 585801 h 6858000"/>
              <a:gd name="connsiteX88" fmla="*/ 1361387 w 9144000"/>
              <a:gd name="connsiteY88" fmla="*/ 596965 h 6858000"/>
              <a:gd name="connsiteX89" fmla="*/ 1375276 w 9144000"/>
              <a:gd name="connsiteY89" fmla="*/ 595401 h 6858000"/>
              <a:gd name="connsiteX90" fmla="*/ 1386433 w 9144000"/>
              <a:gd name="connsiteY90" fmla="*/ 580222 h 6858000"/>
              <a:gd name="connsiteX91" fmla="*/ 1384613 w 9144000"/>
              <a:gd name="connsiteY91" fmla="*/ 567272 h 6858000"/>
              <a:gd name="connsiteX92" fmla="*/ 1323134 w 9144000"/>
              <a:gd name="connsiteY92" fmla="*/ 548743 h 6858000"/>
              <a:gd name="connsiteX93" fmla="*/ 1011188 w 9144000"/>
              <a:gd name="connsiteY93" fmla="*/ 548743 h 6858000"/>
              <a:gd name="connsiteX94" fmla="*/ 914872 w 9144000"/>
              <a:gd name="connsiteY94" fmla="*/ 647415 h 6858000"/>
              <a:gd name="connsiteX95" fmla="*/ 1010734 w 9144000"/>
              <a:gd name="connsiteY95" fmla="*/ 746532 h 6858000"/>
              <a:gd name="connsiteX96" fmla="*/ 1073578 w 9144000"/>
              <a:gd name="connsiteY96" fmla="*/ 716394 h 6858000"/>
              <a:gd name="connsiteX97" fmla="*/ 1073578 w 9144000"/>
              <a:gd name="connsiteY97" fmla="*/ 732915 h 6858000"/>
              <a:gd name="connsiteX98" fmla="*/ 1082685 w 9144000"/>
              <a:gd name="connsiteY98" fmla="*/ 741396 h 6858000"/>
              <a:gd name="connsiteX99" fmla="*/ 1106366 w 9144000"/>
              <a:gd name="connsiteY99" fmla="*/ 741396 h 6858000"/>
              <a:gd name="connsiteX100" fmla="*/ 1115018 w 9144000"/>
              <a:gd name="connsiteY100" fmla="*/ 732915 h 6858000"/>
              <a:gd name="connsiteX101" fmla="*/ 1115018 w 9144000"/>
              <a:gd name="connsiteY101" fmla="*/ 563034 h 6858000"/>
              <a:gd name="connsiteX102" fmla="*/ 1106366 w 9144000"/>
              <a:gd name="connsiteY102" fmla="*/ 554101 h 6858000"/>
              <a:gd name="connsiteX103" fmla="*/ 1082685 w 9144000"/>
              <a:gd name="connsiteY103" fmla="*/ 554101 h 6858000"/>
              <a:gd name="connsiteX104" fmla="*/ 1073578 w 9144000"/>
              <a:gd name="connsiteY104" fmla="*/ 563034 h 6858000"/>
              <a:gd name="connsiteX105" fmla="*/ 1073578 w 9144000"/>
              <a:gd name="connsiteY105" fmla="*/ 578658 h 6858000"/>
              <a:gd name="connsiteX106" fmla="*/ 1011188 w 9144000"/>
              <a:gd name="connsiteY106" fmla="*/ 548743 h 6858000"/>
              <a:gd name="connsiteX107" fmla="*/ 532343 w 9144000"/>
              <a:gd name="connsiteY107" fmla="*/ 498739 h 6858000"/>
              <a:gd name="connsiteX108" fmla="*/ 632986 w 9144000"/>
              <a:gd name="connsiteY108" fmla="*/ 603214 h 6858000"/>
              <a:gd name="connsiteX109" fmla="*/ 595642 w 9144000"/>
              <a:gd name="connsiteY109" fmla="*/ 686259 h 6858000"/>
              <a:gd name="connsiteX110" fmla="*/ 577197 w 9144000"/>
              <a:gd name="connsiteY110" fmla="*/ 639601 h 6858000"/>
              <a:gd name="connsiteX111" fmla="*/ 565357 w 9144000"/>
              <a:gd name="connsiteY111" fmla="*/ 632234 h 6858000"/>
              <a:gd name="connsiteX112" fmla="*/ 541451 w 9144000"/>
              <a:gd name="connsiteY112" fmla="*/ 632234 h 6858000"/>
              <a:gd name="connsiteX113" fmla="*/ 533482 w 9144000"/>
              <a:gd name="connsiteY113" fmla="*/ 643397 h 6858000"/>
              <a:gd name="connsiteX114" fmla="*/ 557617 w 9144000"/>
              <a:gd name="connsiteY114" fmla="*/ 704787 h 6858000"/>
              <a:gd name="connsiteX115" fmla="*/ 532343 w 9144000"/>
              <a:gd name="connsiteY115" fmla="*/ 707913 h 6858000"/>
              <a:gd name="connsiteX116" fmla="*/ 431700 w 9144000"/>
              <a:gd name="connsiteY116" fmla="*/ 603214 h 6858000"/>
              <a:gd name="connsiteX117" fmla="*/ 532343 w 9144000"/>
              <a:gd name="connsiteY117" fmla="*/ 498739 h 6858000"/>
              <a:gd name="connsiteX118" fmla="*/ 1165113 w 9144000"/>
              <a:gd name="connsiteY118" fmla="*/ 465253 h 6858000"/>
              <a:gd name="connsiteX119" fmla="*/ 1156005 w 9144000"/>
              <a:gd name="connsiteY119" fmla="*/ 474183 h 6858000"/>
              <a:gd name="connsiteX120" fmla="*/ 1156005 w 9144000"/>
              <a:gd name="connsiteY120" fmla="*/ 732467 h 6858000"/>
              <a:gd name="connsiteX121" fmla="*/ 1165113 w 9144000"/>
              <a:gd name="connsiteY121" fmla="*/ 741396 h 6858000"/>
              <a:gd name="connsiteX122" fmla="*/ 1188564 w 9144000"/>
              <a:gd name="connsiteY122" fmla="*/ 741396 h 6858000"/>
              <a:gd name="connsiteX123" fmla="*/ 1197446 w 9144000"/>
              <a:gd name="connsiteY123" fmla="*/ 732467 h 6858000"/>
              <a:gd name="connsiteX124" fmla="*/ 1197446 w 9144000"/>
              <a:gd name="connsiteY124" fmla="*/ 474183 h 6858000"/>
              <a:gd name="connsiteX125" fmla="*/ 1188564 w 9144000"/>
              <a:gd name="connsiteY125" fmla="*/ 465253 h 6858000"/>
              <a:gd name="connsiteX126" fmla="*/ 1165113 w 9144000"/>
              <a:gd name="connsiteY126" fmla="*/ 465253 h 6858000"/>
              <a:gd name="connsiteX127" fmla="*/ 532343 w 9144000"/>
              <a:gd name="connsiteY127" fmla="*/ 460120 h 6858000"/>
              <a:gd name="connsiteX128" fmla="*/ 387072 w 9144000"/>
              <a:gd name="connsiteY128" fmla="*/ 603214 h 6858000"/>
              <a:gd name="connsiteX129" fmla="*/ 532343 w 9144000"/>
              <a:gd name="connsiteY129" fmla="*/ 746532 h 6858000"/>
              <a:gd name="connsiteX130" fmla="*/ 571961 w 9144000"/>
              <a:gd name="connsiteY130" fmla="*/ 741396 h 6858000"/>
              <a:gd name="connsiteX131" fmla="*/ 587673 w 9144000"/>
              <a:gd name="connsiteY131" fmla="*/ 781134 h 6858000"/>
              <a:gd name="connsiteX132" fmla="*/ 598374 w 9144000"/>
              <a:gd name="connsiteY132" fmla="*/ 788277 h 6858000"/>
              <a:gd name="connsiteX133" fmla="*/ 623420 w 9144000"/>
              <a:gd name="connsiteY133" fmla="*/ 788277 h 6858000"/>
              <a:gd name="connsiteX134" fmla="*/ 630934 w 9144000"/>
              <a:gd name="connsiteY134" fmla="*/ 776892 h 6858000"/>
              <a:gd name="connsiteX135" fmla="*/ 610669 w 9144000"/>
              <a:gd name="connsiteY135" fmla="*/ 724656 h 6858000"/>
              <a:gd name="connsiteX136" fmla="*/ 677614 w 9144000"/>
              <a:gd name="connsiteY136" fmla="*/ 603214 h 6858000"/>
              <a:gd name="connsiteX137" fmla="*/ 532343 w 9144000"/>
              <a:gd name="connsiteY137" fmla="*/ 460120 h 6858000"/>
              <a:gd name="connsiteX138" fmla="*/ 0 w 9144000"/>
              <a:gd name="connsiteY138" fmla="*/ 0 h 6858000"/>
              <a:gd name="connsiteX139" fmla="*/ 9144000 w 9144000"/>
              <a:gd name="connsiteY139" fmla="*/ 0 h 6858000"/>
              <a:gd name="connsiteX140" fmla="*/ 9144000 w 9144000"/>
              <a:gd name="connsiteY140" fmla="*/ 6858000 h 6858000"/>
              <a:gd name="connsiteX141" fmla="*/ 0 w 9144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9144000" h="6858000">
                <a:moveTo>
                  <a:pt x="1497096" y="586917"/>
                </a:moveTo>
                <a:cubicBezTo>
                  <a:pt x="1531478" y="586917"/>
                  <a:pt x="1555614" y="613484"/>
                  <a:pt x="1555614" y="647861"/>
                </a:cubicBezTo>
                <a:cubicBezTo>
                  <a:pt x="1555614" y="681792"/>
                  <a:pt x="1531478" y="708580"/>
                  <a:pt x="1497096" y="708580"/>
                </a:cubicBezTo>
                <a:cubicBezTo>
                  <a:pt x="1462940" y="708580"/>
                  <a:pt x="1438579" y="681792"/>
                  <a:pt x="1438579" y="647861"/>
                </a:cubicBezTo>
                <a:cubicBezTo>
                  <a:pt x="1438579" y="613484"/>
                  <a:pt x="1462940" y="586917"/>
                  <a:pt x="1497096" y="586917"/>
                </a:cubicBezTo>
                <a:close/>
                <a:moveTo>
                  <a:pt x="1015515" y="586917"/>
                </a:moveTo>
                <a:cubicBezTo>
                  <a:pt x="1049442" y="586917"/>
                  <a:pt x="1074032" y="613484"/>
                  <a:pt x="1074032" y="647861"/>
                </a:cubicBezTo>
                <a:cubicBezTo>
                  <a:pt x="1074032" y="681792"/>
                  <a:pt x="1049442" y="709029"/>
                  <a:pt x="1015515" y="709029"/>
                </a:cubicBezTo>
                <a:cubicBezTo>
                  <a:pt x="981362" y="709029"/>
                  <a:pt x="956997" y="681792"/>
                  <a:pt x="956997" y="647861"/>
                </a:cubicBezTo>
                <a:cubicBezTo>
                  <a:pt x="956997" y="613484"/>
                  <a:pt x="981362" y="586917"/>
                  <a:pt x="1015515" y="586917"/>
                </a:cubicBezTo>
                <a:close/>
                <a:moveTo>
                  <a:pt x="1672649" y="554101"/>
                </a:moveTo>
                <a:cubicBezTo>
                  <a:pt x="1667867" y="554101"/>
                  <a:pt x="1664225" y="556557"/>
                  <a:pt x="1662177" y="561469"/>
                </a:cubicBezTo>
                <a:cubicBezTo>
                  <a:pt x="1662177" y="561469"/>
                  <a:pt x="1662177" y="561469"/>
                  <a:pt x="1595687" y="732021"/>
                </a:cubicBezTo>
                <a:cubicBezTo>
                  <a:pt x="1593867" y="736708"/>
                  <a:pt x="1596141" y="741396"/>
                  <a:pt x="1602065" y="741396"/>
                </a:cubicBezTo>
                <a:cubicBezTo>
                  <a:pt x="1602065" y="741396"/>
                  <a:pt x="1602065" y="741396"/>
                  <a:pt x="1627565" y="741396"/>
                </a:cubicBezTo>
                <a:cubicBezTo>
                  <a:pt x="1632347" y="741396"/>
                  <a:pt x="1636447" y="739164"/>
                  <a:pt x="1638041" y="734477"/>
                </a:cubicBezTo>
                <a:cubicBezTo>
                  <a:pt x="1638041" y="734477"/>
                  <a:pt x="1638041" y="734477"/>
                  <a:pt x="1686996" y="605670"/>
                </a:cubicBezTo>
                <a:cubicBezTo>
                  <a:pt x="1686996" y="605670"/>
                  <a:pt x="1686996" y="605670"/>
                  <a:pt x="1735951" y="734477"/>
                </a:cubicBezTo>
                <a:cubicBezTo>
                  <a:pt x="1737771" y="739389"/>
                  <a:pt x="1741413" y="741396"/>
                  <a:pt x="1746194" y="741396"/>
                </a:cubicBezTo>
                <a:cubicBezTo>
                  <a:pt x="1746194" y="741396"/>
                  <a:pt x="1746194" y="741396"/>
                  <a:pt x="1769649" y="741396"/>
                </a:cubicBezTo>
                <a:cubicBezTo>
                  <a:pt x="1774431" y="741396"/>
                  <a:pt x="1778073" y="739389"/>
                  <a:pt x="1780122" y="734477"/>
                </a:cubicBezTo>
                <a:cubicBezTo>
                  <a:pt x="1780122" y="734477"/>
                  <a:pt x="1780122" y="734477"/>
                  <a:pt x="1830216" y="605670"/>
                </a:cubicBezTo>
                <a:cubicBezTo>
                  <a:pt x="1830216" y="605670"/>
                  <a:pt x="1830216" y="605670"/>
                  <a:pt x="1878716" y="734477"/>
                </a:cubicBezTo>
                <a:cubicBezTo>
                  <a:pt x="1880764" y="739164"/>
                  <a:pt x="1884407" y="741396"/>
                  <a:pt x="1889191" y="741396"/>
                </a:cubicBezTo>
                <a:cubicBezTo>
                  <a:pt x="1889191" y="741396"/>
                  <a:pt x="1889191" y="741396"/>
                  <a:pt x="1913782" y="741396"/>
                </a:cubicBezTo>
                <a:cubicBezTo>
                  <a:pt x="1918563" y="741396"/>
                  <a:pt x="1922205" y="739164"/>
                  <a:pt x="1924254" y="734477"/>
                </a:cubicBezTo>
                <a:cubicBezTo>
                  <a:pt x="1924254" y="734477"/>
                  <a:pt x="1924254" y="734477"/>
                  <a:pt x="1973209" y="605670"/>
                </a:cubicBezTo>
                <a:cubicBezTo>
                  <a:pt x="1973209" y="605670"/>
                  <a:pt x="1973209" y="605670"/>
                  <a:pt x="2022848" y="734477"/>
                </a:cubicBezTo>
                <a:cubicBezTo>
                  <a:pt x="2024897" y="739389"/>
                  <a:pt x="2028539" y="741396"/>
                  <a:pt x="2033324" y="741396"/>
                </a:cubicBezTo>
                <a:cubicBezTo>
                  <a:pt x="2033324" y="741396"/>
                  <a:pt x="2033324" y="741396"/>
                  <a:pt x="2056775" y="741396"/>
                </a:cubicBezTo>
                <a:cubicBezTo>
                  <a:pt x="2061557" y="741396"/>
                  <a:pt x="2064973" y="739389"/>
                  <a:pt x="2067022" y="734477"/>
                </a:cubicBezTo>
                <a:cubicBezTo>
                  <a:pt x="2067022" y="734477"/>
                  <a:pt x="2067022" y="734477"/>
                  <a:pt x="2116432" y="606340"/>
                </a:cubicBezTo>
                <a:cubicBezTo>
                  <a:pt x="2116432" y="606340"/>
                  <a:pt x="2116432" y="606340"/>
                  <a:pt x="2164932" y="734477"/>
                </a:cubicBezTo>
                <a:cubicBezTo>
                  <a:pt x="2166526" y="739164"/>
                  <a:pt x="2170623" y="741396"/>
                  <a:pt x="2175404" y="741396"/>
                </a:cubicBezTo>
                <a:cubicBezTo>
                  <a:pt x="2175404" y="741396"/>
                  <a:pt x="2175404" y="741396"/>
                  <a:pt x="2201592" y="741396"/>
                </a:cubicBezTo>
                <a:cubicBezTo>
                  <a:pt x="2207512" y="741396"/>
                  <a:pt x="2210016" y="736708"/>
                  <a:pt x="2207967" y="732021"/>
                </a:cubicBezTo>
                <a:cubicBezTo>
                  <a:pt x="2207967" y="732021"/>
                  <a:pt x="2207967" y="732021"/>
                  <a:pt x="2141477" y="561469"/>
                </a:cubicBezTo>
                <a:cubicBezTo>
                  <a:pt x="2139428" y="556557"/>
                  <a:pt x="2136015" y="554101"/>
                  <a:pt x="2131231" y="554101"/>
                </a:cubicBezTo>
                <a:cubicBezTo>
                  <a:pt x="2131231" y="554101"/>
                  <a:pt x="2131231" y="554101"/>
                  <a:pt x="2102543" y="554101"/>
                </a:cubicBezTo>
                <a:cubicBezTo>
                  <a:pt x="2097762" y="554101"/>
                  <a:pt x="2094116" y="556557"/>
                  <a:pt x="2092067" y="561469"/>
                </a:cubicBezTo>
                <a:cubicBezTo>
                  <a:pt x="2092067" y="561469"/>
                  <a:pt x="2092067" y="561469"/>
                  <a:pt x="2045619" y="686034"/>
                </a:cubicBezTo>
                <a:cubicBezTo>
                  <a:pt x="2045619" y="686034"/>
                  <a:pt x="2045619" y="686034"/>
                  <a:pt x="1997803" y="561469"/>
                </a:cubicBezTo>
                <a:cubicBezTo>
                  <a:pt x="1995751" y="556557"/>
                  <a:pt x="1992109" y="554101"/>
                  <a:pt x="1987556" y="554101"/>
                </a:cubicBezTo>
                <a:cubicBezTo>
                  <a:pt x="1987556" y="554101"/>
                  <a:pt x="1987556" y="554101"/>
                  <a:pt x="1959094" y="554101"/>
                </a:cubicBezTo>
                <a:cubicBezTo>
                  <a:pt x="1954310" y="554101"/>
                  <a:pt x="1950897" y="556557"/>
                  <a:pt x="1948848" y="561469"/>
                </a:cubicBezTo>
                <a:cubicBezTo>
                  <a:pt x="1948848" y="561469"/>
                  <a:pt x="1948848" y="561469"/>
                  <a:pt x="1901941" y="686034"/>
                </a:cubicBezTo>
                <a:cubicBezTo>
                  <a:pt x="1901941" y="686034"/>
                  <a:pt x="1901941" y="686034"/>
                  <a:pt x="1854806" y="561469"/>
                </a:cubicBezTo>
                <a:cubicBezTo>
                  <a:pt x="1852986" y="556557"/>
                  <a:pt x="1849344" y="554101"/>
                  <a:pt x="1844563" y="554101"/>
                </a:cubicBezTo>
                <a:cubicBezTo>
                  <a:pt x="1844563" y="554101"/>
                  <a:pt x="1844563" y="554101"/>
                  <a:pt x="1816326" y="554101"/>
                </a:cubicBezTo>
                <a:cubicBezTo>
                  <a:pt x="1811545" y="554101"/>
                  <a:pt x="1807903" y="556557"/>
                  <a:pt x="1805854" y="561469"/>
                </a:cubicBezTo>
                <a:cubicBezTo>
                  <a:pt x="1805854" y="561469"/>
                  <a:pt x="1805854" y="561469"/>
                  <a:pt x="1758493" y="686034"/>
                </a:cubicBezTo>
                <a:cubicBezTo>
                  <a:pt x="1758493" y="686034"/>
                  <a:pt x="1758493" y="686034"/>
                  <a:pt x="1711587" y="561469"/>
                </a:cubicBezTo>
                <a:cubicBezTo>
                  <a:pt x="1709538" y="556557"/>
                  <a:pt x="1706121" y="554101"/>
                  <a:pt x="1701340" y="554101"/>
                </a:cubicBezTo>
                <a:cubicBezTo>
                  <a:pt x="1701340" y="554101"/>
                  <a:pt x="1701340" y="554101"/>
                  <a:pt x="1672649" y="554101"/>
                </a:cubicBezTo>
                <a:close/>
                <a:moveTo>
                  <a:pt x="713135" y="554101"/>
                </a:moveTo>
                <a:cubicBezTo>
                  <a:pt x="708350" y="554101"/>
                  <a:pt x="703798" y="557897"/>
                  <a:pt x="703798" y="562809"/>
                </a:cubicBezTo>
                <a:cubicBezTo>
                  <a:pt x="703798" y="562809"/>
                  <a:pt x="703798" y="562809"/>
                  <a:pt x="703798" y="666168"/>
                </a:cubicBezTo>
                <a:cubicBezTo>
                  <a:pt x="703798" y="714162"/>
                  <a:pt x="734538" y="746532"/>
                  <a:pt x="784403" y="746532"/>
                </a:cubicBezTo>
                <a:cubicBezTo>
                  <a:pt x="814233" y="746532"/>
                  <a:pt x="834497" y="734701"/>
                  <a:pt x="846337" y="717513"/>
                </a:cubicBezTo>
                <a:cubicBezTo>
                  <a:pt x="846337" y="717513"/>
                  <a:pt x="846337" y="717513"/>
                  <a:pt x="846337" y="733136"/>
                </a:cubicBezTo>
                <a:cubicBezTo>
                  <a:pt x="846337" y="737824"/>
                  <a:pt x="850664" y="741396"/>
                  <a:pt x="855216" y="741396"/>
                </a:cubicBezTo>
                <a:cubicBezTo>
                  <a:pt x="855216" y="741396"/>
                  <a:pt x="855216" y="741396"/>
                  <a:pt x="878671" y="741396"/>
                </a:cubicBezTo>
                <a:cubicBezTo>
                  <a:pt x="883452" y="741396"/>
                  <a:pt x="887778" y="737603"/>
                  <a:pt x="887778" y="732915"/>
                </a:cubicBezTo>
                <a:cubicBezTo>
                  <a:pt x="887778" y="732915"/>
                  <a:pt x="887778" y="732915"/>
                  <a:pt x="887778" y="563034"/>
                </a:cubicBezTo>
                <a:cubicBezTo>
                  <a:pt x="887778" y="557897"/>
                  <a:pt x="883452" y="554101"/>
                  <a:pt x="878671" y="554101"/>
                </a:cubicBezTo>
                <a:cubicBezTo>
                  <a:pt x="878671" y="554101"/>
                  <a:pt x="878671" y="554101"/>
                  <a:pt x="855216" y="554101"/>
                </a:cubicBezTo>
                <a:cubicBezTo>
                  <a:pt x="850664" y="554101"/>
                  <a:pt x="846337" y="557897"/>
                  <a:pt x="846337" y="562809"/>
                </a:cubicBezTo>
                <a:cubicBezTo>
                  <a:pt x="846337" y="562809"/>
                  <a:pt x="846337" y="562809"/>
                  <a:pt x="846337" y="659916"/>
                </a:cubicBezTo>
                <a:cubicBezTo>
                  <a:pt x="846337" y="689830"/>
                  <a:pt x="827209" y="711261"/>
                  <a:pt x="795104" y="711261"/>
                </a:cubicBezTo>
                <a:cubicBezTo>
                  <a:pt x="762090" y="711261"/>
                  <a:pt x="745239" y="690721"/>
                  <a:pt x="745239" y="659470"/>
                </a:cubicBezTo>
                <a:cubicBezTo>
                  <a:pt x="745239" y="659470"/>
                  <a:pt x="745239" y="659470"/>
                  <a:pt x="745239" y="562809"/>
                </a:cubicBezTo>
                <a:cubicBezTo>
                  <a:pt x="745239" y="557897"/>
                  <a:pt x="741368" y="554101"/>
                  <a:pt x="736587" y="554101"/>
                </a:cubicBezTo>
                <a:cubicBezTo>
                  <a:pt x="736587" y="554101"/>
                  <a:pt x="736587" y="554101"/>
                  <a:pt x="713135" y="554101"/>
                </a:cubicBezTo>
                <a:close/>
                <a:moveTo>
                  <a:pt x="1497096" y="548968"/>
                </a:moveTo>
                <a:cubicBezTo>
                  <a:pt x="1441308" y="548968"/>
                  <a:pt x="1396909" y="592053"/>
                  <a:pt x="1396909" y="647861"/>
                </a:cubicBezTo>
                <a:cubicBezTo>
                  <a:pt x="1396909" y="703893"/>
                  <a:pt x="1441308" y="746532"/>
                  <a:pt x="1497096" y="746532"/>
                </a:cubicBezTo>
                <a:cubicBezTo>
                  <a:pt x="1552881" y="746532"/>
                  <a:pt x="1597510" y="703893"/>
                  <a:pt x="1597510" y="647861"/>
                </a:cubicBezTo>
                <a:cubicBezTo>
                  <a:pt x="1597510" y="592053"/>
                  <a:pt x="1552881" y="548968"/>
                  <a:pt x="1497096" y="548968"/>
                </a:cubicBezTo>
                <a:close/>
                <a:moveTo>
                  <a:pt x="1323134" y="548743"/>
                </a:moveTo>
                <a:cubicBezTo>
                  <a:pt x="1263932" y="548743"/>
                  <a:pt x="1224544" y="591608"/>
                  <a:pt x="1224544" y="647861"/>
                </a:cubicBezTo>
                <a:cubicBezTo>
                  <a:pt x="1224544" y="703893"/>
                  <a:pt x="1263932" y="746532"/>
                  <a:pt x="1323134" y="746532"/>
                </a:cubicBezTo>
                <a:cubicBezTo>
                  <a:pt x="1346589" y="746532"/>
                  <a:pt x="1368217" y="739834"/>
                  <a:pt x="1384613" y="727779"/>
                </a:cubicBezTo>
                <a:cubicBezTo>
                  <a:pt x="1387346" y="725772"/>
                  <a:pt x="1391672" y="721085"/>
                  <a:pt x="1386433" y="714832"/>
                </a:cubicBezTo>
                <a:lnTo>
                  <a:pt x="1374596" y="700100"/>
                </a:lnTo>
                <a:cubicBezTo>
                  <a:pt x="1369811" y="693848"/>
                  <a:pt x="1365030" y="695858"/>
                  <a:pt x="1360704" y="698090"/>
                </a:cubicBezTo>
                <a:cubicBezTo>
                  <a:pt x="1350231" y="703893"/>
                  <a:pt x="1338616" y="709475"/>
                  <a:pt x="1324502" y="709475"/>
                </a:cubicBezTo>
                <a:cubicBezTo>
                  <a:pt x="1289661" y="709475"/>
                  <a:pt x="1266665" y="682462"/>
                  <a:pt x="1266665" y="647861"/>
                </a:cubicBezTo>
                <a:cubicBezTo>
                  <a:pt x="1266665" y="613038"/>
                  <a:pt x="1289661" y="585801"/>
                  <a:pt x="1324502" y="585801"/>
                </a:cubicBezTo>
                <a:cubicBezTo>
                  <a:pt x="1338616" y="585801"/>
                  <a:pt x="1351141" y="590713"/>
                  <a:pt x="1361387" y="596965"/>
                </a:cubicBezTo>
                <a:cubicBezTo>
                  <a:pt x="1365714" y="599867"/>
                  <a:pt x="1370950" y="601428"/>
                  <a:pt x="1375276" y="595401"/>
                </a:cubicBezTo>
                <a:cubicBezTo>
                  <a:pt x="1375276" y="595401"/>
                  <a:pt x="1375276" y="595401"/>
                  <a:pt x="1386433" y="580222"/>
                </a:cubicBezTo>
                <a:cubicBezTo>
                  <a:pt x="1391217" y="573525"/>
                  <a:pt x="1387346" y="569283"/>
                  <a:pt x="1384613" y="567272"/>
                </a:cubicBezTo>
                <a:cubicBezTo>
                  <a:pt x="1368217" y="555220"/>
                  <a:pt x="1346589" y="548743"/>
                  <a:pt x="1323134" y="548743"/>
                </a:cubicBezTo>
                <a:close/>
                <a:moveTo>
                  <a:pt x="1011188" y="548743"/>
                </a:moveTo>
                <a:cubicBezTo>
                  <a:pt x="959501" y="548743"/>
                  <a:pt x="914872" y="588927"/>
                  <a:pt x="914872" y="647415"/>
                </a:cubicBezTo>
                <a:cubicBezTo>
                  <a:pt x="914872" y="706794"/>
                  <a:pt x="959501" y="746532"/>
                  <a:pt x="1010734" y="746532"/>
                </a:cubicBezTo>
                <a:cubicBezTo>
                  <a:pt x="1038515" y="746532"/>
                  <a:pt x="1061282" y="734031"/>
                  <a:pt x="1073578" y="716394"/>
                </a:cubicBezTo>
                <a:cubicBezTo>
                  <a:pt x="1073578" y="732915"/>
                  <a:pt x="1073578" y="732915"/>
                  <a:pt x="1073578" y="732915"/>
                </a:cubicBezTo>
                <a:cubicBezTo>
                  <a:pt x="1073578" y="737603"/>
                  <a:pt x="1078133" y="741396"/>
                  <a:pt x="1082685" y="741396"/>
                </a:cubicBezTo>
                <a:cubicBezTo>
                  <a:pt x="1106366" y="741396"/>
                  <a:pt x="1106366" y="741396"/>
                  <a:pt x="1106366" y="741396"/>
                </a:cubicBezTo>
                <a:cubicBezTo>
                  <a:pt x="1111147" y="741396"/>
                  <a:pt x="1115018" y="737603"/>
                  <a:pt x="1115018" y="732915"/>
                </a:cubicBezTo>
                <a:cubicBezTo>
                  <a:pt x="1115018" y="563034"/>
                  <a:pt x="1115018" y="563034"/>
                  <a:pt x="1115018" y="563034"/>
                </a:cubicBezTo>
                <a:cubicBezTo>
                  <a:pt x="1115018" y="557897"/>
                  <a:pt x="1111147" y="554101"/>
                  <a:pt x="1106366" y="554101"/>
                </a:cubicBezTo>
                <a:cubicBezTo>
                  <a:pt x="1082685" y="554101"/>
                  <a:pt x="1082685" y="554101"/>
                  <a:pt x="1082685" y="554101"/>
                </a:cubicBezTo>
                <a:cubicBezTo>
                  <a:pt x="1078133" y="554101"/>
                  <a:pt x="1073578" y="557897"/>
                  <a:pt x="1073578" y="563034"/>
                </a:cubicBezTo>
                <a:cubicBezTo>
                  <a:pt x="1073578" y="578658"/>
                  <a:pt x="1073578" y="578658"/>
                  <a:pt x="1073578" y="578658"/>
                </a:cubicBezTo>
                <a:cubicBezTo>
                  <a:pt x="1061737" y="561023"/>
                  <a:pt x="1038515" y="548743"/>
                  <a:pt x="1011188" y="548743"/>
                </a:cubicBezTo>
                <a:close/>
                <a:moveTo>
                  <a:pt x="532343" y="498739"/>
                </a:moveTo>
                <a:cubicBezTo>
                  <a:pt x="591315" y="498739"/>
                  <a:pt x="632986" y="544056"/>
                  <a:pt x="632986" y="603214"/>
                </a:cubicBezTo>
                <a:cubicBezTo>
                  <a:pt x="632986" y="637816"/>
                  <a:pt x="618868" y="667505"/>
                  <a:pt x="595642" y="686259"/>
                </a:cubicBezTo>
                <a:cubicBezTo>
                  <a:pt x="577197" y="639601"/>
                  <a:pt x="577197" y="639601"/>
                  <a:pt x="577197" y="639601"/>
                </a:cubicBezTo>
                <a:cubicBezTo>
                  <a:pt x="575604" y="635584"/>
                  <a:pt x="572416" y="632234"/>
                  <a:pt x="565357" y="632234"/>
                </a:cubicBezTo>
                <a:cubicBezTo>
                  <a:pt x="541451" y="632234"/>
                  <a:pt x="541451" y="632234"/>
                  <a:pt x="541451" y="632234"/>
                </a:cubicBezTo>
                <a:cubicBezTo>
                  <a:pt x="535530" y="632234"/>
                  <a:pt x="530749" y="636030"/>
                  <a:pt x="533482" y="643397"/>
                </a:cubicBezTo>
                <a:cubicBezTo>
                  <a:pt x="557617" y="704787"/>
                  <a:pt x="557617" y="704787"/>
                  <a:pt x="557617" y="704787"/>
                </a:cubicBezTo>
                <a:cubicBezTo>
                  <a:pt x="549649" y="706794"/>
                  <a:pt x="541222" y="707913"/>
                  <a:pt x="532343" y="707913"/>
                </a:cubicBezTo>
                <a:cubicBezTo>
                  <a:pt x="473367" y="707913"/>
                  <a:pt x="431700" y="662597"/>
                  <a:pt x="431700" y="603214"/>
                </a:cubicBezTo>
                <a:cubicBezTo>
                  <a:pt x="431700" y="544056"/>
                  <a:pt x="473367" y="498739"/>
                  <a:pt x="532343" y="498739"/>
                </a:cubicBezTo>
                <a:close/>
                <a:moveTo>
                  <a:pt x="1165113" y="465253"/>
                </a:moveTo>
                <a:cubicBezTo>
                  <a:pt x="1160331" y="465253"/>
                  <a:pt x="1156005" y="469495"/>
                  <a:pt x="1156005" y="474183"/>
                </a:cubicBezTo>
                <a:cubicBezTo>
                  <a:pt x="1156005" y="474183"/>
                  <a:pt x="1156005" y="474183"/>
                  <a:pt x="1156005" y="732467"/>
                </a:cubicBezTo>
                <a:cubicBezTo>
                  <a:pt x="1156005" y="737157"/>
                  <a:pt x="1160331" y="741396"/>
                  <a:pt x="1165113" y="741396"/>
                </a:cubicBezTo>
                <a:cubicBezTo>
                  <a:pt x="1165113" y="741396"/>
                  <a:pt x="1165113" y="741396"/>
                  <a:pt x="1188564" y="741396"/>
                </a:cubicBezTo>
                <a:cubicBezTo>
                  <a:pt x="1193804" y="741396"/>
                  <a:pt x="1197446" y="737157"/>
                  <a:pt x="1197446" y="732467"/>
                </a:cubicBezTo>
                <a:cubicBezTo>
                  <a:pt x="1197446" y="732467"/>
                  <a:pt x="1197446" y="732467"/>
                  <a:pt x="1197446" y="474183"/>
                </a:cubicBezTo>
                <a:cubicBezTo>
                  <a:pt x="1197446" y="469495"/>
                  <a:pt x="1193804" y="465253"/>
                  <a:pt x="1188564" y="465253"/>
                </a:cubicBezTo>
                <a:cubicBezTo>
                  <a:pt x="1188564" y="465253"/>
                  <a:pt x="1188564" y="465253"/>
                  <a:pt x="1165113" y="465253"/>
                </a:cubicBezTo>
                <a:close/>
                <a:moveTo>
                  <a:pt x="532343" y="460120"/>
                </a:moveTo>
                <a:cubicBezTo>
                  <a:pt x="451964" y="460120"/>
                  <a:pt x="387072" y="521285"/>
                  <a:pt x="387072" y="603214"/>
                </a:cubicBezTo>
                <a:cubicBezTo>
                  <a:pt x="387072" y="685143"/>
                  <a:pt x="451964" y="746532"/>
                  <a:pt x="532343" y="746532"/>
                </a:cubicBezTo>
                <a:cubicBezTo>
                  <a:pt x="546003" y="746532"/>
                  <a:pt x="559437" y="744746"/>
                  <a:pt x="571961" y="741396"/>
                </a:cubicBezTo>
                <a:cubicBezTo>
                  <a:pt x="587673" y="781134"/>
                  <a:pt x="587673" y="781134"/>
                  <a:pt x="587673" y="781134"/>
                </a:cubicBezTo>
                <a:cubicBezTo>
                  <a:pt x="589267" y="785597"/>
                  <a:pt x="592454" y="788277"/>
                  <a:pt x="598374" y="788277"/>
                </a:cubicBezTo>
                <a:cubicBezTo>
                  <a:pt x="623420" y="788277"/>
                  <a:pt x="623420" y="788277"/>
                  <a:pt x="623420" y="788277"/>
                </a:cubicBezTo>
                <a:cubicBezTo>
                  <a:pt x="629340" y="788277"/>
                  <a:pt x="633895" y="784260"/>
                  <a:pt x="630934" y="776892"/>
                </a:cubicBezTo>
                <a:cubicBezTo>
                  <a:pt x="610669" y="724656"/>
                  <a:pt x="610669" y="724656"/>
                  <a:pt x="610669" y="724656"/>
                </a:cubicBezTo>
                <a:cubicBezTo>
                  <a:pt x="650972" y="699875"/>
                  <a:pt x="677614" y="655899"/>
                  <a:pt x="677614" y="603214"/>
                </a:cubicBezTo>
                <a:cubicBezTo>
                  <a:pt x="677614" y="521285"/>
                  <a:pt x="612718" y="460120"/>
                  <a:pt x="532343" y="460120"/>
                </a:cubicBezTo>
                <a:close/>
                <a:moveTo>
                  <a:pt x="0" y="0"/>
                </a:moveTo>
                <a:lnTo>
                  <a:pt x="9144000" y="0"/>
                </a:lnTo>
                <a:lnTo>
                  <a:pt x="9144000" y="6858000"/>
                </a:lnTo>
                <a:lnTo>
                  <a:pt x="0" y="6858000"/>
                </a:lnTo>
                <a:close/>
              </a:path>
            </a:pathLst>
          </a:custGeom>
          <a:noFill/>
        </p:spPr>
        <p:txBody>
          <a:bodyPr wrap="square" lIns="503998" tIns="5400000" rIns="0" anchor="t">
            <a:noAutofit/>
          </a:bodyPr>
          <a:lstStyle>
            <a:lvl1pPr marL="0" indent="0">
              <a:buNone/>
              <a:defRPr sz="2800"/>
            </a:lvl1pPr>
          </a:lstStyle>
          <a:p>
            <a:r>
              <a:rPr lang="en-US" dirty="0"/>
              <a:t>Drag and drop an image onto the slide to insert photo</a:t>
            </a:r>
          </a:p>
        </p:txBody>
      </p:sp>
      <p:sp>
        <p:nvSpPr>
          <p:cNvPr id="23" name="Text Placeholder 22">
            <a:extLst>
              <a:ext uri="{FF2B5EF4-FFF2-40B4-BE49-F238E27FC236}">
                <a16:creationId xmlns:a16="http://schemas.microsoft.com/office/drawing/2014/main" id="{9E473B40-4535-D651-9591-50C493873603}"/>
              </a:ext>
            </a:extLst>
          </p:cNvPr>
          <p:cNvSpPr>
            <a:spLocks noGrp="1"/>
          </p:cNvSpPr>
          <p:nvPr>
            <p:ph type="body" sz="quarter" idx="16"/>
          </p:nvPr>
        </p:nvSpPr>
        <p:spPr>
          <a:xfrm>
            <a:off x="0" y="0"/>
            <a:ext cx="12192000" cy="6858000"/>
          </a:xfrm>
          <a:custGeom>
            <a:avLst/>
            <a:gdLst>
              <a:gd name="connsiteX0" fmla="*/ 1497096 w 9144000"/>
              <a:gd name="connsiteY0" fmla="*/ 586917 h 6858000"/>
              <a:gd name="connsiteX1" fmla="*/ 1555614 w 9144000"/>
              <a:gd name="connsiteY1" fmla="*/ 647861 h 6858000"/>
              <a:gd name="connsiteX2" fmla="*/ 1497096 w 9144000"/>
              <a:gd name="connsiteY2" fmla="*/ 708580 h 6858000"/>
              <a:gd name="connsiteX3" fmla="*/ 1438579 w 9144000"/>
              <a:gd name="connsiteY3" fmla="*/ 647861 h 6858000"/>
              <a:gd name="connsiteX4" fmla="*/ 1497096 w 9144000"/>
              <a:gd name="connsiteY4" fmla="*/ 586917 h 6858000"/>
              <a:gd name="connsiteX5" fmla="*/ 1015515 w 9144000"/>
              <a:gd name="connsiteY5" fmla="*/ 586917 h 6858000"/>
              <a:gd name="connsiteX6" fmla="*/ 1074032 w 9144000"/>
              <a:gd name="connsiteY6" fmla="*/ 647861 h 6858000"/>
              <a:gd name="connsiteX7" fmla="*/ 1015515 w 9144000"/>
              <a:gd name="connsiteY7" fmla="*/ 709029 h 6858000"/>
              <a:gd name="connsiteX8" fmla="*/ 956997 w 9144000"/>
              <a:gd name="connsiteY8" fmla="*/ 647861 h 6858000"/>
              <a:gd name="connsiteX9" fmla="*/ 1015515 w 9144000"/>
              <a:gd name="connsiteY9" fmla="*/ 586917 h 6858000"/>
              <a:gd name="connsiteX10" fmla="*/ 1672649 w 9144000"/>
              <a:gd name="connsiteY10" fmla="*/ 554101 h 6858000"/>
              <a:gd name="connsiteX11" fmla="*/ 1662177 w 9144000"/>
              <a:gd name="connsiteY11" fmla="*/ 561469 h 6858000"/>
              <a:gd name="connsiteX12" fmla="*/ 1595687 w 9144000"/>
              <a:gd name="connsiteY12" fmla="*/ 732021 h 6858000"/>
              <a:gd name="connsiteX13" fmla="*/ 1602065 w 9144000"/>
              <a:gd name="connsiteY13" fmla="*/ 741396 h 6858000"/>
              <a:gd name="connsiteX14" fmla="*/ 1627565 w 9144000"/>
              <a:gd name="connsiteY14" fmla="*/ 741396 h 6858000"/>
              <a:gd name="connsiteX15" fmla="*/ 1638041 w 9144000"/>
              <a:gd name="connsiteY15" fmla="*/ 734477 h 6858000"/>
              <a:gd name="connsiteX16" fmla="*/ 1686996 w 9144000"/>
              <a:gd name="connsiteY16" fmla="*/ 605670 h 6858000"/>
              <a:gd name="connsiteX17" fmla="*/ 1735951 w 9144000"/>
              <a:gd name="connsiteY17" fmla="*/ 734477 h 6858000"/>
              <a:gd name="connsiteX18" fmla="*/ 1746194 w 9144000"/>
              <a:gd name="connsiteY18" fmla="*/ 741396 h 6858000"/>
              <a:gd name="connsiteX19" fmla="*/ 1769649 w 9144000"/>
              <a:gd name="connsiteY19" fmla="*/ 741396 h 6858000"/>
              <a:gd name="connsiteX20" fmla="*/ 1780122 w 9144000"/>
              <a:gd name="connsiteY20" fmla="*/ 734477 h 6858000"/>
              <a:gd name="connsiteX21" fmla="*/ 1830216 w 9144000"/>
              <a:gd name="connsiteY21" fmla="*/ 605670 h 6858000"/>
              <a:gd name="connsiteX22" fmla="*/ 1878716 w 9144000"/>
              <a:gd name="connsiteY22" fmla="*/ 734477 h 6858000"/>
              <a:gd name="connsiteX23" fmla="*/ 1889191 w 9144000"/>
              <a:gd name="connsiteY23" fmla="*/ 741396 h 6858000"/>
              <a:gd name="connsiteX24" fmla="*/ 1913782 w 9144000"/>
              <a:gd name="connsiteY24" fmla="*/ 741396 h 6858000"/>
              <a:gd name="connsiteX25" fmla="*/ 1924254 w 9144000"/>
              <a:gd name="connsiteY25" fmla="*/ 734477 h 6858000"/>
              <a:gd name="connsiteX26" fmla="*/ 1973209 w 9144000"/>
              <a:gd name="connsiteY26" fmla="*/ 605670 h 6858000"/>
              <a:gd name="connsiteX27" fmla="*/ 2022848 w 9144000"/>
              <a:gd name="connsiteY27" fmla="*/ 734477 h 6858000"/>
              <a:gd name="connsiteX28" fmla="*/ 2033324 w 9144000"/>
              <a:gd name="connsiteY28" fmla="*/ 741396 h 6858000"/>
              <a:gd name="connsiteX29" fmla="*/ 2056775 w 9144000"/>
              <a:gd name="connsiteY29" fmla="*/ 741396 h 6858000"/>
              <a:gd name="connsiteX30" fmla="*/ 2067022 w 9144000"/>
              <a:gd name="connsiteY30" fmla="*/ 734477 h 6858000"/>
              <a:gd name="connsiteX31" fmla="*/ 2116432 w 9144000"/>
              <a:gd name="connsiteY31" fmla="*/ 606340 h 6858000"/>
              <a:gd name="connsiteX32" fmla="*/ 2164932 w 9144000"/>
              <a:gd name="connsiteY32" fmla="*/ 734477 h 6858000"/>
              <a:gd name="connsiteX33" fmla="*/ 2175404 w 9144000"/>
              <a:gd name="connsiteY33" fmla="*/ 741396 h 6858000"/>
              <a:gd name="connsiteX34" fmla="*/ 2201592 w 9144000"/>
              <a:gd name="connsiteY34" fmla="*/ 741396 h 6858000"/>
              <a:gd name="connsiteX35" fmla="*/ 2207967 w 9144000"/>
              <a:gd name="connsiteY35" fmla="*/ 732021 h 6858000"/>
              <a:gd name="connsiteX36" fmla="*/ 2141477 w 9144000"/>
              <a:gd name="connsiteY36" fmla="*/ 561469 h 6858000"/>
              <a:gd name="connsiteX37" fmla="*/ 2131231 w 9144000"/>
              <a:gd name="connsiteY37" fmla="*/ 554101 h 6858000"/>
              <a:gd name="connsiteX38" fmla="*/ 2102543 w 9144000"/>
              <a:gd name="connsiteY38" fmla="*/ 554101 h 6858000"/>
              <a:gd name="connsiteX39" fmla="*/ 2092067 w 9144000"/>
              <a:gd name="connsiteY39" fmla="*/ 561469 h 6858000"/>
              <a:gd name="connsiteX40" fmla="*/ 2045619 w 9144000"/>
              <a:gd name="connsiteY40" fmla="*/ 686034 h 6858000"/>
              <a:gd name="connsiteX41" fmla="*/ 1997803 w 9144000"/>
              <a:gd name="connsiteY41" fmla="*/ 561469 h 6858000"/>
              <a:gd name="connsiteX42" fmla="*/ 1987556 w 9144000"/>
              <a:gd name="connsiteY42" fmla="*/ 554101 h 6858000"/>
              <a:gd name="connsiteX43" fmla="*/ 1959094 w 9144000"/>
              <a:gd name="connsiteY43" fmla="*/ 554101 h 6858000"/>
              <a:gd name="connsiteX44" fmla="*/ 1948848 w 9144000"/>
              <a:gd name="connsiteY44" fmla="*/ 561469 h 6858000"/>
              <a:gd name="connsiteX45" fmla="*/ 1901941 w 9144000"/>
              <a:gd name="connsiteY45" fmla="*/ 686034 h 6858000"/>
              <a:gd name="connsiteX46" fmla="*/ 1854806 w 9144000"/>
              <a:gd name="connsiteY46" fmla="*/ 561469 h 6858000"/>
              <a:gd name="connsiteX47" fmla="*/ 1844563 w 9144000"/>
              <a:gd name="connsiteY47" fmla="*/ 554101 h 6858000"/>
              <a:gd name="connsiteX48" fmla="*/ 1816326 w 9144000"/>
              <a:gd name="connsiteY48" fmla="*/ 554101 h 6858000"/>
              <a:gd name="connsiteX49" fmla="*/ 1805854 w 9144000"/>
              <a:gd name="connsiteY49" fmla="*/ 561469 h 6858000"/>
              <a:gd name="connsiteX50" fmla="*/ 1758493 w 9144000"/>
              <a:gd name="connsiteY50" fmla="*/ 686034 h 6858000"/>
              <a:gd name="connsiteX51" fmla="*/ 1711587 w 9144000"/>
              <a:gd name="connsiteY51" fmla="*/ 561469 h 6858000"/>
              <a:gd name="connsiteX52" fmla="*/ 1701340 w 9144000"/>
              <a:gd name="connsiteY52" fmla="*/ 554101 h 6858000"/>
              <a:gd name="connsiteX53" fmla="*/ 1672649 w 9144000"/>
              <a:gd name="connsiteY53" fmla="*/ 554101 h 6858000"/>
              <a:gd name="connsiteX54" fmla="*/ 713135 w 9144000"/>
              <a:gd name="connsiteY54" fmla="*/ 554101 h 6858000"/>
              <a:gd name="connsiteX55" fmla="*/ 703798 w 9144000"/>
              <a:gd name="connsiteY55" fmla="*/ 562809 h 6858000"/>
              <a:gd name="connsiteX56" fmla="*/ 703798 w 9144000"/>
              <a:gd name="connsiteY56" fmla="*/ 666168 h 6858000"/>
              <a:gd name="connsiteX57" fmla="*/ 784403 w 9144000"/>
              <a:gd name="connsiteY57" fmla="*/ 746532 h 6858000"/>
              <a:gd name="connsiteX58" fmla="*/ 846337 w 9144000"/>
              <a:gd name="connsiteY58" fmla="*/ 717513 h 6858000"/>
              <a:gd name="connsiteX59" fmla="*/ 846337 w 9144000"/>
              <a:gd name="connsiteY59" fmla="*/ 733136 h 6858000"/>
              <a:gd name="connsiteX60" fmla="*/ 855216 w 9144000"/>
              <a:gd name="connsiteY60" fmla="*/ 741396 h 6858000"/>
              <a:gd name="connsiteX61" fmla="*/ 878671 w 9144000"/>
              <a:gd name="connsiteY61" fmla="*/ 741396 h 6858000"/>
              <a:gd name="connsiteX62" fmla="*/ 887778 w 9144000"/>
              <a:gd name="connsiteY62" fmla="*/ 732915 h 6858000"/>
              <a:gd name="connsiteX63" fmla="*/ 887778 w 9144000"/>
              <a:gd name="connsiteY63" fmla="*/ 563034 h 6858000"/>
              <a:gd name="connsiteX64" fmla="*/ 878671 w 9144000"/>
              <a:gd name="connsiteY64" fmla="*/ 554101 h 6858000"/>
              <a:gd name="connsiteX65" fmla="*/ 855216 w 9144000"/>
              <a:gd name="connsiteY65" fmla="*/ 554101 h 6858000"/>
              <a:gd name="connsiteX66" fmla="*/ 846337 w 9144000"/>
              <a:gd name="connsiteY66" fmla="*/ 562809 h 6858000"/>
              <a:gd name="connsiteX67" fmla="*/ 846337 w 9144000"/>
              <a:gd name="connsiteY67" fmla="*/ 659916 h 6858000"/>
              <a:gd name="connsiteX68" fmla="*/ 795104 w 9144000"/>
              <a:gd name="connsiteY68" fmla="*/ 711261 h 6858000"/>
              <a:gd name="connsiteX69" fmla="*/ 745239 w 9144000"/>
              <a:gd name="connsiteY69" fmla="*/ 659470 h 6858000"/>
              <a:gd name="connsiteX70" fmla="*/ 745239 w 9144000"/>
              <a:gd name="connsiteY70" fmla="*/ 562809 h 6858000"/>
              <a:gd name="connsiteX71" fmla="*/ 736587 w 9144000"/>
              <a:gd name="connsiteY71" fmla="*/ 554101 h 6858000"/>
              <a:gd name="connsiteX72" fmla="*/ 713135 w 9144000"/>
              <a:gd name="connsiteY72" fmla="*/ 554101 h 6858000"/>
              <a:gd name="connsiteX73" fmla="*/ 1497096 w 9144000"/>
              <a:gd name="connsiteY73" fmla="*/ 548968 h 6858000"/>
              <a:gd name="connsiteX74" fmla="*/ 1396909 w 9144000"/>
              <a:gd name="connsiteY74" fmla="*/ 647861 h 6858000"/>
              <a:gd name="connsiteX75" fmla="*/ 1497096 w 9144000"/>
              <a:gd name="connsiteY75" fmla="*/ 746532 h 6858000"/>
              <a:gd name="connsiteX76" fmla="*/ 1597510 w 9144000"/>
              <a:gd name="connsiteY76" fmla="*/ 647861 h 6858000"/>
              <a:gd name="connsiteX77" fmla="*/ 1497096 w 9144000"/>
              <a:gd name="connsiteY77" fmla="*/ 548968 h 6858000"/>
              <a:gd name="connsiteX78" fmla="*/ 1323134 w 9144000"/>
              <a:gd name="connsiteY78" fmla="*/ 548743 h 6858000"/>
              <a:gd name="connsiteX79" fmla="*/ 1224544 w 9144000"/>
              <a:gd name="connsiteY79" fmla="*/ 647861 h 6858000"/>
              <a:gd name="connsiteX80" fmla="*/ 1323134 w 9144000"/>
              <a:gd name="connsiteY80" fmla="*/ 746532 h 6858000"/>
              <a:gd name="connsiteX81" fmla="*/ 1384613 w 9144000"/>
              <a:gd name="connsiteY81" fmla="*/ 727779 h 6858000"/>
              <a:gd name="connsiteX82" fmla="*/ 1386433 w 9144000"/>
              <a:gd name="connsiteY82" fmla="*/ 714832 h 6858000"/>
              <a:gd name="connsiteX83" fmla="*/ 1374596 w 9144000"/>
              <a:gd name="connsiteY83" fmla="*/ 700100 h 6858000"/>
              <a:gd name="connsiteX84" fmla="*/ 1360704 w 9144000"/>
              <a:gd name="connsiteY84" fmla="*/ 698090 h 6858000"/>
              <a:gd name="connsiteX85" fmla="*/ 1324502 w 9144000"/>
              <a:gd name="connsiteY85" fmla="*/ 709475 h 6858000"/>
              <a:gd name="connsiteX86" fmla="*/ 1266665 w 9144000"/>
              <a:gd name="connsiteY86" fmla="*/ 647861 h 6858000"/>
              <a:gd name="connsiteX87" fmla="*/ 1324502 w 9144000"/>
              <a:gd name="connsiteY87" fmla="*/ 585801 h 6858000"/>
              <a:gd name="connsiteX88" fmla="*/ 1361387 w 9144000"/>
              <a:gd name="connsiteY88" fmla="*/ 596965 h 6858000"/>
              <a:gd name="connsiteX89" fmla="*/ 1375276 w 9144000"/>
              <a:gd name="connsiteY89" fmla="*/ 595401 h 6858000"/>
              <a:gd name="connsiteX90" fmla="*/ 1386433 w 9144000"/>
              <a:gd name="connsiteY90" fmla="*/ 580222 h 6858000"/>
              <a:gd name="connsiteX91" fmla="*/ 1384613 w 9144000"/>
              <a:gd name="connsiteY91" fmla="*/ 567272 h 6858000"/>
              <a:gd name="connsiteX92" fmla="*/ 1323134 w 9144000"/>
              <a:gd name="connsiteY92" fmla="*/ 548743 h 6858000"/>
              <a:gd name="connsiteX93" fmla="*/ 1011188 w 9144000"/>
              <a:gd name="connsiteY93" fmla="*/ 548743 h 6858000"/>
              <a:gd name="connsiteX94" fmla="*/ 914872 w 9144000"/>
              <a:gd name="connsiteY94" fmla="*/ 647415 h 6858000"/>
              <a:gd name="connsiteX95" fmla="*/ 1010734 w 9144000"/>
              <a:gd name="connsiteY95" fmla="*/ 746532 h 6858000"/>
              <a:gd name="connsiteX96" fmla="*/ 1073578 w 9144000"/>
              <a:gd name="connsiteY96" fmla="*/ 716394 h 6858000"/>
              <a:gd name="connsiteX97" fmla="*/ 1073578 w 9144000"/>
              <a:gd name="connsiteY97" fmla="*/ 732915 h 6858000"/>
              <a:gd name="connsiteX98" fmla="*/ 1082685 w 9144000"/>
              <a:gd name="connsiteY98" fmla="*/ 741396 h 6858000"/>
              <a:gd name="connsiteX99" fmla="*/ 1106366 w 9144000"/>
              <a:gd name="connsiteY99" fmla="*/ 741396 h 6858000"/>
              <a:gd name="connsiteX100" fmla="*/ 1115018 w 9144000"/>
              <a:gd name="connsiteY100" fmla="*/ 732915 h 6858000"/>
              <a:gd name="connsiteX101" fmla="*/ 1115018 w 9144000"/>
              <a:gd name="connsiteY101" fmla="*/ 563034 h 6858000"/>
              <a:gd name="connsiteX102" fmla="*/ 1106366 w 9144000"/>
              <a:gd name="connsiteY102" fmla="*/ 554101 h 6858000"/>
              <a:gd name="connsiteX103" fmla="*/ 1082685 w 9144000"/>
              <a:gd name="connsiteY103" fmla="*/ 554101 h 6858000"/>
              <a:gd name="connsiteX104" fmla="*/ 1073578 w 9144000"/>
              <a:gd name="connsiteY104" fmla="*/ 563034 h 6858000"/>
              <a:gd name="connsiteX105" fmla="*/ 1073578 w 9144000"/>
              <a:gd name="connsiteY105" fmla="*/ 578658 h 6858000"/>
              <a:gd name="connsiteX106" fmla="*/ 1011188 w 9144000"/>
              <a:gd name="connsiteY106" fmla="*/ 548743 h 6858000"/>
              <a:gd name="connsiteX107" fmla="*/ 532343 w 9144000"/>
              <a:gd name="connsiteY107" fmla="*/ 498739 h 6858000"/>
              <a:gd name="connsiteX108" fmla="*/ 632986 w 9144000"/>
              <a:gd name="connsiteY108" fmla="*/ 603214 h 6858000"/>
              <a:gd name="connsiteX109" fmla="*/ 595642 w 9144000"/>
              <a:gd name="connsiteY109" fmla="*/ 686259 h 6858000"/>
              <a:gd name="connsiteX110" fmla="*/ 577197 w 9144000"/>
              <a:gd name="connsiteY110" fmla="*/ 639601 h 6858000"/>
              <a:gd name="connsiteX111" fmla="*/ 565357 w 9144000"/>
              <a:gd name="connsiteY111" fmla="*/ 632234 h 6858000"/>
              <a:gd name="connsiteX112" fmla="*/ 541451 w 9144000"/>
              <a:gd name="connsiteY112" fmla="*/ 632234 h 6858000"/>
              <a:gd name="connsiteX113" fmla="*/ 533482 w 9144000"/>
              <a:gd name="connsiteY113" fmla="*/ 643397 h 6858000"/>
              <a:gd name="connsiteX114" fmla="*/ 557617 w 9144000"/>
              <a:gd name="connsiteY114" fmla="*/ 704787 h 6858000"/>
              <a:gd name="connsiteX115" fmla="*/ 532343 w 9144000"/>
              <a:gd name="connsiteY115" fmla="*/ 707913 h 6858000"/>
              <a:gd name="connsiteX116" fmla="*/ 431700 w 9144000"/>
              <a:gd name="connsiteY116" fmla="*/ 603214 h 6858000"/>
              <a:gd name="connsiteX117" fmla="*/ 532343 w 9144000"/>
              <a:gd name="connsiteY117" fmla="*/ 498739 h 6858000"/>
              <a:gd name="connsiteX118" fmla="*/ 1165113 w 9144000"/>
              <a:gd name="connsiteY118" fmla="*/ 465253 h 6858000"/>
              <a:gd name="connsiteX119" fmla="*/ 1156005 w 9144000"/>
              <a:gd name="connsiteY119" fmla="*/ 474183 h 6858000"/>
              <a:gd name="connsiteX120" fmla="*/ 1156005 w 9144000"/>
              <a:gd name="connsiteY120" fmla="*/ 732467 h 6858000"/>
              <a:gd name="connsiteX121" fmla="*/ 1165113 w 9144000"/>
              <a:gd name="connsiteY121" fmla="*/ 741396 h 6858000"/>
              <a:gd name="connsiteX122" fmla="*/ 1188564 w 9144000"/>
              <a:gd name="connsiteY122" fmla="*/ 741396 h 6858000"/>
              <a:gd name="connsiteX123" fmla="*/ 1197446 w 9144000"/>
              <a:gd name="connsiteY123" fmla="*/ 732467 h 6858000"/>
              <a:gd name="connsiteX124" fmla="*/ 1197446 w 9144000"/>
              <a:gd name="connsiteY124" fmla="*/ 474183 h 6858000"/>
              <a:gd name="connsiteX125" fmla="*/ 1188564 w 9144000"/>
              <a:gd name="connsiteY125" fmla="*/ 465253 h 6858000"/>
              <a:gd name="connsiteX126" fmla="*/ 1165113 w 9144000"/>
              <a:gd name="connsiteY126" fmla="*/ 465253 h 6858000"/>
              <a:gd name="connsiteX127" fmla="*/ 532343 w 9144000"/>
              <a:gd name="connsiteY127" fmla="*/ 460120 h 6858000"/>
              <a:gd name="connsiteX128" fmla="*/ 387072 w 9144000"/>
              <a:gd name="connsiteY128" fmla="*/ 603214 h 6858000"/>
              <a:gd name="connsiteX129" fmla="*/ 532343 w 9144000"/>
              <a:gd name="connsiteY129" fmla="*/ 746532 h 6858000"/>
              <a:gd name="connsiteX130" fmla="*/ 571961 w 9144000"/>
              <a:gd name="connsiteY130" fmla="*/ 741396 h 6858000"/>
              <a:gd name="connsiteX131" fmla="*/ 587673 w 9144000"/>
              <a:gd name="connsiteY131" fmla="*/ 781134 h 6858000"/>
              <a:gd name="connsiteX132" fmla="*/ 598374 w 9144000"/>
              <a:gd name="connsiteY132" fmla="*/ 788277 h 6858000"/>
              <a:gd name="connsiteX133" fmla="*/ 623420 w 9144000"/>
              <a:gd name="connsiteY133" fmla="*/ 788277 h 6858000"/>
              <a:gd name="connsiteX134" fmla="*/ 630934 w 9144000"/>
              <a:gd name="connsiteY134" fmla="*/ 776892 h 6858000"/>
              <a:gd name="connsiteX135" fmla="*/ 610669 w 9144000"/>
              <a:gd name="connsiteY135" fmla="*/ 724656 h 6858000"/>
              <a:gd name="connsiteX136" fmla="*/ 677614 w 9144000"/>
              <a:gd name="connsiteY136" fmla="*/ 603214 h 6858000"/>
              <a:gd name="connsiteX137" fmla="*/ 532343 w 9144000"/>
              <a:gd name="connsiteY137" fmla="*/ 460120 h 6858000"/>
              <a:gd name="connsiteX138" fmla="*/ 0 w 9144000"/>
              <a:gd name="connsiteY138" fmla="*/ 0 h 6858000"/>
              <a:gd name="connsiteX139" fmla="*/ 9144000 w 9144000"/>
              <a:gd name="connsiteY139" fmla="*/ 0 h 6858000"/>
              <a:gd name="connsiteX140" fmla="*/ 9144000 w 9144000"/>
              <a:gd name="connsiteY140" fmla="*/ 6858000 h 6858000"/>
              <a:gd name="connsiteX141" fmla="*/ 0 w 9144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9144000" h="6858000">
                <a:moveTo>
                  <a:pt x="1497096" y="586917"/>
                </a:moveTo>
                <a:cubicBezTo>
                  <a:pt x="1531478" y="586917"/>
                  <a:pt x="1555614" y="613484"/>
                  <a:pt x="1555614" y="647861"/>
                </a:cubicBezTo>
                <a:cubicBezTo>
                  <a:pt x="1555614" y="681792"/>
                  <a:pt x="1531478" y="708580"/>
                  <a:pt x="1497096" y="708580"/>
                </a:cubicBezTo>
                <a:cubicBezTo>
                  <a:pt x="1462940" y="708580"/>
                  <a:pt x="1438579" y="681792"/>
                  <a:pt x="1438579" y="647861"/>
                </a:cubicBezTo>
                <a:cubicBezTo>
                  <a:pt x="1438579" y="613484"/>
                  <a:pt x="1462940" y="586917"/>
                  <a:pt x="1497096" y="586917"/>
                </a:cubicBezTo>
                <a:close/>
                <a:moveTo>
                  <a:pt x="1015515" y="586917"/>
                </a:moveTo>
                <a:cubicBezTo>
                  <a:pt x="1049442" y="586917"/>
                  <a:pt x="1074032" y="613484"/>
                  <a:pt x="1074032" y="647861"/>
                </a:cubicBezTo>
                <a:cubicBezTo>
                  <a:pt x="1074032" y="681792"/>
                  <a:pt x="1049442" y="709029"/>
                  <a:pt x="1015515" y="709029"/>
                </a:cubicBezTo>
                <a:cubicBezTo>
                  <a:pt x="981362" y="709029"/>
                  <a:pt x="956997" y="681792"/>
                  <a:pt x="956997" y="647861"/>
                </a:cubicBezTo>
                <a:cubicBezTo>
                  <a:pt x="956997" y="613484"/>
                  <a:pt x="981362" y="586917"/>
                  <a:pt x="1015515" y="586917"/>
                </a:cubicBezTo>
                <a:close/>
                <a:moveTo>
                  <a:pt x="1672649" y="554101"/>
                </a:moveTo>
                <a:cubicBezTo>
                  <a:pt x="1667867" y="554101"/>
                  <a:pt x="1664225" y="556557"/>
                  <a:pt x="1662177" y="561469"/>
                </a:cubicBezTo>
                <a:cubicBezTo>
                  <a:pt x="1662177" y="561469"/>
                  <a:pt x="1662177" y="561469"/>
                  <a:pt x="1595687" y="732021"/>
                </a:cubicBezTo>
                <a:cubicBezTo>
                  <a:pt x="1593867" y="736708"/>
                  <a:pt x="1596141" y="741396"/>
                  <a:pt x="1602065" y="741396"/>
                </a:cubicBezTo>
                <a:cubicBezTo>
                  <a:pt x="1602065" y="741396"/>
                  <a:pt x="1602065" y="741396"/>
                  <a:pt x="1627565" y="741396"/>
                </a:cubicBezTo>
                <a:cubicBezTo>
                  <a:pt x="1632347" y="741396"/>
                  <a:pt x="1636447" y="739164"/>
                  <a:pt x="1638041" y="734477"/>
                </a:cubicBezTo>
                <a:cubicBezTo>
                  <a:pt x="1638041" y="734477"/>
                  <a:pt x="1638041" y="734477"/>
                  <a:pt x="1686996" y="605670"/>
                </a:cubicBezTo>
                <a:cubicBezTo>
                  <a:pt x="1686996" y="605670"/>
                  <a:pt x="1686996" y="605670"/>
                  <a:pt x="1735951" y="734477"/>
                </a:cubicBezTo>
                <a:cubicBezTo>
                  <a:pt x="1737771" y="739389"/>
                  <a:pt x="1741413" y="741396"/>
                  <a:pt x="1746194" y="741396"/>
                </a:cubicBezTo>
                <a:cubicBezTo>
                  <a:pt x="1746194" y="741396"/>
                  <a:pt x="1746194" y="741396"/>
                  <a:pt x="1769649" y="741396"/>
                </a:cubicBezTo>
                <a:cubicBezTo>
                  <a:pt x="1774431" y="741396"/>
                  <a:pt x="1778073" y="739389"/>
                  <a:pt x="1780122" y="734477"/>
                </a:cubicBezTo>
                <a:cubicBezTo>
                  <a:pt x="1780122" y="734477"/>
                  <a:pt x="1780122" y="734477"/>
                  <a:pt x="1830216" y="605670"/>
                </a:cubicBezTo>
                <a:cubicBezTo>
                  <a:pt x="1830216" y="605670"/>
                  <a:pt x="1830216" y="605670"/>
                  <a:pt x="1878716" y="734477"/>
                </a:cubicBezTo>
                <a:cubicBezTo>
                  <a:pt x="1880764" y="739164"/>
                  <a:pt x="1884407" y="741396"/>
                  <a:pt x="1889191" y="741396"/>
                </a:cubicBezTo>
                <a:cubicBezTo>
                  <a:pt x="1889191" y="741396"/>
                  <a:pt x="1889191" y="741396"/>
                  <a:pt x="1913782" y="741396"/>
                </a:cubicBezTo>
                <a:cubicBezTo>
                  <a:pt x="1918563" y="741396"/>
                  <a:pt x="1922205" y="739164"/>
                  <a:pt x="1924254" y="734477"/>
                </a:cubicBezTo>
                <a:cubicBezTo>
                  <a:pt x="1924254" y="734477"/>
                  <a:pt x="1924254" y="734477"/>
                  <a:pt x="1973209" y="605670"/>
                </a:cubicBezTo>
                <a:cubicBezTo>
                  <a:pt x="1973209" y="605670"/>
                  <a:pt x="1973209" y="605670"/>
                  <a:pt x="2022848" y="734477"/>
                </a:cubicBezTo>
                <a:cubicBezTo>
                  <a:pt x="2024897" y="739389"/>
                  <a:pt x="2028539" y="741396"/>
                  <a:pt x="2033324" y="741396"/>
                </a:cubicBezTo>
                <a:cubicBezTo>
                  <a:pt x="2033324" y="741396"/>
                  <a:pt x="2033324" y="741396"/>
                  <a:pt x="2056775" y="741396"/>
                </a:cubicBezTo>
                <a:cubicBezTo>
                  <a:pt x="2061557" y="741396"/>
                  <a:pt x="2064973" y="739389"/>
                  <a:pt x="2067022" y="734477"/>
                </a:cubicBezTo>
                <a:cubicBezTo>
                  <a:pt x="2067022" y="734477"/>
                  <a:pt x="2067022" y="734477"/>
                  <a:pt x="2116432" y="606340"/>
                </a:cubicBezTo>
                <a:cubicBezTo>
                  <a:pt x="2116432" y="606340"/>
                  <a:pt x="2116432" y="606340"/>
                  <a:pt x="2164932" y="734477"/>
                </a:cubicBezTo>
                <a:cubicBezTo>
                  <a:pt x="2166526" y="739164"/>
                  <a:pt x="2170623" y="741396"/>
                  <a:pt x="2175404" y="741396"/>
                </a:cubicBezTo>
                <a:cubicBezTo>
                  <a:pt x="2175404" y="741396"/>
                  <a:pt x="2175404" y="741396"/>
                  <a:pt x="2201592" y="741396"/>
                </a:cubicBezTo>
                <a:cubicBezTo>
                  <a:pt x="2207512" y="741396"/>
                  <a:pt x="2210016" y="736708"/>
                  <a:pt x="2207967" y="732021"/>
                </a:cubicBezTo>
                <a:cubicBezTo>
                  <a:pt x="2207967" y="732021"/>
                  <a:pt x="2207967" y="732021"/>
                  <a:pt x="2141477" y="561469"/>
                </a:cubicBezTo>
                <a:cubicBezTo>
                  <a:pt x="2139428" y="556557"/>
                  <a:pt x="2136015" y="554101"/>
                  <a:pt x="2131231" y="554101"/>
                </a:cubicBezTo>
                <a:cubicBezTo>
                  <a:pt x="2131231" y="554101"/>
                  <a:pt x="2131231" y="554101"/>
                  <a:pt x="2102543" y="554101"/>
                </a:cubicBezTo>
                <a:cubicBezTo>
                  <a:pt x="2097762" y="554101"/>
                  <a:pt x="2094116" y="556557"/>
                  <a:pt x="2092067" y="561469"/>
                </a:cubicBezTo>
                <a:cubicBezTo>
                  <a:pt x="2092067" y="561469"/>
                  <a:pt x="2092067" y="561469"/>
                  <a:pt x="2045619" y="686034"/>
                </a:cubicBezTo>
                <a:cubicBezTo>
                  <a:pt x="2045619" y="686034"/>
                  <a:pt x="2045619" y="686034"/>
                  <a:pt x="1997803" y="561469"/>
                </a:cubicBezTo>
                <a:cubicBezTo>
                  <a:pt x="1995751" y="556557"/>
                  <a:pt x="1992109" y="554101"/>
                  <a:pt x="1987556" y="554101"/>
                </a:cubicBezTo>
                <a:cubicBezTo>
                  <a:pt x="1987556" y="554101"/>
                  <a:pt x="1987556" y="554101"/>
                  <a:pt x="1959094" y="554101"/>
                </a:cubicBezTo>
                <a:cubicBezTo>
                  <a:pt x="1954310" y="554101"/>
                  <a:pt x="1950897" y="556557"/>
                  <a:pt x="1948848" y="561469"/>
                </a:cubicBezTo>
                <a:cubicBezTo>
                  <a:pt x="1948848" y="561469"/>
                  <a:pt x="1948848" y="561469"/>
                  <a:pt x="1901941" y="686034"/>
                </a:cubicBezTo>
                <a:cubicBezTo>
                  <a:pt x="1901941" y="686034"/>
                  <a:pt x="1901941" y="686034"/>
                  <a:pt x="1854806" y="561469"/>
                </a:cubicBezTo>
                <a:cubicBezTo>
                  <a:pt x="1852986" y="556557"/>
                  <a:pt x="1849344" y="554101"/>
                  <a:pt x="1844563" y="554101"/>
                </a:cubicBezTo>
                <a:cubicBezTo>
                  <a:pt x="1844563" y="554101"/>
                  <a:pt x="1844563" y="554101"/>
                  <a:pt x="1816326" y="554101"/>
                </a:cubicBezTo>
                <a:cubicBezTo>
                  <a:pt x="1811545" y="554101"/>
                  <a:pt x="1807903" y="556557"/>
                  <a:pt x="1805854" y="561469"/>
                </a:cubicBezTo>
                <a:cubicBezTo>
                  <a:pt x="1805854" y="561469"/>
                  <a:pt x="1805854" y="561469"/>
                  <a:pt x="1758493" y="686034"/>
                </a:cubicBezTo>
                <a:cubicBezTo>
                  <a:pt x="1758493" y="686034"/>
                  <a:pt x="1758493" y="686034"/>
                  <a:pt x="1711587" y="561469"/>
                </a:cubicBezTo>
                <a:cubicBezTo>
                  <a:pt x="1709538" y="556557"/>
                  <a:pt x="1706121" y="554101"/>
                  <a:pt x="1701340" y="554101"/>
                </a:cubicBezTo>
                <a:cubicBezTo>
                  <a:pt x="1701340" y="554101"/>
                  <a:pt x="1701340" y="554101"/>
                  <a:pt x="1672649" y="554101"/>
                </a:cubicBezTo>
                <a:close/>
                <a:moveTo>
                  <a:pt x="713135" y="554101"/>
                </a:moveTo>
                <a:cubicBezTo>
                  <a:pt x="708350" y="554101"/>
                  <a:pt x="703798" y="557897"/>
                  <a:pt x="703798" y="562809"/>
                </a:cubicBezTo>
                <a:cubicBezTo>
                  <a:pt x="703798" y="562809"/>
                  <a:pt x="703798" y="562809"/>
                  <a:pt x="703798" y="666168"/>
                </a:cubicBezTo>
                <a:cubicBezTo>
                  <a:pt x="703798" y="714162"/>
                  <a:pt x="734538" y="746532"/>
                  <a:pt x="784403" y="746532"/>
                </a:cubicBezTo>
                <a:cubicBezTo>
                  <a:pt x="814233" y="746532"/>
                  <a:pt x="834497" y="734701"/>
                  <a:pt x="846337" y="717513"/>
                </a:cubicBezTo>
                <a:cubicBezTo>
                  <a:pt x="846337" y="717513"/>
                  <a:pt x="846337" y="717513"/>
                  <a:pt x="846337" y="733136"/>
                </a:cubicBezTo>
                <a:cubicBezTo>
                  <a:pt x="846337" y="737824"/>
                  <a:pt x="850664" y="741396"/>
                  <a:pt x="855216" y="741396"/>
                </a:cubicBezTo>
                <a:cubicBezTo>
                  <a:pt x="855216" y="741396"/>
                  <a:pt x="855216" y="741396"/>
                  <a:pt x="878671" y="741396"/>
                </a:cubicBezTo>
                <a:cubicBezTo>
                  <a:pt x="883452" y="741396"/>
                  <a:pt x="887778" y="737603"/>
                  <a:pt x="887778" y="732915"/>
                </a:cubicBezTo>
                <a:cubicBezTo>
                  <a:pt x="887778" y="732915"/>
                  <a:pt x="887778" y="732915"/>
                  <a:pt x="887778" y="563034"/>
                </a:cubicBezTo>
                <a:cubicBezTo>
                  <a:pt x="887778" y="557897"/>
                  <a:pt x="883452" y="554101"/>
                  <a:pt x="878671" y="554101"/>
                </a:cubicBezTo>
                <a:cubicBezTo>
                  <a:pt x="878671" y="554101"/>
                  <a:pt x="878671" y="554101"/>
                  <a:pt x="855216" y="554101"/>
                </a:cubicBezTo>
                <a:cubicBezTo>
                  <a:pt x="850664" y="554101"/>
                  <a:pt x="846337" y="557897"/>
                  <a:pt x="846337" y="562809"/>
                </a:cubicBezTo>
                <a:cubicBezTo>
                  <a:pt x="846337" y="562809"/>
                  <a:pt x="846337" y="562809"/>
                  <a:pt x="846337" y="659916"/>
                </a:cubicBezTo>
                <a:cubicBezTo>
                  <a:pt x="846337" y="689830"/>
                  <a:pt x="827209" y="711261"/>
                  <a:pt x="795104" y="711261"/>
                </a:cubicBezTo>
                <a:cubicBezTo>
                  <a:pt x="762090" y="711261"/>
                  <a:pt x="745239" y="690721"/>
                  <a:pt x="745239" y="659470"/>
                </a:cubicBezTo>
                <a:cubicBezTo>
                  <a:pt x="745239" y="659470"/>
                  <a:pt x="745239" y="659470"/>
                  <a:pt x="745239" y="562809"/>
                </a:cubicBezTo>
                <a:cubicBezTo>
                  <a:pt x="745239" y="557897"/>
                  <a:pt x="741368" y="554101"/>
                  <a:pt x="736587" y="554101"/>
                </a:cubicBezTo>
                <a:cubicBezTo>
                  <a:pt x="736587" y="554101"/>
                  <a:pt x="736587" y="554101"/>
                  <a:pt x="713135" y="554101"/>
                </a:cubicBezTo>
                <a:close/>
                <a:moveTo>
                  <a:pt x="1497096" y="548968"/>
                </a:moveTo>
                <a:cubicBezTo>
                  <a:pt x="1441308" y="548968"/>
                  <a:pt x="1396909" y="592053"/>
                  <a:pt x="1396909" y="647861"/>
                </a:cubicBezTo>
                <a:cubicBezTo>
                  <a:pt x="1396909" y="703893"/>
                  <a:pt x="1441308" y="746532"/>
                  <a:pt x="1497096" y="746532"/>
                </a:cubicBezTo>
                <a:cubicBezTo>
                  <a:pt x="1552881" y="746532"/>
                  <a:pt x="1597510" y="703893"/>
                  <a:pt x="1597510" y="647861"/>
                </a:cubicBezTo>
                <a:cubicBezTo>
                  <a:pt x="1597510" y="592053"/>
                  <a:pt x="1552881" y="548968"/>
                  <a:pt x="1497096" y="548968"/>
                </a:cubicBezTo>
                <a:close/>
                <a:moveTo>
                  <a:pt x="1323134" y="548743"/>
                </a:moveTo>
                <a:cubicBezTo>
                  <a:pt x="1263932" y="548743"/>
                  <a:pt x="1224544" y="591608"/>
                  <a:pt x="1224544" y="647861"/>
                </a:cubicBezTo>
                <a:cubicBezTo>
                  <a:pt x="1224544" y="703893"/>
                  <a:pt x="1263932" y="746532"/>
                  <a:pt x="1323134" y="746532"/>
                </a:cubicBezTo>
                <a:cubicBezTo>
                  <a:pt x="1346589" y="746532"/>
                  <a:pt x="1368217" y="739834"/>
                  <a:pt x="1384613" y="727779"/>
                </a:cubicBezTo>
                <a:cubicBezTo>
                  <a:pt x="1387346" y="725772"/>
                  <a:pt x="1391672" y="721085"/>
                  <a:pt x="1386433" y="714832"/>
                </a:cubicBezTo>
                <a:lnTo>
                  <a:pt x="1374596" y="700100"/>
                </a:lnTo>
                <a:cubicBezTo>
                  <a:pt x="1369811" y="693848"/>
                  <a:pt x="1365030" y="695858"/>
                  <a:pt x="1360704" y="698090"/>
                </a:cubicBezTo>
                <a:cubicBezTo>
                  <a:pt x="1350231" y="703893"/>
                  <a:pt x="1338616" y="709475"/>
                  <a:pt x="1324502" y="709475"/>
                </a:cubicBezTo>
                <a:cubicBezTo>
                  <a:pt x="1289661" y="709475"/>
                  <a:pt x="1266665" y="682462"/>
                  <a:pt x="1266665" y="647861"/>
                </a:cubicBezTo>
                <a:cubicBezTo>
                  <a:pt x="1266665" y="613038"/>
                  <a:pt x="1289661" y="585801"/>
                  <a:pt x="1324502" y="585801"/>
                </a:cubicBezTo>
                <a:cubicBezTo>
                  <a:pt x="1338616" y="585801"/>
                  <a:pt x="1351141" y="590713"/>
                  <a:pt x="1361387" y="596965"/>
                </a:cubicBezTo>
                <a:cubicBezTo>
                  <a:pt x="1365714" y="599867"/>
                  <a:pt x="1370950" y="601428"/>
                  <a:pt x="1375276" y="595401"/>
                </a:cubicBezTo>
                <a:cubicBezTo>
                  <a:pt x="1375276" y="595401"/>
                  <a:pt x="1375276" y="595401"/>
                  <a:pt x="1386433" y="580222"/>
                </a:cubicBezTo>
                <a:cubicBezTo>
                  <a:pt x="1391217" y="573525"/>
                  <a:pt x="1387346" y="569283"/>
                  <a:pt x="1384613" y="567272"/>
                </a:cubicBezTo>
                <a:cubicBezTo>
                  <a:pt x="1368217" y="555220"/>
                  <a:pt x="1346589" y="548743"/>
                  <a:pt x="1323134" y="548743"/>
                </a:cubicBezTo>
                <a:close/>
                <a:moveTo>
                  <a:pt x="1011188" y="548743"/>
                </a:moveTo>
                <a:cubicBezTo>
                  <a:pt x="959501" y="548743"/>
                  <a:pt x="914872" y="588927"/>
                  <a:pt x="914872" y="647415"/>
                </a:cubicBezTo>
                <a:cubicBezTo>
                  <a:pt x="914872" y="706794"/>
                  <a:pt x="959501" y="746532"/>
                  <a:pt x="1010734" y="746532"/>
                </a:cubicBezTo>
                <a:cubicBezTo>
                  <a:pt x="1038515" y="746532"/>
                  <a:pt x="1061282" y="734031"/>
                  <a:pt x="1073578" y="716394"/>
                </a:cubicBezTo>
                <a:cubicBezTo>
                  <a:pt x="1073578" y="732915"/>
                  <a:pt x="1073578" y="732915"/>
                  <a:pt x="1073578" y="732915"/>
                </a:cubicBezTo>
                <a:cubicBezTo>
                  <a:pt x="1073578" y="737603"/>
                  <a:pt x="1078133" y="741396"/>
                  <a:pt x="1082685" y="741396"/>
                </a:cubicBezTo>
                <a:cubicBezTo>
                  <a:pt x="1106366" y="741396"/>
                  <a:pt x="1106366" y="741396"/>
                  <a:pt x="1106366" y="741396"/>
                </a:cubicBezTo>
                <a:cubicBezTo>
                  <a:pt x="1111147" y="741396"/>
                  <a:pt x="1115018" y="737603"/>
                  <a:pt x="1115018" y="732915"/>
                </a:cubicBezTo>
                <a:cubicBezTo>
                  <a:pt x="1115018" y="563034"/>
                  <a:pt x="1115018" y="563034"/>
                  <a:pt x="1115018" y="563034"/>
                </a:cubicBezTo>
                <a:cubicBezTo>
                  <a:pt x="1115018" y="557897"/>
                  <a:pt x="1111147" y="554101"/>
                  <a:pt x="1106366" y="554101"/>
                </a:cubicBezTo>
                <a:cubicBezTo>
                  <a:pt x="1082685" y="554101"/>
                  <a:pt x="1082685" y="554101"/>
                  <a:pt x="1082685" y="554101"/>
                </a:cubicBezTo>
                <a:cubicBezTo>
                  <a:pt x="1078133" y="554101"/>
                  <a:pt x="1073578" y="557897"/>
                  <a:pt x="1073578" y="563034"/>
                </a:cubicBezTo>
                <a:cubicBezTo>
                  <a:pt x="1073578" y="578658"/>
                  <a:pt x="1073578" y="578658"/>
                  <a:pt x="1073578" y="578658"/>
                </a:cubicBezTo>
                <a:cubicBezTo>
                  <a:pt x="1061737" y="561023"/>
                  <a:pt x="1038515" y="548743"/>
                  <a:pt x="1011188" y="548743"/>
                </a:cubicBezTo>
                <a:close/>
                <a:moveTo>
                  <a:pt x="532343" y="498739"/>
                </a:moveTo>
                <a:cubicBezTo>
                  <a:pt x="591315" y="498739"/>
                  <a:pt x="632986" y="544056"/>
                  <a:pt x="632986" y="603214"/>
                </a:cubicBezTo>
                <a:cubicBezTo>
                  <a:pt x="632986" y="637816"/>
                  <a:pt x="618868" y="667505"/>
                  <a:pt x="595642" y="686259"/>
                </a:cubicBezTo>
                <a:cubicBezTo>
                  <a:pt x="577197" y="639601"/>
                  <a:pt x="577197" y="639601"/>
                  <a:pt x="577197" y="639601"/>
                </a:cubicBezTo>
                <a:cubicBezTo>
                  <a:pt x="575604" y="635584"/>
                  <a:pt x="572416" y="632234"/>
                  <a:pt x="565357" y="632234"/>
                </a:cubicBezTo>
                <a:cubicBezTo>
                  <a:pt x="541451" y="632234"/>
                  <a:pt x="541451" y="632234"/>
                  <a:pt x="541451" y="632234"/>
                </a:cubicBezTo>
                <a:cubicBezTo>
                  <a:pt x="535530" y="632234"/>
                  <a:pt x="530749" y="636030"/>
                  <a:pt x="533482" y="643397"/>
                </a:cubicBezTo>
                <a:cubicBezTo>
                  <a:pt x="557617" y="704787"/>
                  <a:pt x="557617" y="704787"/>
                  <a:pt x="557617" y="704787"/>
                </a:cubicBezTo>
                <a:cubicBezTo>
                  <a:pt x="549649" y="706794"/>
                  <a:pt x="541222" y="707913"/>
                  <a:pt x="532343" y="707913"/>
                </a:cubicBezTo>
                <a:cubicBezTo>
                  <a:pt x="473367" y="707913"/>
                  <a:pt x="431700" y="662597"/>
                  <a:pt x="431700" y="603214"/>
                </a:cubicBezTo>
                <a:cubicBezTo>
                  <a:pt x="431700" y="544056"/>
                  <a:pt x="473367" y="498739"/>
                  <a:pt x="532343" y="498739"/>
                </a:cubicBezTo>
                <a:close/>
                <a:moveTo>
                  <a:pt x="1165113" y="465253"/>
                </a:moveTo>
                <a:cubicBezTo>
                  <a:pt x="1160331" y="465253"/>
                  <a:pt x="1156005" y="469495"/>
                  <a:pt x="1156005" y="474183"/>
                </a:cubicBezTo>
                <a:cubicBezTo>
                  <a:pt x="1156005" y="474183"/>
                  <a:pt x="1156005" y="474183"/>
                  <a:pt x="1156005" y="732467"/>
                </a:cubicBezTo>
                <a:cubicBezTo>
                  <a:pt x="1156005" y="737157"/>
                  <a:pt x="1160331" y="741396"/>
                  <a:pt x="1165113" y="741396"/>
                </a:cubicBezTo>
                <a:cubicBezTo>
                  <a:pt x="1165113" y="741396"/>
                  <a:pt x="1165113" y="741396"/>
                  <a:pt x="1188564" y="741396"/>
                </a:cubicBezTo>
                <a:cubicBezTo>
                  <a:pt x="1193804" y="741396"/>
                  <a:pt x="1197446" y="737157"/>
                  <a:pt x="1197446" y="732467"/>
                </a:cubicBezTo>
                <a:cubicBezTo>
                  <a:pt x="1197446" y="732467"/>
                  <a:pt x="1197446" y="732467"/>
                  <a:pt x="1197446" y="474183"/>
                </a:cubicBezTo>
                <a:cubicBezTo>
                  <a:pt x="1197446" y="469495"/>
                  <a:pt x="1193804" y="465253"/>
                  <a:pt x="1188564" y="465253"/>
                </a:cubicBezTo>
                <a:cubicBezTo>
                  <a:pt x="1188564" y="465253"/>
                  <a:pt x="1188564" y="465253"/>
                  <a:pt x="1165113" y="465253"/>
                </a:cubicBezTo>
                <a:close/>
                <a:moveTo>
                  <a:pt x="532343" y="460120"/>
                </a:moveTo>
                <a:cubicBezTo>
                  <a:pt x="451964" y="460120"/>
                  <a:pt x="387072" y="521285"/>
                  <a:pt x="387072" y="603214"/>
                </a:cubicBezTo>
                <a:cubicBezTo>
                  <a:pt x="387072" y="685143"/>
                  <a:pt x="451964" y="746532"/>
                  <a:pt x="532343" y="746532"/>
                </a:cubicBezTo>
                <a:cubicBezTo>
                  <a:pt x="546003" y="746532"/>
                  <a:pt x="559437" y="744746"/>
                  <a:pt x="571961" y="741396"/>
                </a:cubicBezTo>
                <a:cubicBezTo>
                  <a:pt x="587673" y="781134"/>
                  <a:pt x="587673" y="781134"/>
                  <a:pt x="587673" y="781134"/>
                </a:cubicBezTo>
                <a:cubicBezTo>
                  <a:pt x="589267" y="785597"/>
                  <a:pt x="592454" y="788277"/>
                  <a:pt x="598374" y="788277"/>
                </a:cubicBezTo>
                <a:cubicBezTo>
                  <a:pt x="623420" y="788277"/>
                  <a:pt x="623420" y="788277"/>
                  <a:pt x="623420" y="788277"/>
                </a:cubicBezTo>
                <a:cubicBezTo>
                  <a:pt x="629340" y="788277"/>
                  <a:pt x="633895" y="784260"/>
                  <a:pt x="630934" y="776892"/>
                </a:cubicBezTo>
                <a:cubicBezTo>
                  <a:pt x="610669" y="724656"/>
                  <a:pt x="610669" y="724656"/>
                  <a:pt x="610669" y="724656"/>
                </a:cubicBezTo>
                <a:cubicBezTo>
                  <a:pt x="650972" y="699875"/>
                  <a:pt x="677614" y="655899"/>
                  <a:pt x="677614" y="603214"/>
                </a:cubicBezTo>
                <a:cubicBezTo>
                  <a:pt x="677614" y="521285"/>
                  <a:pt x="612718" y="460120"/>
                  <a:pt x="532343" y="460120"/>
                </a:cubicBezTo>
                <a:close/>
                <a:moveTo>
                  <a:pt x="0" y="0"/>
                </a:moveTo>
                <a:lnTo>
                  <a:pt x="9144000" y="0"/>
                </a:lnTo>
                <a:lnTo>
                  <a:pt x="9144000" y="6858000"/>
                </a:lnTo>
                <a:lnTo>
                  <a:pt x="0" y="6858000"/>
                </a:lnTo>
                <a:close/>
              </a:path>
            </a:pathLst>
          </a:custGeom>
          <a:gradFill>
            <a:gsLst>
              <a:gs pos="39000">
                <a:srgbClr val="202B3F">
                  <a:alpha val="65483"/>
                </a:srgbClr>
              </a:gs>
              <a:gs pos="0">
                <a:srgbClr val="202B3F">
                  <a:alpha val="73000"/>
                </a:srgbClr>
              </a:gs>
              <a:gs pos="99000">
                <a:srgbClr val="202B3F">
                  <a:alpha val="0"/>
                </a:srgbClr>
              </a:gs>
            </a:gsLst>
            <a:lin ang="0" scaled="0"/>
          </a:gradFill>
        </p:spPr>
        <p:txBody>
          <a:bodyPr wrap="square" lIns="72000">
            <a:noAutofit/>
          </a:bodyPr>
          <a:lstStyle>
            <a:lvl1pPr>
              <a:defRPr>
                <a:noFill/>
              </a:defRPr>
            </a:lvl1pPr>
          </a:lstStyle>
          <a:p>
            <a:pPr lvl="0"/>
            <a:r>
              <a:rPr lang="en-US"/>
              <a:t>Click to edit Master text styles</a:t>
            </a:r>
          </a:p>
        </p:txBody>
      </p:sp>
      <p:sp>
        <p:nvSpPr>
          <p:cNvPr id="4" name="Title 2">
            <a:extLst>
              <a:ext uri="{FF2B5EF4-FFF2-40B4-BE49-F238E27FC236}">
                <a16:creationId xmlns:a16="http://schemas.microsoft.com/office/drawing/2014/main" id="{AE26A26D-3BB6-3DA7-C72C-3F2C422C0EEE}"/>
              </a:ext>
            </a:extLst>
          </p:cNvPr>
          <p:cNvSpPr>
            <a:spLocks noGrp="1"/>
          </p:cNvSpPr>
          <p:nvPr>
            <p:ph type="title" hasCustomPrompt="1"/>
          </p:nvPr>
        </p:nvSpPr>
        <p:spPr bwMode="gray">
          <a:xfrm>
            <a:off x="515938" y="1628775"/>
            <a:ext cx="5107311" cy="2160588"/>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dirty="0">
                <a:solidFill>
                  <a:srgbClr val="FFFFFE"/>
                </a:solidFill>
                <a:ea typeface="Alfabet" pitchFamily="2" charset="0"/>
                <a:cs typeface="Microsoft Sans Serif" panose="020B0604020202020204" pitchFamily="34" charset="0"/>
              </a:rPr>
              <a:t>Presentation </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title goes here</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4 lines</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maximum</a:t>
            </a:r>
            <a:endParaRPr lang="en-US" dirty="0"/>
          </a:p>
        </p:txBody>
      </p:sp>
      <p:sp>
        <p:nvSpPr>
          <p:cNvPr id="21" name="TextBox 20">
            <a:extLst>
              <a:ext uri="{FF2B5EF4-FFF2-40B4-BE49-F238E27FC236}">
                <a16:creationId xmlns:a16="http://schemas.microsoft.com/office/drawing/2014/main" id="{3EE038FB-4C78-3BA5-EAC0-C17C4E2E02A4}"/>
              </a:ext>
            </a:extLst>
          </p:cNvPr>
          <p:cNvSpPr txBox="1"/>
          <p:nvPr/>
        </p:nvSpPr>
        <p:spPr>
          <a:xfrm>
            <a:off x="-9169168"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8" name="Text Placeholder 22">
            <a:extLst>
              <a:ext uri="{FF2B5EF4-FFF2-40B4-BE49-F238E27FC236}">
                <a16:creationId xmlns:a16="http://schemas.microsoft.com/office/drawing/2014/main" id="{589D6934-29C0-4C38-57F1-A9FE9DB44EB7}"/>
              </a:ext>
            </a:extLst>
          </p:cNvPr>
          <p:cNvSpPr>
            <a:spLocks noGrp="1"/>
          </p:cNvSpPr>
          <p:nvPr>
            <p:ph type="body" sz="quarter" idx="14" hasCustomPrompt="1"/>
          </p:nvPr>
        </p:nvSpPr>
        <p:spPr>
          <a:xfrm>
            <a:off x="516470" y="5974140"/>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1" name="Text Placeholder 41">
            <a:extLst>
              <a:ext uri="{FF2B5EF4-FFF2-40B4-BE49-F238E27FC236}">
                <a16:creationId xmlns:a16="http://schemas.microsoft.com/office/drawing/2014/main" id="{6CD06640-601D-4468-8D05-52EA40F203F9}"/>
              </a:ext>
            </a:extLst>
          </p:cNvPr>
          <p:cNvSpPr>
            <a:spLocks noGrp="1"/>
          </p:cNvSpPr>
          <p:nvPr>
            <p:ph type="body" sz="quarter" idx="19" hasCustomPrompt="1"/>
          </p:nvPr>
        </p:nvSpPr>
        <p:spPr>
          <a:xfrm>
            <a:off x="515938" y="6396526"/>
            <a:ext cx="11159596" cy="87716"/>
          </a:xfrm>
        </p:spPr>
        <p:txBody>
          <a:bodyPr wrap="square">
            <a:spAutoFit/>
          </a:bodyPr>
          <a:lstStyle>
            <a:lvl1pPr marL="0" indent="0">
              <a:buNone/>
              <a:defRPr sz="600">
                <a:solidFill>
                  <a:schemeClr val="accent6">
                    <a:lumMod val="90000"/>
                  </a:schemeClr>
                </a:solidFill>
              </a:defRPr>
            </a:lvl1pPr>
          </a:lstStyle>
          <a:p>
            <a:pPr lvl="0" algn="l"/>
            <a:r>
              <a:rPr lang="en-US" dirty="0">
                <a:solidFill>
                  <a:schemeClr val="accent6">
                    <a:lumMod val="90000"/>
                  </a:schemeClr>
                </a:solidFill>
              </a:rPr>
              <a:t>Confidential – Qualcomm Technologies, Inc. and/or its affiliated companies – May Contain Trade Secrets</a:t>
            </a:r>
          </a:p>
        </p:txBody>
      </p:sp>
      <p:sp>
        <p:nvSpPr>
          <p:cNvPr id="12" name="Text Placeholder 41">
            <a:extLst>
              <a:ext uri="{FF2B5EF4-FFF2-40B4-BE49-F238E27FC236}">
                <a16:creationId xmlns:a16="http://schemas.microsoft.com/office/drawing/2014/main" id="{E433DDFE-6188-C61A-F68D-89DE7310E88E}"/>
              </a:ext>
            </a:extLst>
          </p:cNvPr>
          <p:cNvSpPr>
            <a:spLocks noGrp="1"/>
          </p:cNvSpPr>
          <p:nvPr>
            <p:ph type="body" sz="quarter" idx="20" hasCustomPrompt="1"/>
          </p:nvPr>
        </p:nvSpPr>
        <p:spPr>
          <a:xfrm>
            <a:off x="515938" y="6243154"/>
            <a:ext cx="11159596" cy="87716"/>
          </a:xfrm>
        </p:spPr>
        <p:txBody>
          <a:bodyPr wrap="square">
            <a:spAutoFit/>
          </a:bodyPr>
          <a:lstStyle>
            <a:lvl1pPr marL="0" indent="0">
              <a:buNone/>
              <a:defRPr sz="600">
                <a:solidFill>
                  <a:schemeClr val="accent6">
                    <a:lumMod val="90000"/>
                  </a:schemeClr>
                </a:solidFill>
              </a:defRPr>
            </a:lvl1pPr>
          </a:lstStyle>
          <a:p>
            <a:pPr lvl="0" algn="l"/>
            <a:r>
              <a:rPr lang="en-US" dirty="0">
                <a:solidFill>
                  <a:schemeClr val="accent6">
                    <a:lumMod val="90000"/>
                  </a:schemeClr>
                </a:solidFill>
              </a:rPr>
              <a:t>Footer</a:t>
            </a:r>
          </a:p>
        </p:txBody>
      </p:sp>
      <p:sp>
        <p:nvSpPr>
          <p:cNvPr id="13" name="Text Placeholder 22">
            <a:extLst>
              <a:ext uri="{FF2B5EF4-FFF2-40B4-BE49-F238E27FC236}">
                <a16:creationId xmlns:a16="http://schemas.microsoft.com/office/drawing/2014/main" id="{35D6646D-3B41-EAF4-7F4C-36CCA60751BE}"/>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4" name="Text Placeholder 7">
            <a:extLst>
              <a:ext uri="{FF2B5EF4-FFF2-40B4-BE49-F238E27FC236}">
                <a16:creationId xmlns:a16="http://schemas.microsoft.com/office/drawing/2014/main" id="{89D228F9-8369-C058-0528-EC07A52B73A5}"/>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669191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929">
          <p15:clr>
            <a:srgbClr val="FBAE40"/>
          </p15:clr>
        </p15:guide>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Title+Photo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B859C2-4BEA-9848-AC63-40AF86018B01}"/>
              </a:ext>
            </a:extLst>
          </p:cNvPr>
          <p:cNvSpPr>
            <a:spLocks noGrp="1"/>
          </p:cNvSpPr>
          <p:nvPr>
            <p:ph type="title" hasCustomPrompt="1"/>
          </p:nvPr>
        </p:nvSpPr>
        <p:spPr bwMode="gray">
          <a:xfrm>
            <a:off x="515939" y="1628775"/>
            <a:ext cx="4787900" cy="2160588"/>
          </a:xfrm>
        </p:spPr>
        <p:txBody>
          <a:bodyPr wrap="square" anchor="b">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2" name="TextBox 1">
            <a:extLst>
              <a:ext uri="{FF2B5EF4-FFF2-40B4-BE49-F238E27FC236}">
                <a16:creationId xmlns:a16="http://schemas.microsoft.com/office/drawing/2014/main" id="{B53EA102-590A-06E9-B03C-339A5C410D02}"/>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7" name="Freeform 5">
            <a:extLst>
              <a:ext uri="{FF2B5EF4-FFF2-40B4-BE49-F238E27FC236}">
                <a16:creationId xmlns:a16="http://schemas.microsoft.com/office/drawing/2014/main" id="{46137533-882C-88D8-90A3-1DEAC884A3B7}"/>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9" name="Picture Placeholder 8">
            <a:extLst>
              <a:ext uri="{FF2B5EF4-FFF2-40B4-BE49-F238E27FC236}">
                <a16:creationId xmlns:a16="http://schemas.microsoft.com/office/drawing/2014/main" id="{947AA84A-3CF7-B9C3-8501-1FFC409EE64F}"/>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
        <p:nvSpPr>
          <p:cNvPr id="42" name="TextBox 41">
            <a:extLst>
              <a:ext uri="{FF2B5EF4-FFF2-40B4-BE49-F238E27FC236}">
                <a16:creationId xmlns:a16="http://schemas.microsoft.com/office/drawing/2014/main" id="{FCB66EEF-7BF0-16B2-8893-6F9315DB70A6}"/>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43" name="Text Placeholder 22">
            <a:extLst>
              <a:ext uri="{FF2B5EF4-FFF2-40B4-BE49-F238E27FC236}">
                <a16:creationId xmlns:a16="http://schemas.microsoft.com/office/drawing/2014/main" id="{5135EA7B-67C0-49B5-D566-EBF80D522CB4}"/>
              </a:ext>
            </a:extLst>
          </p:cNvPr>
          <p:cNvSpPr>
            <a:spLocks noGrp="1"/>
          </p:cNvSpPr>
          <p:nvPr>
            <p:ph type="body" sz="quarter" idx="15" hasCustomPrompt="1"/>
          </p:nvPr>
        </p:nvSpPr>
        <p:spPr>
          <a:xfrm>
            <a:off x="516470" y="590270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44" name="Text Placeholder 22">
            <a:extLst>
              <a:ext uri="{FF2B5EF4-FFF2-40B4-BE49-F238E27FC236}">
                <a16:creationId xmlns:a16="http://schemas.microsoft.com/office/drawing/2014/main" id="{5902E6B8-729C-18EC-D326-20D0399FDF71}"/>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45" name="Text Placeholder 7">
            <a:extLst>
              <a:ext uri="{FF2B5EF4-FFF2-40B4-BE49-F238E27FC236}">
                <a16:creationId xmlns:a16="http://schemas.microsoft.com/office/drawing/2014/main" id="{526A55FC-1831-8E0B-37C0-D4052815A464}"/>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99998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Title+Photo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76B047-B3CB-334D-D7F4-B842FB3D8A89}"/>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685800" rtl="0" eaLnBrk="1" latinLnBrk="0" hangingPunct="1">
              <a:lnSpc>
                <a:spcPct val="80000"/>
              </a:lnSpc>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Presentation </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title goes here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4 lines</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maximum</a:t>
            </a:r>
            <a:endParaRPr lang="en-US"/>
          </a:p>
        </p:txBody>
      </p:sp>
      <p:sp>
        <p:nvSpPr>
          <p:cNvPr id="2" name="TextBox 1">
            <a:extLst>
              <a:ext uri="{FF2B5EF4-FFF2-40B4-BE49-F238E27FC236}">
                <a16:creationId xmlns:a16="http://schemas.microsoft.com/office/drawing/2014/main" id="{7B75F639-CD07-743B-2848-E089E6C7B144}"/>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6" name="Freeform 5">
            <a:extLst>
              <a:ext uri="{FF2B5EF4-FFF2-40B4-BE49-F238E27FC236}">
                <a16:creationId xmlns:a16="http://schemas.microsoft.com/office/drawing/2014/main" id="{DE796232-3335-8DE4-4134-75915A483ADC}"/>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6" name="Picture Placeholder 35">
            <a:extLst>
              <a:ext uri="{FF2B5EF4-FFF2-40B4-BE49-F238E27FC236}">
                <a16:creationId xmlns:a16="http://schemas.microsoft.com/office/drawing/2014/main" id="{0C2C7EDC-5434-AC1A-80D9-DE5C5553098A}"/>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
        <p:nvSpPr>
          <p:cNvPr id="9" name="TextBox 8">
            <a:extLst>
              <a:ext uri="{FF2B5EF4-FFF2-40B4-BE49-F238E27FC236}">
                <a16:creationId xmlns:a16="http://schemas.microsoft.com/office/drawing/2014/main" id="{DFC65FD6-DAD9-3370-F8CF-C5432AFC0B6C}"/>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90000"/>
                </a:schemeClr>
              </a:solidFill>
              <a:latin typeface="+mn-lt"/>
              <a:ea typeface="+mn-ea"/>
              <a:cs typeface="+mn-cs"/>
            </a:endParaRPr>
          </a:p>
        </p:txBody>
      </p:sp>
      <p:sp>
        <p:nvSpPr>
          <p:cNvPr id="10" name="Text Placeholder 22">
            <a:extLst>
              <a:ext uri="{FF2B5EF4-FFF2-40B4-BE49-F238E27FC236}">
                <a16:creationId xmlns:a16="http://schemas.microsoft.com/office/drawing/2014/main" id="{2CC7259C-1979-B4B4-CF3C-148C1953F6FE}"/>
              </a:ext>
            </a:extLst>
          </p:cNvPr>
          <p:cNvSpPr>
            <a:spLocks noGrp="1"/>
          </p:cNvSpPr>
          <p:nvPr>
            <p:ph type="body" sz="quarter" idx="15" hasCustomPrompt="1"/>
          </p:nvPr>
        </p:nvSpPr>
        <p:spPr>
          <a:xfrm>
            <a:off x="516470" y="590270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1" name="Text Placeholder 22">
            <a:extLst>
              <a:ext uri="{FF2B5EF4-FFF2-40B4-BE49-F238E27FC236}">
                <a16:creationId xmlns:a16="http://schemas.microsoft.com/office/drawing/2014/main" id="{A37D1E32-71A5-6478-F836-ADFBBA541387}"/>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2" name="Text Placeholder 7">
            <a:extLst>
              <a:ext uri="{FF2B5EF4-FFF2-40B4-BE49-F238E27FC236}">
                <a16:creationId xmlns:a16="http://schemas.microsoft.com/office/drawing/2014/main" id="{1C23A530-2811-7533-9959-97C1F45E3205}"/>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1623452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Title+Photo_Grey">
    <p:bg>
      <p:bgPr>
        <a:solidFill>
          <a:srgbClr val="EFF1F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85B3C7-6442-1485-863A-E4B7FF5300D7}"/>
              </a:ext>
            </a:extLst>
          </p:cNvPr>
          <p:cNvSpPr>
            <a:spLocks noGrp="1"/>
          </p:cNvSpPr>
          <p:nvPr>
            <p:ph type="title" hasCustomPrompt="1"/>
          </p:nvPr>
        </p:nvSpPr>
        <p:spPr>
          <a:xfrm>
            <a:off x="515939" y="1640842"/>
            <a:ext cx="4787900" cy="2148523"/>
          </a:xfrm>
        </p:spPr>
        <p:txBody>
          <a:bodyPr anchor="b"/>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baseline="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Presentation </a:t>
            </a:r>
            <a:br>
              <a:rPr lang="en-US" dirty="0"/>
            </a:br>
            <a:r>
              <a:rPr lang="en-US" dirty="0"/>
              <a:t>title goes here</a:t>
            </a:r>
            <a:br>
              <a:rPr lang="en-US" dirty="0"/>
            </a:br>
            <a:r>
              <a:rPr lang="en-US" dirty="0"/>
              <a:t>four lines</a:t>
            </a:r>
            <a:br>
              <a:rPr lang="en-US" dirty="0"/>
            </a:br>
            <a:r>
              <a:rPr lang="en-US" dirty="0"/>
              <a:t>maximum</a:t>
            </a:r>
          </a:p>
        </p:txBody>
      </p:sp>
      <p:sp>
        <p:nvSpPr>
          <p:cNvPr id="3" name="TextBox 2">
            <a:extLst>
              <a:ext uri="{FF2B5EF4-FFF2-40B4-BE49-F238E27FC236}">
                <a16:creationId xmlns:a16="http://schemas.microsoft.com/office/drawing/2014/main" id="{8DFA9049-CC03-B98C-202F-65CABD8EB118}"/>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50000"/>
                  </a:schemeClr>
                </a:solidFill>
              </a:rPr>
              <a:t>Confidential – Qualcomm Technologies, Inc. and/or its affiliated companies – May Contain Trade Secrets</a:t>
            </a:r>
          </a:p>
        </p:txBody>
      </p:sp>
      <p:sp>
        <p:nvSpPr>
          <p:cNvPr id="7" name="Freeform 5">
            <a:extLst>
              <a:ext uri="{FF2B5EF4-FFF2-40B4-BE49-F238E27FC236}">
                <a16:creationId xmlns:a16="http://schemas.microsoft.com/office/drawing/2014/main" id="{89CBAEBC-32C5-D612-1499-978420CC1491}"/>
              </a:ext>
            </a:extLst>
          </p:cNvPr>
          <p:cNvSpPr>
            <a:spLocks noChangeAspect="1" noEditPoints="1"/>
          </p:cNvSpPr>
          <p:nvPr/>
        </p:nvSpPr>
        <p:spPr bwMode="black">
          <a:xfrm>
            <a:off x="516467" y="451552"/>
            <a:ext cx="2423815"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8" name="Picture Placeholder 7">
            <a:extLst>
              <a:ext uri="{FF2B5EF4-FFF2-40B4-BE49-F238E27FC236}">
                <a16:creationId xmlns:a16="http://schemas.microsoft.com/office/drawing/2014/main" id="{B5E0CD4D-F8FF-95CB-86EF-54722FD77A2B}"/>
              </a:ext>
            </a:extLst>
          </p:cNvPr>
          <p:cNvSpPr>
            <a:spLocks noGrp="1" noChangeAspect="1"/>
          </p:cNvSpPr>
          <p:nvPr>
            <p:ph type="pic" sz="quarter" idx="14" hasCustomPrompt="1"/>
          </p:nvPr>
        </p:nvSpPr>
        <p:spPr>
          <a:xfrm>
            <a:off x="5813859" y="0"/>
            <a:ext cx="6378141" cy="6858000"/>
          </a:xfrm>
          <a:custGeom>
            <a:avLst/>
            <a:gdLst>
              <a:gd name="connsiteX0" fmla="*/ 1678722 w 4783606"/>
              <a:gd name="connsiteY0" fmla="*/ 0 h 6858000"/>
              <a:gd name="connsiteX1" fmla="*/ 4783606 w 4783606"/>
              <a:gd name="connsiteY1" fmla="*/ 0 h 6858000"/>
              <a:gd name="connsiteX2" fmla="*/ 4783606 w 4783606"/>
              <a:gd name="connsiteY2" fmla="*/ 6858000 h 6858000"/>
              <a:gd name="connsiteX3" fmla="*/ 1672152 w 4783606"/>
              <a:gd name="connsiteY3" fmla="*/ 6858000 h 6858000"/>
              <a:gd name="connsiteX4" fmla="*/ 1582239 w 4783606"/>
              <a:gd name="connsiteY4" fmla="*/ 6787328 h 6858000"/>
              <a:gd name="connsiteX5" fmla="*/ 0 w 4783606"/>
              <a:gd name="connsiteY5" fmla="*/ 3431582 h 6858000"/>
              <a:gd name="connsiteX6" fmla="*/ 1582239 w 47836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83606" h="6858000">
                <a:moveTo>
                  <a:pt x="1678722" y="0"/>
                </a:moveTo>
                <a:lnTo>
                  <a:pt x="4783606" y="0"/>
                </a:lnTo>
                <a:lnTo>
                  <a:pt x="47836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accent1"/>
                </a:solidFill>
                <a:latin typeface="+mj-lt"/>
                <a:ea typeface="+mn-ea"/>
                <a:cs typeface="+mn-cs"/>
              </a:defRPr>
            </a:lvl1pPr>
          </a:lstStyle>
          <a:p>
            <a:r>
              <a:rPr lang="en-US"/>
              <a:t>Click the icon to insert photo</a:t>
            </a:r>
          </a:p>
        </p:txBody>
      </p:sp>
      <p:sp>
        <p:nvSpPr>
          <p:cNvPr id="9" name="TextBox 8">
            <a:extLst>
              <a:ext uri="{FF2B5EF4-FFF2-40B4-BE49-F238E27FC236}">
                <a16:creationId xmlns:a16="http://schemas.microsoft.com/office/drawing/2014/main" id="{30A99A9F-7019-219F-6EAF-A2DA53D941D3}"/>
              </a:ext>
            </a:extLst>
          </p:cNvPr>
          <p:cNvSpPr txBox="1"/>
          <p:nvPr/>
        </p:nvSpPr>
        <p:spPr>
          <a:xfrm>
            <a:off x="516469" y="6155438"/>
            <a:ext cx="5183716"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600" kern="1200" baseline="0" dirty="0">
                <a:solidFill>
                  <a:schemeClr val="accent6">
                    <a:lumMod val="50000"/>
                  </a:schemeClr>
                </a:solidFill>
                <a:latin typeface="+mn-lt"/>
                <a:ea typeface="+mn-ea"/>
                <a:cs typeface="+mn-cs"/>
              </a:rPr>
              <a:t>Snapdragon and Qualcomm branded products are products of Qualcomm Technologies, Inc. and/or its subsidiaries. Qualcomm patents are licensed by Qualcomm Incorporated.</a:t>
            </a:r>
            <a:endParaRPr lang="en-US" sz="600" kern="1200" baseline="0" dirty="0">
              <a:solidFill>
                <a:schemeClr val="accent6">
                  <a:lumMod val="50000"/>
                </a:schemeClr>
              </a:solidFill>
              <a:latin typeface="+mn-lt"/>
              <a:ea typeface="+mn-ea"/>
              <a:cs typeface="+mn-cs"/>
            </a:endParaRPr>
          </a:p>
        </p:txBody>
      </p:sp>
      <p:sp>
        <p:nvSpPr>
          <p:cNvPr id="10" name="Text Placeholder 22">
            <a:extLst>
              <a:ext uri="{FF2B5EF4-FFF2-40B4-BE49-F238E27FC236}">
                <a16:creationId xmlns:a16="http://schemas.microsoft.com/office/drawing/2014/main" id="{4E66B616-C251-7788-ABA7-AA0CFDC82005}"/>
              </a:ext>
            </a:extLst>
          </p:cNvPr>
          <p:cNvSpPr>
            <a:spLocks noGrp="1"/>
          </p:cNvSpPr>
          <p:nvPr>
            <p:ph type="body" sz="quarter" idx="15" hasCustomPrompt="1"/>
          </p:nvPr>
        </p:nvSpPr>
        <p:spPr>
          <a:xfrm>
            <a:off x="516470" y="5902702"/>
            <a:ext cx="4786820" cy="263149"/>
          </a:xfrm>
        </p:spPr>
        <p:txBody>
          <a:bodyPr wrap="square" anchor="t">
            <a:noAutofit/>
          </a:bodyPr>
          <a:lstStyle>
            <a:lvl1pPr marL="0" indent="0">
              <a:buNone/>
              <a:defRPr sz="1200" spc="0">
                <a:solidFill>
                  <a:schemeClr val="tx1"/>
                </a:solidFill>
              </a:defRPr>
            </a:lvl1pPr>
          </a:lstStyle>
          <a:p>
            <a:pPr lvl="0"/>
            <a:r>
              <a:rPr lang="en-US" dirty="0"/>
              <a:t>@</a:t>
            </a:r>
            <a:r>
              <a:rPr lang="en-US" dirty="0" err="1"/>
              <a:t>qualcomm</a:t>
            </a:r>
            <a:endParaRPr lang="en-US" dirty="0"/>
          </a:p>
        </p:txBody>
      </p:sp>
      <p:sp>
        <p:nvSpPr>
          <p:cNvPr id="11" name="Text Placeholder 22">
            <a:extLst>
              <a:ext uri="{FF2B5EF4-FFF2-40B4-BE49-F238E27FC236}">
                <a16:creationId xmlns:a16="http://schemas.microsoft.com/office/drawing/2014/main" id="{1C93984C-A7B9-909B-36E3-250AB8F3C11F}"/>
              </a:ext>
            </a:extLst>
          </p:cNvPr>
          <p:cNvSpPr>
            <a:spLocks noGrp="1"/>
          </p:cNvSpPr>
          <p:nvPr>
            <p:ph type="body" sz="quarter" idx="13" hasCustomPrompt="1"/>
          </p:nvPr>
        </p:nvSpPr>
        <p:spPr>
          <a:xfrm>
            <a:off x="516470" y="4475540"/>
            <a:ext cx="4786820" cy="263149"/>
          </a:xfrm>
        </p:spPr>
        <p:txBody>
          <a:bodyPr wrap="square" anchor="t">
            <a:noAutofit/>
          </a:bodyPr>
          <a:lstStyle>
            <a:lvl1pPr marL="0" indent="0">
              <a:buNone/>
              <a:defRPr sz="1200" spc="0">
                <a:solidFill>
                  <a:schemeClr val="tx1"/>
                </a:solidFill>
              </a:defRPr>
            </a:lvl1pPr>
          </a:lstStyle>
          <a:p>
            <a:pPr lvl="0"/>
            <a:r>
              <a:rPr lang="en-US" dirty="0"/>
              <a:t>Speaker title, Employing entity</a:t>
            </a:r>
          </a:p>
        </p:txBody>
      </p:sp>
      <p:sp>
        <p:nvSpPr>
          <p:cNvPr id="12" name="Text Placeholder 7">
            <a:extLst>
              <a:ext uri="{FF2B5EF4-FFF2-40B4-BE49-F238E27FC236}">
                <a16:creationId xmlns:a16="http://schemas.microsoft.com/office/drawing/2014/main" id="{C5B55D77-B8D8-C2B6-7698-6711FBC6E98D}"/>
              </a:ext>
            </a:extLst>
          </p:cNvPr>
          <p:cNvSpPr>
            <a:spLocks noGrp="1"/>
          </p:cNvSpPr>
          <p:nvPr>
            <p:ph type="body" sz="quarter" idx="10" hasCustomPrompt="1"/>
          </p:nvPr>
        </p:nvSpPr>
        <p:spPr bwMode="gray">
          <a:xfrm>
            <a:off x="516468" y="4080517"/>
            <a:ext cx="4787899" cy="364484"/>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1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Tree>
    <p:extLst>
      <p:ext uri="{BB962C8B-B14F-4D97-AF65-F5344CB8AC3E}">
        <p14:creationId xmlns:p14="http://schemas.microsoft.com/office/powerpoint/2010/main" val="941933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2999">
          <p15:clr>
            <a:srgbClr val="FBAE40"/>
          </p15:clr>
        </p15:guide>
        <p15:guide id="6" pos="2506">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Holding slide_Dark Blue">
    <p:bg>
      <p:bgPr>
        <a:solidFill>
          <a:schemeClr val="accent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DF2FF63-7182-5A24-8044-A17E88615B0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8491" t="27215" r="18289" b="25368"/>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5" name="Graphic 4">
            <a:extLst>
              <a:ext uri="{FF2B5EF4-FFF2-40B4-BE49-F238E27FC236}">
                <a16:creationId xmlns:a16="http://schemas.microsoft.com/office/drawing/2014/main" id="{31634265-40CE-F1D5-9EF9-FF2C7B4AB9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8964" y="2537048"/>
            <a:ext cx="4554072" cy="1566928"/>
          </a:xfrm>
          <a:prstGeom prst="rect">
            <a:avLst/>
          </a:prstGeom>
        </p:spPr>
      </p:pic>
    </p:spTree>
    <p:extLst>
      <p:ext uri="{BB962C8B-B14F-4D97-AF65-F5344CB8AC3E}">
        <p14:creationId xmlns:p14="http://schemas.microsoft.com/office/powerpoint/2010/main" val="304420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Holding slide_Qualcomm Blue">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1634265-40CE-F1D5-9EF9-FF2C7B4AB9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8964" y="2537048"/>
            <a:ext cx="4554072" cy="1566928"/>
          </a:xfrm>
          <a:prstGeom prst="rect">
            <a:avLst/>
          </a:prstGeom>
        </p:spPr>
      </p:pic>
      <p:pic>
        <p:nvPicPr>
          <p:cNvPr id="2" name="Graphic 1">
            <a:extLst>
              <a:ext uri="{FF2B5EF4-FFF2-40B4-BE49-F238E27FC236}">
                <a16:creationId xmlns:a16="http://schemas.microsoft.com/office/drawing/2014/main" id="{8B71E348-1DB9-4381-2A9C-58F412A610E7}"/>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8491" t="27215" r="18289" b="25368"/>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spTree>
    <p:extLst>
      <p:ext uri="{BB962C8B-B14F-4D97-AF65-F5344CB8AC3E}">
        <p14:creationId xmlns:p14="http://schemas.microsoft.com/office/powerpoint/2010/main" val="3772345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Agenda_Dark Blue">
    <p:bg>
      <p:bgPr>
        <a:solidFill>
          <a:schemeClr val="accent2"/>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20"/>
            <a:ext cx="5832475" cy="4984761"/>
          </a:xfrm>
          <a:prstGeom prst="rect">
            <a:avLst/>
          </a:prstGeom>
        </p:spPr>
        <p:txBody>
          <a:bodyPr wrap="square" anchor="ctr">
            <a:noAutofit/>
          </a:bodyPr>
          <a:lstStyle>
            <a:lvl1pPr marL="0" indent="0">
              <a:spcBef>
                <a:spcPts val="1500"/>
              </a:spcBef>
              <a:spcAft>
                <a:spcPts val="0"/>
              </a:spcAft>
              <a:buNone/>
              <a:defRPr sz="21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sp>
        <p:nvSpPr>
          <p:cNvPr id="3" name="TextBox 2">
            <a:extLst>
              <a:ext uri="{FF2B5EF4-FFF2-40B4-BE49-F238E27FC236}">
                <a16:creationId xmlns:a16="http://schemas.microsoft.com/office/drawing/2014/main" id="{DCF333EE-339A-2B10-12F5-EDCD3B9BB705}"/>
              </a:ext>
            </a:extLst>
          </p:cNvPr>
          <p:cNvSpPr txBox="1"/>
          <p:nvPr/>
        </p:nvSpPr>
        <p:spPr>
          <a:xfrm>
            <a:off x="876180" y="3150678"/>
            <a:ext cx="1687749" cy="519373"/>
          </a:xfrm>
          <a:prstGeom prst="rect">
            <a:avLst/>
          </a:prstGeom>
          <a:noFill/>
        </p:spPr>
        <p:txBody>
          <a:bodyPr wrap="square">
            <a:spAutoFit/>
          </a:bodyPr>
          <a:lstStyle/>
          <a:p>
            <a:r>
              <a:rPr kumimoji="0" lang="en-US" sz="2775" b="0" i="0" u="none" strike="noStrike" kern="2000" cap="none" spc="-38" normalizeH="0" baseline="0" noProof="0">
                <a:ln>
                  <a:noFill/>
                </a:ln>
                <a:solidFill>
                  <a:srgbClr val="FFFFFF"/>
                </a:solidFill>
                <a:effectLst/>
                <a:uLnTx/>
                <a:uFillTx/>
                <a:latin typeface="Aptos Display" panose="02110004020202020204"/>
                <a:ea typeface="+mj-ea"/>
                <a:cs typeface="+mj-cs"/>
              </a:rPr>
              <a:t>Agenda</a:t>
            </a:r>
            <a:endParaRPr lang="en-US" sz="2775"/>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pic>
        <p:nvPicPr>
          <p:cNvPr id="7" name="Graphic 6">
            <a:extLst>
              <a:ext uri="{FF2B5EF4-FFF2-40B4-BE49-F238E27FC236}">
                <a16:creationId xmlns:a16="http://schemas.microsoft.com/office/drawing/2014/main" id="{54922B49-B62F-A696-B53A-C3B5FF069C2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2212" t="-1336" r="-341" b="1336"/>
          <a:stretch/>
        </p:blipFill>
        <p:spPr>
          <a:xfrm rot="721101">
            <a:off x="-470974" y="1254311"/>
            <a:ext cx="5104057" cy="4343746"/>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Tree>
    <p:extLst>
      <p:ext uri="{BB962C8B-B14F-4D97-AF65-F5344CB8AC3E}">
        <p14:creationId xmlns:p14="http://schemas.microsoft.com/office/powerpoint/2010/main" val="55282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2761">
          <p15:clr>
            <a:srgbClr val="FBAE40"/>
          </p15:clr>
        </p15:guide>
        <p15:guide id="9" pos="5228">
          <p15:clr>
            <a:srgbClr val="FBAE40"/>
          </p15:clr>
        </p15:guide>
        <p15:guide id="12" orient="horz" pos="1752">
          <p15:clr>
            <a:srgbClr val="FBAE40"/>
          </p15:clr>
        </p15:guide>
        <p15:guide id="13" orient="horz" pos="2591">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Agenda_Qualcomm Blue">
    <p:bg>
      <p:bgPr>
        <a:solidFill>
          <a:schemeClr val="accent1"/>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20"/>
            <a:ext cx="5832475" cy="4984761"/>
          </a:xfrm>
          <a:prstGeom prst="rect">
            <a:avLst/>
          </a:prstGeom>
        </p:spPr>
        <p:txBody>
          <a:bodyPr wrap="square" anchor="ctr">
            <a:noAutofit/>
          </a:bodyPr>
          <a:lstStyle>
            <a:lvl1pPr marL="0" indent="0">
              <a:spcBef>
                <a:spcPts val="1500"/>
              </a:spcBef>
              <a:spcAft>
                <a:spcPts val="0"/>
              </a:spcAft>
              <a:buNone/>
              <a:defRPr sz="21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sp>
        <p:nvSpPr>
          <p:cNvPr id="3" name="TextBox 2">
            <a:extLst>
              <a:ext uri="{FF2B5EF4-FFF2-40B4-BE49-F238E27FC236}">
                <a16:creationId xmlns:a16="http://schemas.microsoft.com/office/drawing/2014/main" id="{DCF333EE-339A-2B10-12F5-EDCD3B9BB705}"/>
              </a:ext>
            </a:extLst>
          </p:cNvPr>
          <p:cNvSpPr txBox="1"/>
          <p:nvPr/>
        </p:nvSpPr>
        <p:spPr>
          <a:xfrm>
            <a:off x="876180" y="3150678"/>
            <a:ext cx="1687749" cy="519373"/>
          </a:xfrm>
          <a:prstGeom prst="rect">
            <a:avLst/>
          </a:prstGeom>
          <a:noFill/>
        </p:spPr>
        <p:txBody>
          <a:bodyPr wrap="square">
            <a:spAutoFit/>
          </a:bodyPr>
          <a:lstStyle/>
          <a:p>
            <a:r>
              <a:rPr kumimoji="0" lang="en-US" sz="2775" b="0" i="0" u="none" strike="noStrike" kern="2000" cap="none" spc="-38" normalizeH="0" baseline="0" noProof="0">
                <a:ln>
                  <a:noFill/>
                </a:ln>
                <a:solidFill>
                  <a:srgbClr val="FFFFFF"/>
                </a:solidFill>
                <a:effectLst/>
                <a:uLnTx/>
                <a:uFillTx/>
                <a:latin typeface="Aptos Display" panose="02110004020202020204"/>
                <a:ea typeface="+mj-ea"/>
                <a:cs typeface="+mj-cs"/>
              </a:rPr>
              <a:t>Agenda</a:t>
            </a:r>
            <a:endParaRPr lang="en-US" sz="2775"/>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pic>
        <p:nvPicPr>
          <p:cNvPr id="7" name="Graphic 6">
            <a:extLst>
              <a:ext uri="{FF2B5EF4-FFF2-40B4-BE49-F238E27FC236}">
                <a16:creationId xmlns:a16="http://schemas.microsoft.com/office/drawing/2014/main" id="{54922B49-B62F-A696-B53A-C3B5FF069C2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2212" t="-1336" r="-341" b="1336"/>
          <a:stretch/>
        </p:blipFill>
        <p:spPr>
          <a:xfrm rot="721101">
            <a:off x="-470974" y="1254311"/>
            <a:ext cx="5104057" cy="4343746"/>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Tree>
    <p:extLst>
      <p:ext uri="{BB962C8B-B14F-4D97-AF65-F5344CB8AC3E}">
        <p14:creationId xmlns:p14="http://schemas.microsoft.com/office/powerpoint/2010/main" val="2221362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2761">
          <p15:clr>
            <a:srgbClr val="FBAE40"/>
          </p15:clr>
        </p15:guide>
        <p15:guide id="9" pos="5228">
          <p15:clr>
            <a:srgbClr val="FBAE40"/>
          </p15:clr>
        </p15:guide>
        <p15:guide id="12" orient="horz" pos="1752">
          <p15:clr>
            <a:srgbClr val="FBAE40"/>
          </p15:clr>
        </p15:guide>
        <p15:guide id="13" orient="horz" pos="259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Divider_Dark Blue">
    <p:bg>
      <p:bgPr>
        <a:solidFill>
          <a:schemeClr val="accent2"/>
        </a:solid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56F4BB75-A65B-C928-4300-940A326B325A}"/>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a:solidFill>
                  <a:srgbClr val="FFFFFE"/>
                </a:solidFill>
                <a:ea typeface="Alfabet" pitchFamily="2" charset="0"/>
                <a:cs typeface="Microsoft Sans Serif" panose="020B0604020202020204" pitchFamily="34" charset="0"/>
              </a:rPr>
              <a:t>Divider slide title</a:t>
            </a:r>
            <a:br>
              <a:rPr lang="en-US" sz="3600" spc="-83">
                <a:solidFill>
                  <a:srgbClr val="FFFFFE"/>
                </a:solidFill>
                <a:ea typeface="Alfabet" pitchFamily="2" charset="0"/>
                <a:cs typeface="Microsoft Sans Serif" panose="020B0604020202020204" pitchFamily="34" charset="0"/>
              </a:rPr>
            </a:br>
            <a:r>
              <a:rPr lang="en-US" sz="3600" spc="-83">
                <a:solidFill>
                  <a:srgbClr val="FFFFFE"/>
                </a:solidFill>
                <a:ea typeface="Alfabet" pitchFamily="2" charset="0"/>
                <a:cs typeface="Microsoft Sans Serif" panose="020B0604020202020204" pitchFamily="34" charset="0"/>
              </a:rPr>
              <a:t>3 lines maximum lorem ipsum dolor sit </a:t>
            </a:r>
            <a:r>
              <a:rPr lang="en-US" sz="3600" spc="-83" err="1">
                <a:solidFill>
                  <a:srgbClr val="FFFFFE"/>
                </a:solidFill>
                <a:ea typeface="Alfabet" pitchFamily="2" charset="0"/>
                <a:cs typeface="Microsoft Sans Serif" panose="020B0604020202020204" pitchFamily="34" charset="0"/>
              </a:rPr>
              <a:t>amet</a:t>
            </a:r>
            <a:endParaRPr lang="en-US" sz="3600" spc="-83">
              <a:solidFill>
                <a:srgbClr val="FFFFFE"/>
              </a:solidFill>
              <a:ea typeface="Alfabet" pitchFamily="2" charset="0"/>
              <a:cs typeface="Microsoft Sans Serif" panose="020B0604020202020204" pitchFamily="34" charset="0"/>
            </a:endParaRPr>
          </a:p>
        </p:txBody>
      </p:sp>
      <p:sp>
        <p:nvSpPr>
          <p:cNvPr id="2" name="TextBox 1">
            <a:extLst>
              <a:ext uri="{FF2B5EF4-FFF2-40B4-BE49-F238E27FC236}">
                <a16:creationId xmlns:a16="http://schemas.microsoft.com/office/drawing/2014/main" id="{43838B8B-F1EE-7291-078D-4B7E230B21DC}"/>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grpSp>
        <p:nvGrpSpPr>
          <p:cNvPr id="9" name="Group 8">
            <a:extLst>
              <a:ext uri="{FF2B5EF4-FFF2-40B4-BE49-F238E27FC236}">
                <a16:creationId xmlns:a16="http://schemas.microsoft.com/office/drawing/2014/main" id="{622447FE-C77D-00F6-80F5-15904B30717D}"/>
              </a:ext>
            </a:extLst>
          </p:cNvPr>
          <p:cNvGrpSpPr/>
          <p:nvPr/>
        </p:nvGrpSpPr>
        <p:grpSpPr>
          <a:xfrm>
            <a:off x="6282615" y="2887958"/>
            <a:ext cx="6914631" cy="4773361"/>
            <a:chOff x="7414009" y="2577117"/>
            <a:chExt cx="5592194" cy="5147262"/>
          </a:xfrm>
        </p:grpSpPr>
        <p:pic>
          <p:nvPicPr>
            <p:cNvPr id="11" name="Graphic 10">
              <a:extLst>
                <a:ext uri="{FF2B5EF4-FFF2-40B4-BE49-F238E27FC236}">
                  <a16:creationId xmlns:a16="http://schemas.microsoft.com/office/drawing/2014/main" id="{29149968-8E46-619F-88F9-CB1FF293445D}"/>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2" name="Picture 2">
              <a:extLst>
                <a:ext uri="{FF2B5EF4-FFF2-40B4-BE49-F238E27FC236}">
                  <a16:creationId xmlns:a16="http://schemas.microsoft.com/office/drawing/2014/main" id="{6CC0CF52-27A3-C6BF-5E95-61501A8B0704}"/>
                </a:ext>
              </a:extLst>
            </p:cNvPr>
            <p:cNvPicPr>
              <a:picLocks noChangeAspect="1" noChangeArrowheads="1"/>
            </p:cNvPicPr>
            <p:nvPr userDrawn="1"/>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86541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Divider_Qualcomm Blue">
    <p:bg>
      <p:bgPr>
        <a:solidFill>
          <a:schemeClr val="accent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3600" spc="-83" dirty="0">
                <a:solidFill>
                  <a:srgbClr val="FFFFFE"/>
                </a:solidFill>
                <a:ea typeface="Alfabet" pitchFamily="2" charset="0"/>
                <a:cs typeface="Microsoft Sans Serif" panose="020B0604020202020204" pitchFamily="34" charset="0"/>
              </a:rPr>
              <a:t>Divider slide title </a:t>
            </a:r>
            <a:br>
              <a:rPr lang="en-US" sz="3600" spc="-83" dirty="0">
                <a:solidFill>
                  <a:srgbClr val="FFFFFE"/>
                </a:solidFill>
                <a:ea typeface="Alfabet" pitchFamily="2" charset="0"/>
                <a:cs typeface="Microsoft Sans Serif" panose="020B0604020202020204" pitchFamily="34" charset="0"/>
              </a:rPr>
            </a:br>
            <a:r>
              <a:rPr lang="en-US" sz="3600" spc="-83" dirty="0">
                <a:solidFill>
                  <a:srgbClr val="FFFFFE"/>
                </a:solidFill>
                <a:ea typeface="Alfabet" pitchFamily="2" charset="0"/>
                <a:cs typeface="Microsoft Sans Serif" panose="020B0604020202020204" pitchFamily="34" charset="0"/>
              </a:rPr>
              <a:t>3 lines maximum lorem ipsum dolor sit </a:t>
            </a:r>
            <a:r>
              <a:rPr lang="en-US" sz="3600" spc="-83" dirty="0" err="1">
                <a:solidFill>
                  <a:srgbClr val="FFFFFE"/>
                </a:solidFill>
                <a:ea typeface="Alfabet" pitchFamily="2" charset="0"/>
                <a:cs typeface="Microsoft Sans Serif" panose="020B0604020202020204" pitchFamily="34" charset="0"/>
              </a:rPr>
              <a:t>amet</a:t>
            </a:r>
            <a:endParaRPr lang="en-US" sz="3600" spc="-83" dirty="0">
              <a:solidFill>
                <a:srgbClr val="FFFFFE"/>
              </a:solidFill>
              <a:ea typeface="Alfabet" pitchFamily="2" charset="0"/>
              <a:cs typeface="Microsoft Sans Serif" panose="020B0604020202020204" pitchFamily="34" charset="0"/>
            </a:endParaRPr>
          </a:p>
        </p:txBody>
      </p:sp>
      <p:sp>
        <p:nvSpPr>
          <p:cNvPr id="2" name="TextBox 1">
            <a:extLst>
              <a:ext uri="{FF2B5EF4-FFF2-40B4-BE49-F238E27FC236}">
                <a16:creationId xmlns:a16="http://schemas.microsoft.com/office/drawing/2014/main" id="{6892E9DB-0257-5502-D259-A20C1F6C91CC}"/>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grpSp>
        <p:nvGrpSpPr>
          <p:cNvPr id="9" name="Group 8">
            <a:extLst>
              <a:ext uri="{FF2B5EF4-FFF2-40B4-BE49-F238E27FC236}">
                <a16:creationId xmlns:a16="http://schemas.microsoft.com/office/drawing/2014/main" id="{CC96257F-6B78-2388-5552-5CADBD7BFD58}"/>
              </a:ext>
            </a:extLst>
          </p:cNvPr>
          <p:cNvGrpSpPr/>
          <p:nvPr/>
        </p:nvGrpSpPr>
        <p:grpSpPr>
          <a:xfrm>
            <a:off x="6282615" y="2887958"/>
            <a:ext cx="6914631" cy="4773361"/>
            <a:chOff x="7414009" y="2577117"/>
            <a:chExt cx="5592194" cy="5147262"/>
          </a:xfrm>
        </p:grpSpPr>
        <p:pic>
          <p:nvPicPr>
            <p:cNvPr id="10" name="Graphic 9">
              <a:extLst>
                <a:ext uri="{FF2B5EF4-FFF2-40B4-BE49-F238E27FC236}">
                  <a16:creationId xmlns:a16="http://schemas.microsoft.com/office/drawing/2014/main" id="{149ED97A-4A51-B744-4CCB-9463187F2F19}"/>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1" name="Picture 2">
              <a:extLst>
                <a:ext uri="{FF2B5EF4-FFF2-40B4-BE49-F238E27FC236}">
                  <a16:creationId xmlns:a16="http://schemas.microsoft.com/office/drawing/2014/main" id="{D997CF3E-47D8-147C-2551-10507B098A09}"/>
                </a:ext>
              </a:extLst>
            </p:cNvPr>
            <p:cNvPicPr>
              <a:picLocks noChangeAspect="1" noChangeArrowheads="1"/>
            </p:cNvPicPr>
            <p:nvPr userDrawn="1"/>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886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Divider_Light Grey">
    <p:bg>
      <p:bgPr>
        <a:solidFill>
          <a:srgbClr val="EFF1F5"/>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8" y="2673350"/>
            <a:ext cx="7056439" cy="1795556"/>
          </a:xfrm>
        </p:spPr>
        <p:txBody>
          <a:bodyPr wrap="square" anchor="ctr">
            <a:noAutofit/>
          </a:bodyPr>
          <a:lstStyle>
            <a:lvl1pPr marL="0" marR="0" indent="0" algn="l" defTabSz="685800" rtl="0" eaLnBrk="1" fontAlgn="auto" latinLnBrk="0" hangingPunct="1">
              <a:lnSpc>
                <a:spcPct val="80000"/>
              </a:lnSpc>
              <a:spcBef>
                <a:spcPct val="0"/>
              </a:spcBef>
              <a:spcAft>
                <a:spcPts val="0"/>
              </a:spcAft>
              <a:buClrTx/>
              <a:buSzTx/>
              <a:buFontTx/>
              <a:buNone/>
              <a:tabLst/>
              <a:defRPr lang="en-US" sz="36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Divider slide title</a:t>
            </a:r>
            <a:br>
              <a:rPr lang="en-US" dirty="0"/>
            </a:br>
            <a:r>
              <a:rPr lang="en-US" dirty="0"/>
              <a:t>3 lines maximum lorem ipsum dolor sit </a:t>
            </a:r>
            <a:r>
              <a:rPr lang="en-US" dirty="0" err="1"/>
              <a:t>amet</a:t>
            </a:r>
            <a:endParaRPr lang="en-US" sz="3600" spc="-83" dirty="0">
              <a:solidFill>
                <a:srgbClr val="FFFFFE"/>
              </a:solidFill>
              <a:ea typeface="Alfabet" pitchFamily="2" charset="0"/>
              <a:cs typeface="Microsoft Sans Serif" panose="020B0604020202020204" pitchFamily="34" charset="0"/>
            </a:endParaRPr>
          </a:p>
        </p:txBody>
      </p:sp>
      <p:sp>
        <p:nvSpPr>
          <p:cNvPr id="2" name="TextBox 1">
            <a:extLst>
              <a:ext uri="{FF2B5EF4-FFF2-40B4-BE49-F238E27FC236}">
                <a16:creationId xmlns:a16="http://schemas.microsoft.com/office/drawing/2014/main" id="{6892E9DB-0257-5502-D259-A20C1F6C91CC}"/>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50000"/>
                  </a:schemeClr>
                </a:solidFill>
              </a:rPr>
              <a:t>Confidential – Qualcomm Technologies, Inc. and/or its affiliated companies – May Contain Trade Secrets</a:t>
            </a:r>
          </a:p>
        </p:txBody>
      </p:sp>
      <p:grpSp>
        <p:nvGrpSpPr>
          <p:cNvPr id="11" name="Group 10">
            <a:extLst>
              <a:ext uri="{FF2B5EF4-FFF2-40B4-BE49-F238E27FC236}">
                <a16:creationId xmlns:a16="http://schemas.microsoft.com/office/drawing/2014/main" id="{8A0F5407-4743-690C-1494-4F73F631FA88}"/>
              </a:ext>
            </a:extLst>
          </p:cNvPr>
          <p:cNvGrpSpPr/>
          <p:nvPr/>
        </p:nvGrpSpPr>
        <p:grpSpPr>
          <a:xfrm>
            <a:off x="6282615" y="2887958"/>
            <a:ext cx="6914631" cy="4773361"/>
            <a:chOff x="4711961" y="2887957"/>
            <a:chExt cx="5185973" cy="4773361"/>
          </a:xfrm>
        </p:grpSpPr>
        <p:pic>
          <p:nvPicPr>
            <p:cNvPr id="7" name="Graphic 6">
              <a:extLst>
                <a:ext uri="{FF2B5EF4-FFF2-40B4-BE49-F238E27FC236}">
                  <a16:creationId xmlns:a16="http://schemas.microsoft.com/office/drawing/2014/main" id="{15F2135C-FACD-DD54-0259-60660E588B9D}"/>
                </a:ext>
              </a:extLst>
            </p:cNvPr>
            <p:cNvPicPr>
              <a:picLocks noChangeAspect="1"/>
            </p:cNvPicPr>
            <p:nvPr userDrawn="1"/>
          </p:nvPicPr>
          <p:blipFill>
            <a:blip r:embed="rId2">
              <a:extLst>
                <a:ext uri="{96DAC541-7B7A-43D3-8B79-37D633B846F1}">
                  <asvg:svgBlip xmlns:asvg="http://schemas.microsoft.com/office/drawing/2016/SVG/main" r:embed="rId3"/>
                </a:ext>
              </a:extLst>
            </a:blip>
            <a:srcRect t="7956"/>
            <a:stretch>
              <a:fillRect/>
            </a:stretch>
          </p:blipFill>
          <p:spPr>
            <a:xfrm rot="19262939" flipV="1">
              <a:off x="4711961" y="2887957"/>
              <a:ext cx="5185973" cy="4773361"/>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10" name="Picture 2">
              <a:extLst>
                <a:ext uri="{FF2B5EF4-FFF2-40B4-BE49-F238E27FC236}">
                  <a16:creationId xmlns:a16="http://schemas.microsoft.com/office/drawing/2014/main" id="{60477C1E-36F1-611F-59E4-648FC767E3A3}"/>
                </a:ext>
              </a:extLst>
            </p:cNvPr>
            <p:cNvPicPr>
              <a:picLocks noChangeAspect="1" noChangeArrowheads="1"/>
            </p:cNvPicPr>
            <p:nvPr userDrawn="1"/>
          </p:nvPicPr>
          <p:blipFill rotWithShape="1">
            <a:blip r:embed="rId4">
              <a:extLst>
                <a:ext uri="{96DAC541-7B7A-43D3-8B79-37D633B846F1}">
                  <asvg:svgBlip xmlns:asvg="http://schemas.microsoft.com/office/drawing/2016/SVG/main" r:embed="rId5"/>
                </a:ext>
              </a:extLst>
            </a:blip>
            <a:srcRect t="-1567" b="-1567"/>
            <a:stretch/>
          </p:blipFill>
          <p:spPr bwMode="auto">
            <a:xfrm>
              <a:off x="7032181" y="4957763"/>
              <a:ext cx="834342" cy="990600"/>
            </a:xfrm>
            <a:prstGeom prst="rect">
              <a:avLst/>
            </a:prstGeom>
            <a:noFill/>
          </p:spPr>
        </p:pic>
      </p:grpSp>
    </p:spTree>
    <p:extLst>
      <p:ext uri="{BB962C8B-B14F-4D97-AF65-F5344CB8AC3E}">
        <p14:creationId xmlns:p14="http://schemas.microsoft.com/office/powerpoint/2010/main" val="16830827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3578">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hank you_Blue">
    <p:bg>
      <p:bgPr>
        <a:solidFill>
          <a:schemeClr val="accent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p:nvSpPr>
        <p:spPr bwMode="gray">
          <a:xfrm>
            <a:off x="516467" y="2435886"/>
            <a:ext cx="8725779" cy="978729"/>
          </a:xfrm>
          <a:prstGeom prst="rect">
            <a:avLst/>
          </a:prstGeom>
          <a:noFill/>
        </p:spPr>
        <p:txBody>
          <a:bodyPr wrap="square" lIns="0" tIns="0" rIns="0" bIns="0" rtlCol="0">
            <a:spAutoFit/>
          </a:bodyPr>
          <a:lstStyle/>
          <a:p>
            <a:pPr marL="0" marR="0" lvl="0" indent="0" algn="l" defTabSz="685800" rtl="0" eaLnBrk="1" fontAlgn="auto" latinLnBrk="0" hangingPunct="1">
              <a:lnSpc>
                <a:spcPct val="87000"/>
              </a:lnSpc>
              <a:spcBef>
                <a:spcPts val="0"/>
              </a:spcBef>
              <a:spcAft>
                <a:spcPts val="0"/>
              </a:spcAft>
              <a:buClrTx/>
              <a:buSzTx/>
              <a:buFontTx/>
              <a:buNone/>
              <a:tabLst/>
              <a:defRPr/>
            </a:pPr>
            <a:r>
              <a:rPr kumimoji="0" lang="en-US" sz="7200" u="none" strike="noStrike" kern="1200" cap="none" spc="-225" normalizeH="0" noProof="0" dirty="0">
                <a:ln>
                  <a:noFill/>
                </a:ln>
                <a:effectLst/>
                <a:uLnTx/>
                <a:uFillTx/>
                <a:latin typeface="Aptos" panose="020B0004020202020204" pitchFamily="34" charset="0"/>
                <a:ea typeface="Alfabet" pitchFamily="2" charset="0"/>
              </a:rPr>
              <a:t>T</a:t>
            </a:r>
            <a:r>
              <a:rPr kumimoji="0" lang="en-US" sz="7200" u="none" strike="noStrike" kern="1200" cap="none" spc="-225" normalizeH="0" baseline="0" noProof="0" dirty="0">
                <a:ln>
                  <a:noFill/>
                </a:ln>
                <a:effectLst/>
                <a:uLnTx/>
                <a:uFillTx/>
                <a:latin typeface="Aptos" panose="020B0004020202020204" pitchFamily="34" charset="0"/>
                <a:ea typeface="Alfabet" pitchFamily="2" charset="0"/>
              </a:rPr>
              <a:t>h</a:t>
            </a:r>
            <a:r>
              <a:rPr kumimoji="0" lang="en-US" sz="7200" u="none" strike="noStrike" kern="1200" cap="none" spc="-450" normalizeH="0" noProof="0" dirty="0">
                <a:ln>
                  <a:noFill/>
                </a:ln>
                <a:effectLst/>
                <a:uLnTx/>
                <a:uFillTx/>
                <a:latin typeface="Aptos" panose="020B0004020202020204" pitchFamily="34" charset="0"/>
                <a:ea typeface="Alfabet" pitchFamily="2" charset="0"/>
              </a:rPr>
              <a:t>a</a:t>
            </a:r>
            <a:r>
              <a:rPr kumimoji="0" lang="en-US" sz="7200" u="none" strike="noStrike" kern="1200" cap="none" spc="-338" normalizeH="0" noProof="0" dirty="0">
                <a:ln>
                  <a:noFill/>
                </a:ln>
                <a:effectLst/>
                <a:uLnTx/>
                <a:uFillTx/>
                <a:latin typeface="Aptos" panose="020B0004020202020204" pitchFamily="34" charset="0"/>
                <a:ea typeface="Alfabet" pitchFamily="2" charset="0"/>
              </a:rPr>
              <a:t>n</a:t>
            </a:r>
            <a:r>
              <a:rPr kumimoji="0" lang="en-US" sz="7200" u="none" strike="noStrike" kern="1200" cap="none" spc="-450" normalizeH="0" noProof="0" dirty="0">
                <a:ln>
                  <a:noFill/>
                </a:ln>
                <a:effectLst/>
                <a:uLnTx/>
                <a:uFillTx/>
                <a:latin typeface="Aptos" panose="020B0004020202020204" pitchFamily="34" charset="0"/>
                <a:ea typeface="Alfabet" pitchFamily="2" charset="0"/>
              </a:rPr>
              <a:t>k  </a:t>
            </a:r>
            <a:r>
              <a:rPr kumimoji="0" lang="en-US" sz="7200" u="none" strike="noStrike" kern="1200" cap="none" spc="-60" normalizeH="0" noProof="0" dirty="0">
                <a:ln>
                  <a:noFill/>
                </a:ln>
                <a:effectLst/>
                <a:uLnTx/>
                <a:uFillTx/>
                <a:latin typeface="Aptos" panose="020B0004020202020204" pitchFamily="34" charset="0"/>
                <a:ea typeface="Alfabet" pitchFamily="2" charset="0"/>
              </a:rPr>
              <a:t>y</a:t>
            </a:r>
            <a:r>
              <a:rPr lang="en-US" sz="7200" spc="-225" dirty="0">
                <a:latin typeface="Aptos" panose="020B0004020202020204" pitchFamily="34" charset="0"/>
                <a:ea typeface="Alfabet" pitchFamily="2" charset="0"/>
              </a:rPr>
              <a:t>o</a:t>
            </a:r>
            <a:r>
              <a:rPr kumimoji="0" lang="en-US" sz="7200" u="none" strike="noStrike" kern="1200" cap="none" spc="-225" normalizeH="0" noProof="0" dirty="0">
                <a:ln>
                  <a:noFill/>
                </a:ln>
                <a:effectLst/>
                <a:uLnTx/>
                <a:uFillTx/>
                <a:latin typeface="Aptos" panose="020B0004020202020204" pitchFamily="34" charset="0"/>
                <a:ea typeface="Alfabet" pitchFamily="2" charset="0"/>
              </a:rPr>
              <a:t>u</a:t>
            </a:r>
          </a:p>
        </p:txBody>
      </p:sp>
      <p:sp>
        <p:nvSpPr>
          <p:cNvPr id="5" name="TextBox 4">
            <a:extLst>
              <a:ext uri="{FF2B5EF4-FFF2-40B4-BE49-F238E27FC236}">
                <a16:creationId xmlns:a16="http://schemas.microsoft.com/office/drawing/2014/main" id="{9AD3167D-B67D-2259-C2CB-D5F07DD61617}"/>
              </a:ext>
            </a:extLst>
          </p:cNvPr>
          <p:cNvSpPr txBox="1"/>
          <p:nvPr/>
        </p:nvSpPr>
        <p:spPr bwMode="gray">
          <a:xfrm>
            <a:off x="542662" y="4751065"/>
            <a:ext cx="5588284" cy="1046440"/>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patents are licensed by Qualcomm Incorporated. </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p:nvSpPr>
        <p:spPr bwMode="gray">
          <a:xfrm>
            <a:off x="542747" y="6100663"/>
            <a:ext cx="3127219" cy="112851"/>
          </a:xfrm>
          <a:prstGeom prst="rect">
            <a:avLst/>
          </a:prstGeom>
          <a:noFill/>
        </p:spPr>
        <p:txBody>
          <a:bodyPr wrap="square" lIns="0" tIns="0" rIns="0" bIns="0" rtlCol="0">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p:nvSpPr>
        <p:spPr>
          <a:xfrm>
            <a:off x="420096" y="6209771"/>
            <a:ext cx="4184203" cy="205184"/>
          </a:xfrm>
          <a:prstGeom prst="rect">
            <a:avLst/>
          </a:prstGeom>
          <a:noFill/>
        </p:spPr>
        <p:txBody>
          <a:bodyPr wrap="square">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For more information, visit us at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 &amp;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/blog</a:t>
            </a:r>
          </a:p>
        </p:txBody>
      </p:sp>
      <p:grpSp>
        <p:nvGrpSpPr>
          <p:cNvPr id="2" name="Group 1">
            <a:extLst>
              <a:ext uri="{FF2B5EF4-FFF2-40B4-BE49-F238E27FC236}">
                <a16:creationId xmlns:a16="http://schemas.microsoft.com/office/drawing/2014/main" id="{E4668E24-62F3-B923-4DDC-F0DCC8C44721}"/>
              </a:ext>
            </a:extLst>
          </p:cNvPr>
          <p:cNvGrpSpPr/>
          <p:nvPr/>
        </p:nvGrpSpPr>
        <p:grpSpPr>
          <a:xfrm>
            <a:off x="5715835" y="0"/>
            <a:ext cx="6476165" cy="5466080"/>
            <a:chOff x="3636852" y="0"/>
            <a:chExt cx="5507148" cy="6197600"/>
          </a:xfrm>
        </p:grpSpPr>
        <p:pic>
          <p:nvPicPr>
            <p:cNvPr id="19" name="Graphic 18">
              <a:extLst>
                <a:ext uri="{FF2B5EF4-FFF2-40B4-BE49-F238E27FC236}">
                  <a16:creationId xmlns:a16="http://schemas.microsoft.com/office/drawing/2014/main" id="{5FF1BF1B-FD32-9DA2-BF65-6EBCD6AFBADD}"/>
                </a:ext>
              </a:extLst>
            </p:cNvPr>
            <p:cNvPicPr>
              <a:picLocks noChangeAspect="1"/>
            </p:cNvPicPr>
            <p:nvPr userDrawn="1"/>
          </p:nvPicPr>
          <p:blipFill>
            <a:blip r:embed="rId2">
              <a:extLst>
                <a:ext uri="{96DAC541-7B7A-43D3-8B79-37D633B846F1}">
                  <asvg:svgBlip xmlns:asvg="http://schemas.microsoft.com/office/drawing/2016/SVG/main" r:embed="rId3"/>
                </a:ext>
              </a:extLst>
            </a:blip>
            <a:srcRect t="31605" r="39224"/>
            <a:stretch>
              <a:fillRect/>
            </a:stretch>
          </p:blipFill>
          <p:spPr>
            <a:xfrm>
              <a:off x="3636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0" name="Picture 2">
              <a:extLst>
                <a:ext uri="{FF2B5EF4-FFF2-40B4-BE49-F238E27FC236}">
                  <a16:creationId xmlns:a16="http://schemas.microsoft.com/office/drawing/2014/main" id="{38527B03-9B87-715B-D8FE-46080DB8C4FC}"/>
                </a:ext>
              </a:extLst>
            </p:cNvPr>
            <p:cNvPicPr>
              <a:picLocks noChangeAspect="1" noChangeArrowheads="1"/>
            </p:cNvPicPr>
            <p:nvPr userDrawn="1"/>
          </p:nvPicPr>
          <p:blipFill rotWithShape="1">
            <a:blip r:embed="rId4" cstate="email">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bwMode="auto">
            <a:xfrm>
              <a:off x="7847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B70E6C6E-A481-15D3-6289-CA72C0F5AD38}"/>
              </a:ext>
            </a:extLst>
          </p:cNvPr>
          <p:cNvGrpSpPr/>
          <p:nvPr/>
        </p:nvGrpSpPr>
        <p:grpSpPr>
          <a:xfrm>
            <a:off x="1293202" y="6125389"/>
            <a:ext cx="803823" cy="69053"/>
            <a:chOff x="1300130" y="6126885"/>
            <a:chExt cx="817893" cy="93682"/>
          </a:xfrm>
        </p:grpSpPr>
        <p:grpSp>
          <p:nvGrpSpPr>
            <p:cNvPr id="23" name="Group 5">
              <a:extLst>
                <a:ext uri="{FF2B5EF4-FFF2-40B4-BE49-F238E27FC236}">
                  <a16:creationId xmlns:a16="http://schemas.microsoft.com/office/drawing/2014/main" id="{2CC57315-75B3-D308-5D62-12E66D15EBF2}"/>
                </a:ext>
              </a:extLst>
            </p:cNvPr>
            <p:cNvGrpSpPr>
              <a:grpSpLocks noChangeAspect="1"/>
            </p:cNvGrpSpPr>
            <p:nvPr/>
          </p:nvGrpSpPr>
          <p:grpSpPr bwMode="gray">
            <a:xfrm>
              <a:off x="1300130" y="6126885"/>
              <a:ext cx="94798" cy="93682"/>
              <a:chOff x="3331" y="1656"/>
              <a:chExt cx="1020" cy="1008"/>
            </a:xfrm>
            <a:solidFill>
              <a:schemeClr val="tx1"/>
            </a:solidFill>
          </p:grpSpPr>
          <p:sp>
            <p:nvSpPr>
              <p:cNvPr id="32" name="Freeform 6">
                <a:extLst>
                  <a:ext uri="{FF2B5EF4-FFF2-40B4-BE49-F238E27FC236}">
                    <a16:creationId xmlns:a16="http://schemas.microsoft.com/office/drawing/2014/main" id="{B13353CA-AAD6-4D0B-F2E9-B97E02C48B6D}"/>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33" name="Freeform 7">
                <a:extLst>
                  <a:ext uri="{FF2B5EF4-FFF2-40B4-BE49-F238E27FC236}">
                    <a16:creationId xmlns:a16="http://schemas.microsoft.com/office/drawing/2014/main" id="{C3C4134E-497F-F217-78D8-336899D5BDE3}"/>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25" name="Group 4">
              <a:extLst>
                <a:ext uri="{FF2B5EF4-FFF2-40B4-BE49-F238E27FC236}">
                  <a16:creationId xmlns:a16="http://schemas.microsoft.com/office/drawing/2014/main" id="{7146BE8E-215B-B041-39A5-BF9AC81AEAC4}"/>
                </a:ext>
              </a:extLst>
            </p:cNvPr>
            <p:cNvGrpSpPr>
              <a:grpSpLocks noChangeAspect="1"/>
            </p:cNvGrpSpPr>
            <p:nvPr/>
          </p:nvGrpSpPr>
          <p:grpSpPr bwMode="auto">
            <a:xfrm>
              <a:off x="1640695" y="6127230"/>
              <a:ext cx="92914" cy="92992"/>
              <a:chOff x="2653" y="972"/>
              <a:chExt cx="2372" cy="2374"/>
            </a:xfrm>
            <a:solidFill>
              <a:schemeClr val="tx1"/>
            </a:solidFill>
          </p:grpSpPr>
          <p:sp>
            <p:nvSpPr>
              <p:cNvPr id="29" name="Freeform 5">
                <a:extLst>
                  <a:ext uri="{FF2B5EF4-FFF2-40B4-BE49-F238E27FC236}">
                    <a16:creationId xmlns:a16="http://schemas.microsoft.com/office/drawing/2014/main" id="{2A60874D-9B35-1C74-07E2-D4EC21445B0B}"/>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0" name="Freeform 6">
                <a:extLst>
                  <a:ext uri="{FF2B5EF4-FFF2-40B4-BE49-F238E27FC236}">
                    <a16:creationId xmlns:a16="http://schemas.microsoft.com/office/drawing/2014/main" id="{27DA2D57-73EA-01A8-43B1-C821B4E48057}"/>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1" name="Oval 7">
                <a:extLst>
                  <a:ext uri="{FF2B5EF4-FFF2-40B4-BE49-F238E27FC236}">
                    <a16:creationId xmlns:a16="http://schemas.microsoft.com/office/drawing/2014/main" id="{2AD1B7F2-FD63-1D9B-D151-075005967001}"/>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26" name="Graphic 25">
              <a:extLst>
                <a:ext uri="{FF2B5EF4-FFF2-40B4-BE49-F238E27FC236}">
                  <a16:creationId xmlns:a16="http://schemas.microsoft.com/office/drawing/2014/main" id="{35BCC55F-631C-3362-5B71-146E9178C0A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810838" y="6131300"/>
              <a:ext cx="122931" cy="84852"/>
            </a:xfrm>
            <a:prstGeom prst="rect">
              <a:avLst/>
            </a:prstGeom>
          </p:spPr>
        </p:pic>
        <p:pic>
          <p:nvPicPr>
            <p:cNvPr id="27" name="Graphic 26">
              <a:extLst>
                <a:ext uri="{FF2B5EF4-FFF2-40B4-BE49-F238E27FC236}">
                  <a16:creationId xmlns:a16="http://schemas.microsoft.com/office/drawing/2014/main" id="{677795D6-3632-3EE8-2E20-5A982DACD20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023789" y="6126885"/>
              <a:ext cx="94234" cy="93682"/>
            </a:xfrm>
            <a:prstGeom prst="rect">
              <a:avLst/>
            </a:prstGeom>
          </p:spPr>
        </p:pic>
        <p:pic>
          <p:nvPicPr>
            <p:cNvPr id="28" name="Graphic 27">
              <a:extLst>
                <a:ext uri="{FF2B5EF4-FFF2-40B4-BE49-F238E27FC236}">
                  <a16:creationId xmlns:a16="http://schemas.microsoft.com/office/drawing/2014/main" id="{897FA0A1-1126-A6FF-FE0B-FF5A8AE64F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476872" y="6131572"/>
              <a:ext cx="84309" cy="84309"/>
            </a:xfrm>
            <a:prstGeom prst="rect">
              <a:avLst/>
            </a:prstGeom>
          </p:spPr>
        </p:pic>
      </p:grpSp>
      <p:sp>
        <p:nvSpPr>
          <p:cNvPr id="8" name="TextBox 7">
            <a:extLst>
              <a:ext uri="{FF2B5EF4-FFF2-40B4-BE49-F238E27FC236}">
                <a16:creationId xmlns:a16="http://schemas.microsoft.com/office/drawing/2014/main" id="{1303793E-2912-211D-3D53-EDC443E1557E}"/>
              </a:ext>
            </a:extLst>
          </p:cNvPr>
          <p:cNvSpPr txBox="1"/>
          <p:nvPr/>
        </p:nvSpPr>
        <p:spPr bwMode="gray">
          <a:xfrm>
            <a:off x="542661" y="3934636"/>
            <a:ext cx="5452579" cy="654025"/>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Qualcomm and Snapdragon are trademarks or registered trademarks of Qualcomm Incorporated. </a:t>
            </a:r>
            <a:b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endParaRPr>
          </a:p>
        </p:txBody>
      </p:sp>
    </p:spTree>
    <p:extLst>
      <p:ext uri="{BB962C8B-B14F-4D97-AF65-F5344CB8AC3E}">
        <p14:creationId xmlns:p14="http://schemas.microsoft.com/office/powerpoint/2010/main" val="4248122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hank you_Qualcomm Blue">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p:nvSpPr>
        <p:spPr bwMode="gray">
          <a:xfrm>
            <a:off x="516467" y="2435886"/>
            <a:ext cx="8725779" cy="978729"/>
          </a:xfrm>
          <a:prstGeom prst="rect">
            <a:avLst/>
          </a:prstGeom>
          <a:noFill/>
        </p:spPr>
        <p:txBody>
          <a:bodyPr wrap="square" lIns="0" tIns="0" rIns="0" bIns="0" rtlCol="0">
            <a:spAutoFit/>
          </a:bodyPr>
          <a:lstStyle/>
          <a:p>
            <a:pPr marL="0" marR="0" lvl="0" indent="0" algn="l" defTabSz="685800" rtl="0" eaLnBrk="1" fontAlgn="auto" latinLnBrk="0" hangingPunct="1">
              <a:lnSpc>
                <a:spcPct val="87000"/>
              </a:lnSpc>
              <a:spcBef>
                <a:spcPts val="0"/>
              </a:spcBef>
              <a:spcAft>
                <a:spcPts val="0"/>
              </a:spcAft>
              <a:buClrTx/>
              <a:buSzTx/>
              <a:buFontTx/>
              <a:buNone/>
              <a:tabLst/>
              <a:defRPr/>
            </a:pPr>
            <a:r>
              <a:rPr kumimoji="0" lang="en-US" sz="7200" u="none" strike="noStrike" kern="1200" cap="none" spc="-225" normalizeH="0" noProof="0" dirty="0">
                <a:ln>
                  <a:noFill/>
                </a:ln>
                <a:effectLst/>
                <a:uLnTx/>
                <a:uFillTx/>
                <a:latin typeface="Aptos" panose="020B0004020202020204" pitchFamily="34" charset="0"/>
                <a:ea typeface="Alfabet" pitchFamily="2" charset="0"/>
              </a:rPr>
              <a:t>T</a:t>
            </a:r>
            <a:r>
              <a:rPr kumimoji="0" lang="en-US" sz="7200" u="none" strike="noStrike" kern="1200" cap="none" spc="-225" normalizeH="0" baseline="0" noProof="0" dirty="0">
                <a:ln>
                  <a:noFill/>
                </a:ln>
                <a:effectLst/>
                <a:uLnTx/>
                <a:uFillTx/>
                <a:latin typeface="Aptos" panose="020B0004020202020204" pitchFamily="34" charset="0"/>
                <a:ea typeface="Alfabet" pitchFamily="2" charset="0"/>
              </a:rPr>
              <a:t>h</a:t>
            </a:r>
            <a:r>
              <a:rPr kumimoji="0" lang="en-US" sz="7200" u="none" strike="noStrike" kern="1200" cap="none" spc="-450" normalizeH="0" noProof="0" dirty="0">
                <a:ln>
                  <a:noFill/>
                </a:ln>
                <a:effectLst/>
                <a:uLnTx/>
                <a:uFillTx/>
                <a:latin typeface="Aptos" panose="020B0004020202020204" pitchFamily="34" charset="0"/>
                <a:ea typeface="Alfabet" pitchFamily="2" charset="0"/>
              </a:rPr>
              <a:t>a</a:t>
            </a:r>
            <a:r>
              <a:rPr kumimoji="0" lang="en-US" sz="7200" u="none" strike="noStrike" kern="1200" cap="none" spc="-338" normalizeH="0" noProof="0" dirty="0">
                <a:ln>
                  <a:noFill/>
                </a:ln>
                <a:effectLst/>
                <a:uLnTx/>
                <a:uFillTx/>
                <a:latin typeface="Aptos" panose="020B0004020202020204" pitchFamily="34" charset="0"/>
                <a:ea typeface="Alfabet" pitchFamily="2" charset="0"/>
              </a:rPr>
              <a:t>n</a:t>
            </a:r>
            <a:r>
              <a:rPr kumimoji="0" lang="en-US" sz="7200" u="none" strike="noStrike" kern="1200" cap="none" spc="-450" normalizeH="0" noProof="0" dirty="0">
                <a:ln>
                  <a:noFill/>
                </a:ln>
                <a:effectLst/>
                <a:uLnTx/>
                <a:uFillTx/>
                <a:latin typeface="Aptos" panose="020B0004020202020204" pitchFamily="34" charset="0"/>
                <a:ea typeface="Alfabet" pitchFamily="2" charset="0"/>
              </a:rPr>
              <a:t>k  </a:t>
            </a:r>
            <a:r>
              <a:rPr kumimoji="0" lang="en-US" sz="7200" u="none" strike="noStrike" kern="1200" cap="none" spc="-60" normalizeH="0" noProof="0" dirty="0">
                <a:ln>
                  <a:noFill/>
                </a:ln>
                <a:effectLst/>
                <a:uLnTx/>
                <a:uFillTx/>
                <a:latin typeface="Aptos" panose="020B0004020202020204" pitchFamily="34" charset="0"/>
                <a:ea typeface="Alfabet" pitchFamily="2" charset="0"/>
              </a:rPr>
              <a:t>y</a:t>
            </a:r>
            <a:r>
              <a:rPr lang="en-US" sz="7200" spc="-225" dirty="0">
                <a:latin typeface="Aptos" panose="020B0004020202020204" pitchFamily="34" charset="0"/>
                <a:ea typeface="Alfabet" pitchFamily="2" charset="0"/>
              </a:rPr>
              <a:t>o</a:t>
            </a:r>
            <a:r>
              <a:rPr kumimoji="0" lang="en-US" sz="7200" u="none" strike="noStrike" kern="1200" cap="none" spc="-225" normalizeH="0" noProof="0" dirty="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p:nvSpPr>
        <p:spPr bwMode="gray">
          <a:xfrm>
            <a:off x="542661" y="3934636"/>
            <a:ext cx="5452579" cy="654025"/>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Qualcomm and Snapdragon are trademarks or registered trademarks of Qualcomm Incorporated. </a:t>
            </a:r>
            <a:b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p:nvSpPr>
        <p:spPr bwMode="gray">
          <a:xfrm>
            <a:off x="542662" y="4751065"/>
            <a:ext cx="5588284" cy="1046440"/>
          </a:xfrm>
          <a:prstGeom prst="rect">
            <a:avLst/>
          </a:prstGeom>
          <a:noFill/>
        </p:spPr>
        <p:txBody>
          <a:bodyPr wrap="square" lIns="0" tIns="0" rIns="0" bIns="0" numCol="1" spcCol="118872" rtlCol="0">
            <a:spAutoFit/>
          </a:bodyPr>
          <a:lstStyle/>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685800" rtl="0" eaLnBrk="1" fontAlgn="auto" latinLnBrk="0" hangingPunct="1">
              <a:lnSpc>
                <a:spcPct val="100000"/>
              </a:lnSpc>
              <a:spcBef>
                <a:spcPts val="300"/>
              </a:spcBef>
              <a:spcAft>
                <a:spcPts val="0"/>
              </a:spcAft>
              <a:buClrTx/>
              <a:buSzTx/>
              <a:buFontTx/>
              <a:buNone/>
              <a:tabLst/>
              <a:defRPr/>
            </a:pPr>
            <a:r>
              <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patents are licensed by Qualcomm Incorporated. </a:t>
            </a:r>
          </a:p>
          <a:p>
            <a:pPr marL="0" marR="0" lvl="0" indent="0" algn="l" defTabSz="685800" rtl="0" eaLnBrk="1" fontAlgn="auto" latinLnBrk="0" hangingPunct="1">
              <a:lnSpc>
                <a:spcPct val="100000"/>
              </a:lnSpc>
              <a:spcBef>
                <a:spcPts val="300"/>
              </a:spcBef>
              <a:spcAft>
                <a:spcPts val="0"/>
              </a:spcAft>
              <a:buClrTx/>
              <a:buSzTx/>
              <a:buFontTx/>
              <a:buNone/>
              <a:tabLst/>
              <a:defRPr/>
            </a:pPr>
            <a:endParaRPr kumimoji="0" lang="en-US" sz="70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p:nvSpPr>
        <p:spPr bwMode="gray">
          <a:xfrm>
            <a:off x="542747" y="6100663"/>
            <a:ext cx="3127219" cy="112851"/>
          </a:xfrm>
          <a:prstGeom prst="rect">
            <a:avLst/>
          </a:prstGeom>
          <a:noFill/>
        </p:spPr>
        <p:txBody>
          <a:bodyPr wrap="square" lIns="0" tIns="0" rIns="0" bIns="0" rtlCol="0">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p:nvSpPr>
        <p:spPr>
          <a:xfrm>
            <a:off x="420096" y="6209771"/>
            <a:ext cx="4184203" cy="205184"/>
          </a:xfrm>
          <a:prstGeom prst="rect">
            <a:avLst/>
          </a:prstGeom>
          <a:noFill/>
        </p:spPr>
        <p:txBody>
          <a:bodyPr wrap="square">
            <a:spAutoFit/>
          </a:bodyPr>
          <a:lstStyle/>
          <a:p>
            <a:pPr marL="0" marR="0" lvl="0" indent="0" algn="l" defTabSz="685800" rtl="0" eaLnBrk="1" fontAlgn="auto" latinLnBrk="0" hangingPunct="1">
              <a:lnSpc>
                <a:spcPct val="114000"/>
              </a:lnSpc>
              <a:spcBef>
                <a:spcPts val="0"/>
              </a:spcBef>
              <a:spcAft>
                <a:spcPts val="225"/>
              </a:spcAft>
              <a:buClrTx/>
              <a:buSzTx/>
              <a:buFontTx/>
              <a:buNone/>
              <a:tabLst/>
              <a:defRPr/>
            </a:pP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For more information, visit us at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 &amp; </a:t>
            </a:r>
            <a:r>
              <a:rPr kumimoji="0" lang="en-US" sz="675" u="none" strike="noStrike" kern="1200" cap="none" spc="0" normalizeH="0" baseline="0" noProof="0" dirty="0" err="1">
                <a:ln>
                  <a:noFill/>
                </a:ln>
                <a:effectLst/>
                <a:uLnTx/>
                <a:uFillTx/>
                <a:latin typeface="Aptos" panose="020B0004020202020204" pitchFamily="34" charset="0"/>
                <a:ea typeface="Alfabet" pitchFamily="2" charset="0"/>
                <a:cs typeface="+mn-cs"/>
              </a:rPr>
              <a:t>qualcomm.com</a:t>
            </a:r>
            <a:r>
              <a:rPr kumimoji="0" lang="en-US" sz="675" u="none" strike="noStrike" kern="1200" cap="none" spc="0" normalizeH="0" baseline="0" noProof="0" dirty="0">
                <a:ln>
                  <a:noFill/>
                </a:ln>
                <a:effectLst/>
                <a:uLnTx/>
                <a:uFillTx/>
                <a:latin typeface="Aptos" panose="020B0004020202020204" pitchFamily="34" charset="0"/>
                <a:ea typeface="Alfabet" pitchFamily="2" charset="0"/>
                <a:cs typeface="+mn-cs"/>
              </a:rPr>
              <a:t>/blog</a:t>
            </a:r>
          </a:p>
        </p:txBody>
      </p:sp>
      <p:grpSp>
        <p:nvGrpSpPr>
          <p:cNvPr id="2" name="Group 1">
            <a:extLst>
              <a:ext uri="{FF2B5EF4-FFF2-40B4-BE49-F238E27FC236}">
                <a16:creationId xmlns:a16="http://schemas.microsoft.com/office/drawing/2014/main" id="{E4668E24-62F3-B923-4DDC-F0DCC8C44721}"/>
              </a:ext>
            </a:extLst>
          </p:cNvPr>
          <p:cNvGrpSpPr/>
          <p:nvPr/>
        </p:nvGrpSpPr>
        <p:grpSpPr>
          <a:xfrm>
            <a:off x="5715835" y="0"/>
            <a:ext cx="6476165" cy="5466080"/>
            <a:chOff x="3636852" y="0"/>
            <a:chExt cx="5507148" cy="6197600"/>
          </a:xfrm>
        </p:grpSpPr>
        <p:pic>
          <p:nvPicPr>
            <p:cNvPr id="19" name="Graphic 18">
              <a:extLst>
                <a:ext uri="{FF2B5EF4-FFF2-40B4-BE49-F238E27FC236}">
                  <a16:creationId xmlns:a16="http://schemas.microsoft.com/office/drawing/2014/main" id="{5FF1BF1B-FD32-9DA2-BF65-6EBCD6AFBADD}"/>
                </a:ext>
              </a:extLst>
            </p:cNvPr>
            <p:cNvPicPr>
              <a:picLocks noChangeAspect="1"/>
            </p:cNvPicPr>
            <p:nvPr userDrawn="1"/>
          </p:nvPicPr>
          <p:blipFill>
            <a:blip r:embed="rId2">
              <a:extLst>
                <a:ext uri="{96DAC541-7B7A-43D3-8B79-37D633B846F1}">
                  <asvg:svgBlip xmlns:asvg="http://schemas.microsoft.com/office/drawing/2016/SVG/main" r:embed="rId3"/>
                </a:ext>
              </a:extLst>
            </a:blip>
            <a:srcRect t="31605" r="39224"/>
            <a:stretch>
              <a:fillRect/>
            </a:stretch>
          </p:blipFill>
          <p:spPr>
            <a:xfrm>
              <a:off x="3636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0" name="Picture 2">
              <a:extLst>
                <a:ext uri="{FF2B5EF4-FFF2-40B4-BE49-F238E27FC236}">
                  <a16:creationId xmlns:a16="http://schemas.microsoft.com/office/drawing/2014/main" id="{38527B03-9B87-715B-D8FE-46080DB8C4FC}"/>
                </a:ext>
              </a:extLst>
            </p:cNvPr>
            <p:cNvPicPr>
              <a:picLocks noChangeAspect="1" noChangeArrowheads="1"/>
            </p:cNvPicPr>
            <p:nvPr userDrawn="1"/>
          </p:nvPicPr>
          <p:blipFill rotWithShape="1">
            <a:blip r:embed="rId4" cstate="email">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p:blipFill>
          <p:spPr bwMode="auto">
            <a:xfrm>
              <a:off x="7847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B70E6C6E-A481-15D3-6289-CA72C0F5AD38}"/>
              </a:ext>
            </a:extLst>
          </p:cNvPr>
          <p:cNvGrpSpPr/>
          <p:nvPr/>
        </p:nvGrpSpPr>
        <p:grpSpPr>
          <a:xfrm>
            <a:off x="1293202" y="6125389"/>
            <a:ext cx="803823" cy="69053"/>
            <a:chOff x="1300130" y="6126885"/>
            <a:chExt cx="817893" cy="93682"/>
          </a:xfrm>
        </p:grpSpPr>
        <p:grpSp>
          <p:nvGrpSpPr>
            <p:cNvPr id="23" name="Group 5">
              <a:extLst>
                <a:ext uri="{FF2B5EF4-FFF2-40B4-BE49-F238E27FC236}">
                  <a16:creationId xmlns:a16="http://schemas.microsoft.com/office/drawing/2014/main" id="{2CC57315-75B3-D308-5D62-12E66D15EBF2}"/>
                </a:ext>
              </a:extLst>
            </p:cNvPr>
            <p:cNvGrpSpPr>
              <a:grpSpLocks noChangeAspect="1"/>
            </p:cNvGrpSpPr>
            <p:nvPr/>
          </p:nvGrpSpPr>
          <p:grpSpPr bwMode="gray">
            <a:xfrm>
              <a:off x="1300130" y="6126885"/>
              <a:ext cx="94798" cy="93682"/>
              <a:chOff x="3331" y="1656"/>
              <a:chExt cx="1020" cy="1008"/>
            </a:xfrm>
            <a:solidFill>
              <a:schemeClr val="tx1"/>
            </a:solidFill>
          </p:grpSpPr>
          <p:sp>
            <p:nvSpPr>
              <p:cNvPr id="32" name="Freeform 6">
                <a:extLst>
                  <a:ext uri="{FF2B5EF4-FFF2-40B4-BE49-F238E27FC236}">
                    <a16:creationId xmlns:a16="http://schemas.microsoft.com/office/drawing/2014/main" id="{B13353CA-AAD6-4D0B-F2E9-B97E02C48B6D}"/>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33" name="Freeform 7">
                <a:extLst>
                  <a:ext uri="{FF2B5EF4-FFF2-40B4-BE49-F238E27FC236}">
                    <a16:creationId xmlns:a16="http://schemas.microsoft.com/office/drawing/2014/main" id="{C3C4134E-497F-F217-78D8-336899D5BDE3}"/>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25" name="Group 4">
              <a:extLst>
                <a:ext uri="{FF2B5EF4-FFF2-40B4-BE49-F238E27FC236}">
                  <a16:creationId xmlns:a16="http://schemas.microsoft.com/office/drawing/2014/main" id="{7146BE8E-215B-B041-39A5-BF9AC81AEAC4}"/>
                </a:ext>
              </a:extLst>
            </p:cNvPr>
            <p:cNvGrpSpPr>
              <a:grpSpLocks noChangeAspect="1"/>
            </p:cNvGrpSpPr>
            <p:nvPr/>
          </p:nvGrpSpPr>
          <p:grpSpPr bwMode="auto">
            <a:xfrm>
              <a:off x="1640695" y="6127230"/>
              <a:ext cx="92914" cy="92992"/>
              <a:chOff x="2653" y="972"/>
              <a:chExt cx="2372" cy="2374"/>
            </a:xfrm>
            <a:solidFill>
              <a:schemeClr val="tx1"/>
            </a:solidFill>
          </p:grpSpPr>
          <p:sp>
            <p:nvSpPr>
              <p:cNvPr id="29" name="Freeform 5">
                <a:extLst>
                  <a:ext uri="{FF2B5EF4-FFF2-40B4-BE49-F238E27FC236}">
                    <a16:creationId xmlns:a16="http://schemas.microsoft.com/office/drawing/2014/main" id="{2A60874D-9B35-1C74-07E2-D4EC21445B0B}"/>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0" name="Freeform 6">
                <a:extLst>
                  <a:ext uri="{FF2B5EF4-FFF2-40B4-BE49-F238E27FC236}">
                    <a16:creationId xmlns:a16="http://schemas.microsoft.com/office/drawing/2014/main" id="{27DA2D57-73EA-01A8-43B1-C821B4E48057}"/>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31" name="Oval 7">
                <a:extLst>
                  <a:ext uri="{FF2B5EF4-FFF2-40B4-BE49-F238E27FC236}">
                    <a16:creationId xmlns:a16="http://schemas.microsoft.com/office/drawing/2014/main" id="{2AD1B7F2-FD63-1D9B-D151-075005967001}"/>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26" name="Graphic 25">
              <a:extLst>
                <a:ext uri="{FF2B5EF4-FFF2-40B4-BE49-F238E27FC236}">
                  <a16:creationId xmlns:a16="http://schemas.microsoft.com/office/drawing/2014/main" id="{35BCC55F-631C-3362-5B71-146E9178C0A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810838" y="6131300"/>
              <a:ext cx="122931" cy="84852"/>
            </a:xfrm>
            <a:prstGeom prst="rect">
              <a:avLst/>
            </a:prstGeom>
          </p:spPr>
        </p:pic>
        <p:pic>
          <p:nvPicPr>
            <p:cNvPr id="27" name="Graphic 26">
              <a:extLst>
                <a:ext uri="{FF2B5EF4-FFF2-40B4-BE49-F238E27FC236}">
                  <a16:creationId xmlns:a16="http://schemas.microsoft.com/office/drawing/2014/main" id="{677795D6-3632-3EE8-2E20-5A982DACD20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023789" y="6126885"/>
              <a:ext cx="94234" cy="93682"/>
            </a:xfrm>
            <a:prstGeom prst="rect">
              <a:avLst/>
            </a:prstGeom>
          </p:spPr>
        </p:pic>
        <p:pic>
          <p:nvPicPr>
            <p:cNvPr id="28" name="Graphic 27">
              <a:extLst>
                <a:ext uri="{FF2B5EF4-FFF2-40B4-BE49-F238E27FC236}">
                  <a16:creationId xmlns:a16="http://schemas.microsoft.com/office/drawing/2014/main" id="{897FA0A1-1126-A6FF-FE0B-FF5A8AE64F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476872" y="6131572"/>
              <a:ext cx="84309" cy="84309"/>
            </a:xfrm>
            <a:prstGeom prst="rect">
              <a:avLst/>
            </a:prstGeom>
          </p:spPr>
        </p:pic>
      </p:grpSp>
    </p:spTree>
    <p:extLst>
      <p:ext uri="{BB962C8B-B14F-4D97-AF65-F5344CB8AC3E}">
        <p14:creationId xmlns:p14="http://schemas.microsoft.com/office/powerpoint/2010/main" val="1718680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Photo+Content_Dark Blue">
    <p:bg>
      <p:bgPr>
        <a:solidFill>
          <a:schemeClr val="accent2"/>
        </a:solidFill>
        <a:effectLst/>
      </p:bgPr>
    </p:bg>
    <p:spTree>
      <p:nvGrpSpPr>
        <p:cNvPr id="1" name=""/>
        <p:cNvGrpSpPr/>
        <p:nvPr/>
      </p:nvGrpSpPr>
      <p:grpSpPr>
        <a:xfrm>
          <a:off x="0" y="0"/>
          <a:ext cx="0" cy="0"/>
          <a:chOff x="0" y="0"/>
          <a:chExt cx="0" cy="0"/>
        </a:xfrm>
      </p:grpSpPr>
      <p:sp>
        <p:nvSpPr>
          <p:cNvPr id="34" name="Text Placeholder 9">
            <a:extLst>
              <a:ext uri="{FF2B5EF4-FFF2-40B4-BE49-F238E27FC236}">
                <a16:creationId xmlns:a16="http://schemas.microsoft.com/office/drawing/2014/main" id="{C4E6416A-9559-FB3E-0BBF-7EA0AD461D64}"/>
              </a:ext>
            </a:extLst>
          </p:cNvPr>
          <p:cNvSpPr>
            <a:spLocks noGrp="1"/>
          </p:cNvSpPr>
          <p:nvPr>
            <p:ph type="body" sz="quarter" idx="14" hasCustomPrompt="1"/>
          </p:nvPr>
        </p:nvSpPr>
        <p:spPr>
          <a:xfrm>
            <a:off x="515937" y="1196977"/>
            <a:ext cx="5327651" cy="1198115"/>
          </a:xfrm>
          <a:prstGeom prst="rect">
            <a:avLst/>
          </a:prstGeo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35" name="Title 13">
            <a:extLst>
              <a:ext uri="{FF2B5EF4-FFF2-40B4-BE49-F238E27FC236}">
                <a16:creationId xmlns:a16="http://schemas.microsoft.com/office/drawing/2014/main" id="{6E52DE1D-E1C5-FA43-157D-B6DB44997581}"/>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tx2"/>
                </a:solidFill>
                <a:latin typeface="+mj-lt"/>
                <a:ea typeface="+mj-ea"/>
                <a:cs typeface="+mj-cs"/>
              </a:defRPr>
            </a:lvl1pPr>
          </a:lstStyle>
          <a:p>
            <a:r>
              <a:rPr lang="en-US"/>
              <a:t>2:1 Content &amp; Photo layout </a:t>
            </a:r>
            <a:br>
              <a:rPr lang="en-US"/>
            </a:br>
            <a:r>
              <a:rPr lang="en-US"/>
              <a:t>Title 2 lines maximum</a:t>
            </a:r>
          </a:p>
        </p:txBody>
      </p:sp>
      <p:sp>
        <p:nvSpPr>
          <p:cNvPr id="3" name="Text Placeholder 16">
            <a:extLst>
              <a:ext uri="{FF2B5EF4-FFF2-40B4-BE49-F238E27FC236}">
                <a16:creationId xmlns:a16="http://schemas.microsoft.com/office/drawing/2014/main" id="{761E5387-0FB0-19C2-FA98-97B449918263}"/>
              </a:ext>
            </a:extLst>
          </p:cNvPr>
          <p:cNvSpPr>
            <a:spLocks noGrp="1"/>
          </p:cNvSpPr>
          <p:nvPr>
            <p:ph type="body" sz="quarter" idx="15" hasCustomPrompt="1"/>
          </p:nvPr>
        </p:nvSpPr>
        <p:spPr>
          <a:xfrm>
            <a:off x="515937" y="3581401"/>
            <a:ext cx="5327651" cy="2435086"/>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0" name="Footer Placeholder 129">
            <a:extLst>
              <a:ext uri="{FF2B5EF4-FFF2-40B4-BE49-F238E27FC236}">
                <a16:creationId xmlns:a16="http://schemas.microsoft.com/office/drawing/2014/main" id="{6E955ECC-94BE-5FD6-AD77-43B7140E9EA4}"/>
              </a:ext>
            </a:extLst>
          </p:cNvPr>
          <p:cNvSpPr>
            <a:spLocks noGrp="1"/>
          </p:cNvSpPr>
          <p:nvPr>
            <p:ph type="ftr" sz="quarter" idx="22"/>
          </p:nvPr>
        </p:nvSpPr>
        <p:spPr>
          <a:xfrm>
            <a:off x="515939" y="6173304"/>
            <a:ext cx="6480175" cy="118174"/>
          </a:xfrm>
        </p:spPr>
        <p:txBody>
          <a:bodyPr/>
          <a:lstStyle>
            <a:lvl1pPr>
              <a:defRPr>
                <a:solidFill>
                  <a:schemeClr val="accent6">
                    <a:lumMod val="90000"/>
                  </a:schemeClr>
                </a:solidFill>
              </a:defRPr>
            </a:lvl1pPr>
          </a:lstStyle>
          <a:p>
            <a:endParaRPr lang="en-US"/>
          </a:p>
        </p:txBody>
      </p:sp>
      <p:sp>
        <p:nvSpPr>
          <p:cNvPr id="14" name="TextBox 13">
            <a:extLst>
              <a:ext uri="{FF2B5EF4-FFF2-40B4-BE49-F238E27FC236}">
                <a16:creationId xmlns:a16="http://schemas.microsoft.com/office/drawing/2014/main" id="{FB477151-6700-F983-29B2-C649178C3192}"/>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2" name="Picture Placeholder 1">
            <a:extLst>
              <a:ext uri="{FF2B5EF4-FFF2-40B4-BE49-F238E27FC236}">
                <a16:creationId xmlns:a16="http://schemas.microsoft.com/office/drawing/2014/main" id="{45F4A6D6-29D5-2277-FDC4-F50124D668D7}"/>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Tree>
    <p:extLst>
      <p:ext uri="{BB962C8B-B14F-4D97-AF65-F5344CB8AC3E}">
        <p14:creationId xmlns:p14="http://schemas.microsoft.com/office/powerpoint/2010/main" val="3881824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4Contents_Dark Blue">
    <p:bg>
      <p:bgPr>
        <a:solidFill>
          <a:schemeClr val="accent2"/>
        </a:solidFill>
        <a:effectLst/>
      </p:bgPr>
    </p:bg>
    <p:spTree>
      <p:nvGrpSpPr>
        <p:cNvPr id="1" name=""/>
        <p:cNvGrpSpPr/>
        <p:nvPr/>
      </p:nvGrpSpPr>
      <p:grpSpPr>
        <a:xfrm>
          <a:off x="0" y="0"/>
          <a:ext cx="0" cy="0"/>
          <a:chOff x="0" y="0"/>
          <a:chExt cx="0" cy="0"/>
        </a:xfrm>
      </p:grpSpPr>
      <p:sp>
        <p:nvSpPr>
          <p:cNvPr id="121" name="Title 120">
            <a:extLst>
              <a:ext uri="{FF2B5EF4-FFF2-40B4-BE49-F238E27FC236}">
                <a16:creationId xmlns:a16="http://schemas.microsoft.com/office/drawing/2014/main" id="{69A0FF75-14D8-E32A-7063-C9748A3C9F91}"/>
              </a:ext>
            </a:extLst>
          </p:cNvPr>
          <p:cNvSpPr>
            <a:spLocks noGrp="1"/>
          </p:cNvSpPr>
          <p:nvPr>
            <p:ph type="title" hasCustomPrompt="1"/>
          </p:nvPr>
        </p:nvSpPr>
        <p:spPr>
          <a:xfrm>
            <a:off x="515939" y="2795081"/>
            <a:ext cx="3556709" cy="1294408"/>
          </a:xfrm>
        </p:spPr>
        <p:txBody>
          <a:bodyPr anchor="ctr"/>
          <a:lstStyle>
            <a:lvl1pPr algn="l" defTabSz="685800" rtl="0" eaLnBrk="1" latinLnBrk="0" hangingPunct="1">
              <a:lnSpc>
                <a:spcPct val="85000"/>
              </a:lnSpc>
              <a:spcBef>
                <a:spcPct val="0"/>
              </a:spcBef>
              <a:buNone/>
              <a:defRPr lang="en-US" sz="2100" kern="2000" spc="-38" baseline="0" dirty="0">
                <a:solidFill>
                  <a:schemeClr val="tx2"/>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3" name="Picture Placeholder 2">
            <a:extLst>
              <a:ext uri="{FF2B5EF4-FFF2-40B4-BE49-F238E27FC236}">
                <a16:creationId xmlns:a16="http://schemas.microsoft.com/office/drawing/2014/main" id="{F0B8F96D-FD44-F171-A9D8-DBDAC78FC8E4}"/>
              </a:ext>
            </a:extLst>
          </p:cNvPr>
          <p:cNvSpPr>
            <a:spLocks noGrp="1"/>
          </p:cNvSpPr>
          <p:nvPr>
            <p:ph type="pic" sz="quarter" idx="23" hasCustomPrompt="1"/>
          </p:nvPr>
        </p:nvSpPr>
        <p:spPr>
          <a:xfrm>
            <a:off x="4914400" y="691210"/>
            <a:ext cx="1012800" cy="759113"/>
          </a:xfrm>
          <a:prstGeom prst="rect">
            <a:avLst/>
          </a:prstGeom>
        </p:spPr>
        <p:txBody>
          <a:bodyPr lIns="144000"/>
          <a:lstStyle>
            <a:lvl1pPr marL="0" indent="0">
              <a:buNone/>
              <a:defRPr sz="1050"/>
            </a:lvl1pPr>
          </a:lstStyle>
          <a:p>
            <a:r>
              <a:rPr lang="en-US"/>
              <a:t>Icon</a:t>
            </a:r>
          </a:p>
        </p:txBody>
      </p:sp>
      <p:sp>
        <p:nvSpPr>
          <p:cNvPr id="7" name="Text Placeholder 22">
            <a:extLst>
              <a:ext uri="{FF2B5EF4-FFF2-40B4-BE49-F238E27FC236}">
                <a16:creationId xmlns:a16="http://schemas.microsoft.com/office/drawing/2014/main" id="{540F481F-27E2-9596-6618-0167AE789EB7}"/>
              </a:ext>
            </a:extLst>
          </p:cNvPr>
          <p:cNvSpPr>
            <a:spLocks noGrp="1"/>
          </p:cNvSpPr>
          <p:nvPr>
            <p:ph type="body" sz="quarter" idx="13" hasCustomPrompt="1"/>
          </p:nvPr>
        </p:nvSpPr>
        <p:spPr>
          <a:xfrm>
            <a:off x="6315479" y="699926"/>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1" name="Text Placeholder 16">
            <a:extLst>
              <a:ext uri="{FF2B5EF4-FFF2-40B4-BE49-F238E27FC236}">
                <a16:creationId xmlns:a16="http://schemas.microsoft.com/office/drawing/2014/main" id="{5AD3B09A-9879-9D06-43BD-4EA317213C47}"/>
              </a:ext>
            </a:extLst>
          </p:cNvPr>
          <p:cNvSpPr>
            <a:spLocks noGrp="1"/>
          </p:cNvSpPr>
          <p:nvPr>
            <p:ph type="body" sz="quarter" idx="15" hasCustomPrompt="1"/>
          </p:nvPr>
        </p:nvSpPr>
        <p:spPr>
          <a:xfrm>
            <a:off x="6315479" y="101917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 name="Picture Placeholder 2">
            <a:extLst>
              <a:ext uri="{FF2B5EF4-FFF2-40B4-BE49-F238E27FC236}">
                <a16:creationId xmlns:a16="http://schemas.microsoft.com/office/drawing/2014/main" id="{A9FF6113-EF3A-1576-D73C-A52A121FAB1C}"/>
              </a:ext>
            </a:extLst>
          </p:cNvPr>
          <p:cNvSpPr>
            <a:spLocks noGrp="1"/>
          </p:cNvSpPr>
          <p:nvPr>
            <p:ph type="pic" sz="quarter" idx="24" hasCustomPrompt="1"/>
          </p:nvPr>
        </p:nvSpPr>
        <p:spPr>
          <a:xfrm>
            <a:off x="4914400" y="2138785"/>
            <a:ext cx="1012800" cy="759113"/>
          </a:xfrm>
          <a:prstGeom prst="rect">
            <a:avLst/>
          </a:prstGeom>
        </p:spPr>
        <p:txBody>
          <a:bodyPr lIns="144000"/>
          <a:lstStyle>
            <a:lvl1pPr marL="0" indent="0">
              <a:buNone/>
              <a:defRPr sz="1050"/>
            </a:lvl1pPr>
          </a:lstStyle>
          <a:p>
            <a:r>
              <a:rPr lang="en-US"/>
              <a:t>Icon</a:t>
            </a:r>
          </a:p>
        </p:txBody>
      </p:sp>
      <p:sp>
        <p:nvSpPr>
          <p:cNvPr id="8" name="Text Placeholder 22">
            <a:extLst>
              <a:ext uri="{FF2B5EF4-FFF2-40B4-BE49-F238E27FC236}">
                <a16:creationId xmlns:a16="http://schemas.microsoft.com/office/drawing/2014/main" id="{0D18EACE-127B-6B06-AD25-4A2241813BAF}"/>
              </a:ext>
            </a:extLst>
          </p:cNvPr>
          <p:cNvSpPr>
            <a:spLocks noGrp="1"/>
          </p:cNvSpPr>
          <p:nvPr>
            <p:ph type="body" sz="quarter" idx="16" hasCustomPrompt="1"/>
          </p:nvPr>
        </p:nvSpPr>
        <p:spPr>
          <a:xfrm>
            <a:off x="6315479" y="2143616"/>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2" name="Text Placeholder 16">
            <a:extLst>
              <a:ext uri="{FF2B5EF4-FFF2-40B4-BE49-F238E27FC236}">
                <a16:creationId xmlns:a16="http://schemas.microsoft.com/office/drawing/2014/main" id="{FE68A898-D303-8D55-DAE9-354A3ADEF94C}"/>
              </a:ext>
            </a:extLst>
          </p:cNvPr>
          <p:cNvSpPr>
            <a:spLocks noGrp="1"/>
          </p:cNvSpPr>
          <p:nvPr>
            <p:ph type="body" sz="quarter" idx="17" hasCustomPrompt="1"/>
          </p:nvPr>
        </p:nvSpPr>
        <p:spPr>
          <a:xfrm>
            <a:off x="6315479" y="246286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2">
            <a:extLst>
              <a:ext uri="{FF2B5EF4-FFF2-40B4-BE49-F238E27FC236}">
                <a16:creationId xmlns:a16="http://schemas.microsoft.com/office/drawing/2014/main" id="{B81CC10C-2479-2172-4790-C33A7D0FDF87}"/>
              </a:ext>
            </a:extLst>
          </p:cNvPr>
          <p:cNvSpPr>
            <a:spLocks noGrp="1"/>
          </p:cNvSpPr>
          <p:nvPr>
            <p:ph type="pic" sz="quarter" idx="25" hasCustomPrompt="1"/>
          </p:nvPr>
        </p:nvSpPr>
        <p:spPr>
          <a:xfrm>
            <a:off x="4914400" y="3586360"/>
            <a:ext cx="1012800" cy="759113"/>
          </a:xfrm>
          <a:prstGeom prst="rect">
            <a:avLst/>
          </a:prstGeom>
        </p:spPr>
        <p:txBody>
          <a:bodyPr lIns="144000"/>
          <a:lstStyle>
            <a:lvl1pPr marL="0" indent="0">
              <a:buNone/>
              <a:defRPr sz="1050"/>
            </a:lvl1pPr>
          </a:lstStyle>
          <a:p>
            <a:r>
              <a:rPr lang="en-US"/>
              <a:t>Icon</a:t>
            </a:r>
          </a:p>
        </p:txBody>
      </p:sp>
      <p:sp>
        <p:nvSpPr>
          <p:cNvPr id="9" name="Text Placeholder 22">
            <a:extLst>
              <a:ext uri="{FF2B5EF4-FFF2-40B4-BE49-F238E27FC236}">
                <a16:creationId xmlns:a16="http://schemas.microsoft.com/office/drawing/2014/main" id="{9D4E19AD-AAFC-4CA9-0DD1-B7CB4DF0A72F}"/>
              </a:ext>
            </a:extLst>
          </p:cNvPr>
          <p:cNvSpPr>
            <a:spLocks noGrp="1"/>
          </p:cNvSpPr>
          <p:nvPr>
            <p:ph type="body" sz="quarter" idx="18" hasCustomPrompt="1"/>
          </p:nvPr>
        </p:nvSpPr>
        <p:spPr>
          <a:xfrm>
            <a:off x="6315479" y="3587072"/>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3" name="Text Placeholder 16">
            <a:extLst>
              <a:ext uri="{FF2B5EF4-FFF2-40B4-BE49-F238E27FC236}">
                <a16:creationId xmlns:a16="http://schemas.microsoft.com/office/drawing/2014/main" id="{EA88F319-A94C-7FA8-D23A-48F40D533176}"/>
              </a:ext>
            </a:extLst>
          </p:cNvPr>
          <p:cNvSpPr>
            <a:spLocks noGrp="1"/>
          </p:cNvSpPr>
          <p:nvPr>
            <p:ph type="body" sz="quarter" idx="19" hasCustomPrompt="1"/>
          </p:nvPr>
        </p:nvSpPr>
        <p:spPr>
          <a:xfrm>
            <a:off x="6315479" y="3906322"/>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2">
            <a:extLst>
              <a:ext uri="{FF2B5EF4-FFF2-40B4-BE49-F238E27FC236}">
                <a16:creationId xmlns:a16="http://schemas.microsoft.com/office/drawing/2014/main" id="{36FDE296-B561-8BFB-75AC-DF9E526B6014}"/>
              </a:ext>
            </a:extLst>
          </p:cNvPr>
          <p:cNvSpPr>
            <a:spLocks noGrp="1"/>
          </p:cNvSpPr>
          <p:nvPr>
            <p:ph type="pic" sz="quarter" idx="26" hasCustomPrompt="1"/>
          </p:nvPr>
        </p:nvSpPr>
        <p:spPr>
          <a:xfrm>
            <a:off x="4914400" y="5033935"/>
            <a:ext cx="1012800" cy="759113"/>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D992648B-AB2D-7A33-2295-0C1C75B319F2}"/>
              </a:ext>
            </a:extLst>
          </p:cNvPr>
          <p:cNvSpPr>
            <a:spLocks noGrp="1"/>
          </p:cNvSpPr>
          <p:nvPr>
            <p:ph type="body" sz="quarter" idx="20" hasCustomPrompt="1"/>
          </p:nvPr>
        </p:nvSpPr>
        <p:spPr>
          <a:xfrm>
            <a:off x="6315479" y="5021238"/>
            <a:ext cx="5360055" cy="263149"/>
          </a:xfrm>
          <a:prstGeom prst="rect">
            <a:avLst/>
          </a:prstGeom>
        </p:spPr>
        <p:txBody>
          <a:bodyPr wrap="square" anchor="b">
            <a:noAutofit/>
          </a:bodyPr>
          <a:lstStyle>
            <a:lvl1pPr marL="0" indent="0">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4" name="Text Placeholder 16">
            <a:extLst>
              <a:ext uri="{FF2B5EF4-FFF2-40B4-BE49-F238E27FC236}">
                <a16:creationId xmlns:a16="http://schemas.microsoft.com/office/drawing/2014/main" id="{650DFDAE-2409-3A42-4F81-05073BC1CAE7}"/>
              </a:ext>
            </a:extLst>
          </p:cNvPr>
          <p:cNvSpPr>
            <a:spLocks noGrp="1"/>
          </p:cNvSpPr>
          <p:nvPr>
            <p:ph type="body" sz="quarter" idx="21" hasCustomPrompt="1"/>
          </p:nvPr>
        </p:nvSpPr>
        <p:spPr>
          <a:xfrm>
            <a:off x="6315479" y="5340487"/>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42" name="Footer Placeholder 2">
            <a:extLst>
              <a:ext uri="{FF2B5EF4-FFF2-40B4-BE49-F238E27FC236}">
                <a16:creationId xmlns:a16="http://schemas.microsoft.com/office/drawing/2014/main" id="{920B862D-804D-E51A-93CC-90FE3076AA3F}"/>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spTree>
    <p:extLst>
      <p:ext uri="{BB962C8B-B14F-4D97-AF65-F5344CB8AC3E}">
        <p14:creationId xmlns:p14="http://schemas.microsoft.com/office/powerpoint/2010/main" val="369759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192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wo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Two column layout</a:t>
            </a:r>
            <a:br>
              <a:rPr lang="en-US" dirty="0"/>
            </a:br>
            <a:r>
              <a:rPr lang="en-US" dirty="0"/>
              <a:t>Title 2 lines maximum</a:t>
            </a:r>
            <a:endParaRPr lang="en-CA" dirty="0"/>
          </a:p>
        </p:txBody>
      </p:sp>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08800" cy="835024"/>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2303014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hree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Three column layout</a:t>
            </a:r>
            <a:br>
              <a:rPr lang="en-US" dirty="0"/>
            </a:br>
            <a:r>
              <a:rPr lang="en-US" dirty="0"/>
              <a:t>Title 2 lines maximum</a:t>
            </a:r>
            <a:endParaRPr lang="en-CA" dirty="0"/>
          </a:p>
        </p:txBody>
      </p:sp>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a:prstGeom prst="rect">
            <a:avLst/>
          </a:prstGeom>
        </p:spPr>
        <p:txBody>
          <a:bodyPr lIns="144000"/>
          <a:lstStyle>
            <a:lvl1pPr marL="0" indent="0">
              <a:buNone/>
              <a:defRPr sz="105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a:prstGeom prst="rect">
            <a:avLst/>
          </a:prstGeo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23746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Four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a:prstGeom prst="rect">
            <a:avLst/>
          </a:prstGeo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a:prstGeom prst="rect">
            <a:avLst/>
          </a:prstGeo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02924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wo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6467"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3308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hree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163285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Four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Four column layout</a:t>
            </a:r>
            <a:br>
              <a:rPr lang="en-US" dirty="0"/>
            </a:br>
            <a:r>
              <a:rPr lang="en-US" dirty="0"/>
              <a:t>Title 2 lines maximum</a:t>
            </a:r>
            <a:endParaRPr lang="en-CA" dirty="0"/>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395881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Quote_Dark Blue">
    <p:bg>
      <p:bgPr>
        <a:solidFill>
          <a:schemeClr val="accent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739A76-C8B6-CADD-ACBA-17389E4E17CB}"/>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F16C6448-AB08-7665-09DF-C32961CFFB7A}"/>
              </a:ext>
            </a:extLst>
          </p:cNvPr>
          <p:cNvSpPr>
            <a:spLocks noGrp="1"/>
          </p:cNvSpPr>
          <p:nvPr>
            <p:ph type="ftr" sz="quarter" idx="14"/>
          </p:nvPr>
        </p:nvSpPr>
        <p:spPr/>
        <p:txBody>
          <a:bodyPr/>
          <a:lstStyle/>
          <a:p>
            <a:endParaRPr lang="en-US"/>
          </a:p>
        </p:txBody>
      </p:sp>
      <p:sp>
        <p:nvSpPr>
          <p:cNvPr id="3" name="Title 11">
            <a:extLst>
              <a:ext uri="{FF2B5EF4-FFF2-40B4-BE49-F238E27FC236}">
                <a16:creationId xmlns:a16="http://schemas.microsoft.com/office/drawing/2014/main" id="{A7CB53CE-C802-1D1F-D426-1D077D759B89}"/>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4" name="Text Placeholder 22">
            <a:extLst>
              <a:ext uri="{FF2B5EF4-FFF2-40B4-BE49-F238E27FC236}">
                <a16:creationId xmlns:a16="http://schemas.microsoft.com/office/drawing/2014/main" id="{28246C9E-6E9B-618C-D7F7-08D1FC30E817}"/>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Tree>
    <p:extLst>
      <p:ext uri="{BB962C8B-B14F-4D97-AF65-F5344CB8AC3E}">
        <p14:creationId xmlns:p14="http://schemas.microsoft.com/office/powerpoint/2010/main" val="9723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p:cSld name="50/50 Title+Subtitle+Content_Dark Blue">
    <p:bg>
      <p:bgRef idx="1001">
        <a:schemeClr val="bg2"/>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tx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2" name="TextBox 1">
            <a:extLst>
              <a:ext uri="{FF2B5EF4-FFF2-40B4-BE49-F238E27FC236}">
                <a16:creationId xmlns:a16="http://schemas.microsoft.com/office/drawing/2014/main" id="{1EA46947-10E6-0C5D-E261-25B7344F9B24}"/>
              </a:ext>
            </a:extLst>
          </p:cNvPr>
          <p:cNvSpPr txBox="1"/>
          <p:nvPr/>
        </p:nvSpPr>
        <p:spPr>
          <a:xfrm>
            <a:off x="6773076" y="6424867"/>
            <a:ext cx="4765549" cy="88614"/>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algn="r" defTabSz="514350" rtl="0" eaLnBrk="1" latinLnBrk="0" hangingPunct="1">
              <a:lnSpc>
                <a:spcPct val="96000"/>
              </a:lnSpc>
              <a:spcBef>
                <a:spcPts val="0"/>
              </a:spcBef>
              <a:spcAft>
                <a:spcPts val="169"/>
              </a:spcAft>
              <a:buClr>
                <a:srgbClr val="3253DC"/>
              </a:buClr>
              <a:buFont typeface="Arial" panose="020B0604020202020204" pitchFamily="34" charset="0"/>
              <a:buNone/>
            </a:pPr>
            <a:r>
              <a:rPr lang="en-US" sz="600" kern="1200" baseline="0" dirty="0">
                <a:solidFill>
                  <a:schemeClr val="tx1"/>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0592451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2/1 Title+Subtitle+Content_Dark Blue">
    <p:bg>
      <p:bgRef idx="1001">
        <a:schemeClr val="bg2"/>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tx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8640233" y="6338049"/>
            <a:ext cx="2898392"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tx1"/>
                </a:solidFill>
              </a:rPr>
              <a:t>Confidential – Qualcomm Technologies, Inc. and/or its affiliated companies – May Contain Trade Secrets</a:t>
            </a:r>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23700776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Content_Dark Blue">
    <p:bg>
      <p:bgRef idx="1001">
        <a:schemeClr val="bg2"/>
      </p:bgRef>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8" y="449564"/>
            <a:ext cx="11160127" cy="621665"/>
          </a:xfrm>
        </p:spPr>
        <p:txBody>
          <a:bodyPr/>
          <a:lstStyle>
            <a:lvl1pPr>
              <a:defRPr>
                <a:solidFill>
                  <a:schemeClr val="tx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6359648" cy="118174"/>
          </a:xfrm>
        </p:spPr>
        <p:txBody>
          <a:bodyPr vert="horz" wrap="square" lIns="0" tIns="0" rIns="0" bIns="0" rtlCol="0" anchor="b">
            <a:noAutofit/>
          </a:bodyPr>
          <a:lstStyle>
            <a:lvl1pPr>
              <a:defRPr lang="en-CA" dirty="0"/>
            </a:lvl1pPr>
          </a:lstStyle>
          <a:p>
            <a:endParaRPr lang="en-US"/>
          </a:p>
        </p:txBody>
      </p:sp>
    </p:spTree>
    <p:extLst>
      <p:ext uri="{BB962C8B-B14F-4D97-AF65-F5344CB8AC3E}">
        <p14:creationId xmlns:p14="http://schemas.microsoft.com/office/powerpoint/2010/main" val="22187697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Subtitle+Content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vert="horz" wrap="square" lIns="0" tIns="0" rIns="0" bIns="0" rtlCol="0" anchor="b">
            <a:noAutofit/>
          </a:bodyPr>
          <a:lstStyle>
            <a:lvl1pPr>
              <a:defRPr lang="en-CA"/>
            </a:lvl1pPr>
          </a:lstStyle>
          <a:p>
            <a:endParaRPr lang="en-US"/>
          </a:p>
        </p:txBody>
      </p:sp>
      <p:sp>
        <p:nvSpPr>
          <p:cNvPr id="8" name="Title 2">
            <a:extLst>
              <a:ext uri="{FF2B5EF4-FFF2-40B4-BE49-F238E27FC236}">
                <a16:creationId xmlns:a16="http://schemas.microsoft.com/office/drawing/2014/main" id="{AD7A4F5C-3845-3582-1596-405479630BA0}"/>
              </a:ext>
            </a:extLst>
          </p:cNvPr>
          <p:cNvSpPr>
            <a:spLocks noGrp="1"/>
          </p:cNvSpPr>
          <p:nvPr>
            <p:ph type="title" hasCustomPrompt="1"/>
          </p:nvPr>
        </p:nvSpPr>
        <p:spPr>
          <a:xfrm>
            <a:off x="515938" y="449564"/>
            <a:ext cx="11160127" cy="621665"/>
          </a:xfrm>
        </p:spPr>
        <p:txBody>
          <a:bodyPr/>
          <a:lstStyle>
            <a:lvl1pPr>
              <a:defRPr>
                <a:solidFill>
                  <a:schemeClr val="tx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1E4A345E-FD24-E8F7-6379-B92F87882AE4}"/>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Text Placeholder 5">
            <a:extLst>
              <a:ext uri="{FF2B5EF4-FFF2-40B4-BE49-F238E27FC236}">
                <a16:creationId xmlns:a16="http://schemas.microsoft.com/office/drawing/2014/main" id="{F11B0188-DB87-61AD-7160-CCFACEC8A242}"/>
              </a:ext>
            </a:extLst>
          </p:cNvPr>
          <p:cNvSpPr>
            <a:spLocks noGrp="1"/>
          </p:cNvSpPr>
          <p:nvPr>
            <p:ph type="body" sz="quarter" idx="12" hasCustomPrompt="1"/>
          </p:nvPr>
        </p:nvSpPr>
        <p:spPr>
          <a:xfrm>
            <a:off x="516467" y="1097026"/>
            <a:ext cx="11159067"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1035710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Blank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6D27F9-CF30-5B0A-BEC1-BF74B6CB4CB7}"/>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975639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Photo+Content_Black">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B69D9101-5103-BD0B-DC2D-41CB0A78D249}"/>
              </a:ext>
            </a:extLst>
          </p:cNvPr>
          <p:cNvSpPr>
            <a:spLocks noGrp="1"/>
          </p:cNvSpPr>
          <p:nvPr>
            <p:ph type="body" sz="quarter" idx="14" hasCustomPrompt="1"/>
          </p:nvPr>
        </p:nvSpPr>
        <p:spPr>
          <a:xfrm>
            <a:off x="515937" y="1196977"/>
            <a:ext cx="5327651" cy="1198115"/>
          </a:xfrm>
          <a:prstGeom prst="rect">
            <a:avLst/>
          </a:prstGeo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4" name="Title 13">
            <a:extLst>
              <a:ext uri="{FF2B5EF4-FFF2-40B4-BE49-F238E27FC236}">
                <a16:creationId xmlns:a16="http://schemas.microsoft.com/office/drawing/2014/main" id="{9C2E6A67-498D-55F2-44A0-AEB73181C1F5}"/>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tx1"/>
                </a:solidFill>
                <a:latin typeface="+mj-lt"/>
                <a:ea typeface="+mj-ea"/>
                <a:cs typeface="+mj-cs"/>
              </a:defRPr>
            </a:lvl1pPr>
          </a:lstStyle>
          <a:p>
            <a:r>
              <a:rPr lang="en-US"/>
              <a:t>2:1 Content &amp; Photo layout </a:t>
            </a:r>
            <a:br>
              <a:rPr lang="en-US"/>
            </a:br>
            <a:r>
              <a:rPr lang="en-US"/>
              <a:t>Title 2 lines maximum</a:t>
            </a:r>
          </a:p>
        </p:txBody>
      </p:sp>
      <p:sp>
        <p:nvSpPr>
          <p:cNvPr id="5" name="Text Placeholder 16">
            <a:extLst>
              <a:ext uri="{FF2B5EF4-FFF2-40B4-BE49-F238E27FC236}">
                <a16:creationId xmlns:a16="http://schemas.microsoft.com/office/drawing/2014/main" id="{567A0B54-1429-39DB-5A18-7783AC1134DD}"/>
              </a:ext>
            </a:extLst>
          </p:cNvPr>
          <p:cNvSpPr>
            <a:spLocks noGrp="1"/>
          </p:cNvSpPr>
          <p:nvPr>
            <p:ph type="body" sz="quarter" idx="15" hasCustomPrompt="1"/>
          </p:nvPr>
        </p:nvSpPr>
        <p:spPr>
          <a:xfrm>
            <a:off x="515937" y="3581401"/>
            <a:ext cx="5327651" cy="2435086"/>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Footer Placeholder 129">
            <a:extLst>
              <a:ext uri="{FF2B5EF4-FFF2-40B4-BE49-F238E27FC236}">
                <a16:creationId xmlns:a16="http://schemas.microsoft.com/office/drawing/2014/main" id="{8D80928B-7E3D-8479-1AC2-7A221DBC66EF}"/>
              </a:ext>
            </a:extLst>
          </p:cNvPr>
          <p:cNvSpPr>
            <a:spLocks noGrp="1"/>
          </p:cNvSpPr>
          <p:nvPr>
            <p:ph type="ftr" sz="quarter" idx="22"/>
          </p:nvPr>
        </p:nvSpPr>
        <p:spPr>
          <a:xfrm>
            <a:off x="515939" y="6173304"/>
            <a:ext cx="6480175" cy="118174"/>
          </a:xfrm>
        </p:spPr>
        <p:txBody>
          <a:bodyPr/>
          <a:lstStyle>
            <a:lvl1pPr>
              <a:defRPr>
                <a:solidFill>
                  <a:schemeClr val="accent6">
                    <a:lumMod val="90000"/>
                  </a:schemeClr>
                </a:solidFill>
              </a:defRPr>
            </a:lvl1pPr>
          </a:lstStyle>
          <a:p>
            <a:endParaRPr lang="en-US"/>
          </a:p>
        </p:txBody>
      </p:sp>
      <p:sp>
        <p:nvSpPr>
          <p:cNvPr id="34" name="TextBox 33">
            <a:extLst>
              <a:ext uri="{FF2B5EF4-FFF2-40B4-BE49-F238E27FC236}">
                <a16:creationId xmlns:a16="http://schemas.microsoft.com/office/drawing/2014/main" id="{7F3D7402-E0CE-0143-D338-79309FAA2D22}"/>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90000"/>
                  </a:schemeClr>
                </a:solidFill>
              </a:rPr>
              <a:t>Confidential – Qualcomm Technologies, Inc. and/or its affiliated companies – May Contain Trade Secrets</a:t>
            </a:r>
          </a:p>
        </p:txBody>
      </p:sp>
      <p:sp>
        <p:nvSpPr>
          <p:cNvPr id="40" name="Picture Placeholder 39">
            <a:extLst>
              <a:ext uri="{FF2B5EF4-FFF2-40B4-BE49-F238E27FC236}">
                <a16:creationId xmlns:a16="http://schemas.microsoft.com/office/drawing/2014/main" id="{016EEAD9-03EE-0181-A5CE-E3322B07D414}"/>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tx2"/>
                </a:solidFill>
                <a:latin typeface="+mj-lt"/>
                <a:ea typeface="+mn-ea"/>
                <a:cs typeface="+mn-cs"/>
              </a:defRPr>
            </a:lvl1pPr>
          </a:lstStyle>
          <a:p>
            <a:r>
              <a:rPr lang="en-US"/>
              <a:t>Click the icon to insert photo</a:t>
            </a:r>
          </a:p>
        </p:txBody>
      </p:sp>
    </p:spTree>
    <p:extLst>
      <p:ext uri="{BB962C8B-B14F-4D97-AF65-F5344CB8AC3E}">
        <p14:creationId xmlns:p14="http://schemas.microsoft.com/office/powerpoint/2010/main" val="233773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4Contents_Black">
    <p:spTree>
      <p:nvGrpSpPr>
        <p:cNvPr id="1" name=""/>
        <p:cNvGrpSpPr/>
        <p:nvPr/>
      </p:nvGrpSpPr>
      <p:grpSpPr>
        <a:xfrm>
          <a:off x="0" y="0"/>
          <a:ext cx="0" cy="0"/>
          <a:chOff x="0" y="0"/>
          <a:chExt cx="0" cy="0"/>
        </a:xfrm>
      </p:grpSpPr>
      <p:sp>
        <p:nvSpPr>
          <p:cNvPr id="6" name="Title 120">
            <a:extLst>
              <a:ext uri="{FF2B5EF4-FFF2-40B4-BE49-F238E27FC236}">
                <a16:creationId xmlns:a16="http://schemas.microsoft.com/office/drawing/2014/main" id="{3276C3D4-8D41-C551-27C2-6A5602A09853}"/>
              </a:ext>
            </a:extLst>
          </p:cNvPr>
          <p:cNvSpPr>
            <a:spLocks noGrp="1"/>
          </p:cNvSpPr>
          <p:nvPr>
            <p:ph type="title" hasCustomPrompt="1"/>
          </p:nvPr>
        </p:nvSpPr>
        <p:spPr>
          <a:xfrm>
            <a:off x="515939" y="2795081"/>
            <a:ext cx="3556709" cy="1294408"/>
          </a:xfrm>
        </p:spPr>
        <p:txBody>
          <a:bodyPr anchor="ctr"/>
          <a:lstStyle>
            <a:lvl1pPr algn="l" defTabSz="685800" rtl="0" eaLnBrk="1" latinLnBrk="0" hangingPunct="1">
              <a:lnSpc>
                <a:spcPct val="85000"/>
              </a:lnSpc>
              <a:spcBef>
                <a:spcPct val="0"/>
              </a:spcBef>
              <a:buNone/>
              <a:defRPr lang="en-US" sz="2100" kern="2000" spc="-38" baseline="0" dirty="0">
                <a:solidFill>
                  <a:schemeClr val="tx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0" name="Picture Placeholder 2">
            <a:extLst>
              <a:ext uri="{FF2B5EF4-FFF2-40B4-BE49-F238E27FC236}">
                <a16:creationId xmlns:a16="http://schemas.microsoft.com/office/drawing/2014/main" id="{F553BB1F-5F28-5D3B-A5A8-60721AE4DD2D}"/>
              </a:ext>
            </a:extLst>
          </p:cNvPr>
          <p:cNvSpPr>
            <a:spLocks noGrp="1"/>
          </p:cNvSpPr>
          <p:nvPr>
            <p:ph type="pic" sz="quarter" idx="23" hasCustomPrompt="1"/>
          </p:nvPr>
        </p:nvSpPr>
        <p:spPr>
          <a:xfrm>
            <a:off x="4914400" y="691210"/>
            <a:ext cx="1012800" cy="759113"/>
          </a:xfrm>
          <a:prstGeom prst="rect">
            <a:avLst/>
          </a:prstGeom>
        </p:spPr>
        <p:txBody>
          <a:bodyPr lIns="144000"/>
          <a:lstStyle>
            <a:lvl1pPr marL="0" indent="0">
              <a:buNone/>
              <a:defRPr sz="1050"/>
            </a:lvl1pPr>
          </a:lstStyle>
          <a:p>
            <a:r>
              <a:rPr lang="en-US" dirty="0"/>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6315479" y="699926"/>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2" name="Text Placeholder 16">
            <a:extLst>
              <a:ext uri="{FF2B5EF4-FFF2-40B4-BE49-F238E27FC236}">
                <a16:creationId xmlns:a16="http://schemas.microsoft.com/office/drawing/2014/main" id="{3F0EB458-EDD6-6AD3-B1AB-24A4EA15A9FC}"/>
              </a:ext>
            </a:extLst>
          </p:cNvPr>
          <p:cNvSpPr>
            <a:spLocks noGrp="1"/>
          </p:cNvSpPr>
          <p:nvPr>
            <p:ph type="body" sz="quarter" idx="15" hasCustomPrompt="1"/>
          </p:nvPr>
        </p:nvSpPr>
        <p:spPr>
          <a:xfrm>
            <a:off x="6315479" y="101917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1" name="Picture Placeholder 2">
            <a:extLst>
              <a:ext uri="{FF2B5EF4-FFF2-40B4-BE49-F238E27FC236}">
                <a16:creationId xmlns:a16="http://schemas.microsoft.com/office/drawing/2014/main" id="{A5166B55-3C52-CF01-705A-E2BE18679F21}"/>
              </a:ext>
            </a:extLst>
          </p:cNvPr>
          <p:cNvSpPr>
            <a:spLocks noGrp="1"/>
          </p:cNvSpPr>
          <p:nvPr>
            <p:ph type="pic" sz="quarter" idx="24" hasCustomPrompt="1"/>
          </p:nvPr>
        </p:nvSpPr>
        <p:spPr>
          <a:xfrm>
            <a:off x="4914400" y="2138785"/>
            <a:ext cx="1012800" cy="759113"/>
          </a:xfrm>
          <a:prstGeom prst="rect">
            <a:avLst/>
          </a:prstGeom>
        </p:spPr>
        <p:txBody>
          <a:bodyPr lIns="144000"/>
          <a:lstStyle>
            <a:lvl1pPr marL="0" indent="0">
              <a:buNone/>
              <a:defRPr sz="105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6315479" y="2143616"/>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3" name="Text Placeholder 16">
            <a:extLst>
              <a:ext uri="{FF2B5EF4-FFF2-40B4-BE49-F238E27FC236}">
                <a16:creationId xmlns:a16="http://schemas.microsoft.com/office/drawing/2014/main" id="{FC2D4270-2921-E9A2-9D7C-4ECAF4952D88}"/>
              </a:ext>
            </a:extLst>
          </p:cNvPr>
          <p:cNvSpPr>
            <a:spLocks noGrp="1"/>
          </p:cNvSpPr>
          <p:nvPr>
            <p:ph type="body" sz="quarter" idx="17" hasCustomPrompt="1"/>
          </p:nvPr>
        </p:nvSpPr>
        <p:spPr>
          <a:xfrm>
            <a:off x="6315479" y="2462865"/>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2" name="Picture Placeholder 2">
            <a:extLst>
              <a:ext uri="{FF2B5EF4-FFF2-40B4-BE49-F238E27FC236}">
                <a16:creationId xmlns:a16="http://schemas.microsoft.com/office/drawing/2014/main" id="{D45478F2-FA52-8705-D73C-3B5C90BEA1CE}"/>
              </a:ext>
            </a:extLst>
          </p:cNvPr>
          <p:cNvSpPr>
            <a:spLocks noGrp="1"/>
          </p:cNvSpPr>
          <p:nvPr>
            <p:ph type="pic" sz="quarter" idx="25" hasCustomPrompt="1"/>
          </p:nvPr>
        </p:nvSpPr>
        <p:spPr>
          <a:xfrm>
            <a:off x="4914400" y="3586360"/>
            <a:ext cx="1012800" cy="759113"/>
          </a:xfrm>
          <a:prstGeom prst="rect">
            <a:avLst/>
          </a:prstGeom>
        </p:spPr>
        <p:txBody>
          <a:bodyPr lIns="144000"/>
          <a:lstStyle>
            <a:lvl1pPr marL="0" indent="0">
              <a:buNone/>
              <a:defRPr sz="105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6315479" y="3587072"/>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4" name="Text Placeholder 16">
            <a:extLst>
              <a:ext uri="{FF2B5EF4-FFF2-40B4-BE49-F238E27FC236}">
                <a16:creationId xmlns:a16="http://schemas.microsoft.com/office/drawing/2014/main" id="{43953901-F943-9352-2352-77D74F5FD39F}"/>
              </a:ext>
            </a:extLst>
          </p:cNvPr>
          <p:cNvSpPr>
            <a:spLocks noGrp="1"/>
          </p:cNvSpPr>
          <p:nvPr>
            <p:ph type="body" sz="quarter" idx="19" hasCustomPrompt="1"/>
          </p:nvPr>
        </p:nvSpPr>
        <p:spPr>
          <a:xfrm>
            <a:off x="6315479" y="3906322"/>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3" name="Picture Placeholder 2">
            <a:extLst>
              <a:ext uri="{FF2B5EF4-FFF2-40B4-BE49-F238E27FC236}">
                <a16:creationId xmlns:a16="http://schemas.microsoft.com/office/drawing/2014/main" id="{1BD308BA-E994-8363-C02C-E51BC3E1FF56}"/>
              </a:ext>
            </a:extLst>
          </p:cNvPr>
          <p:cNvSpPr>
            <a:spLocks noGrp="1"/>
          </p:cNvSpPr>
          <p:nvPr>
            <p:ph type="pic" sz="quarter" idx="26" hasCustomPrompt="1"/>
          </p:nvPr>
        </p:nvSpPr>
        <p:spPr>
          <a:xfrm>
            <a:off x="4914400" y="5033935"/>
            <a:ext cx="1012800" cy="759113"/>
          </a:xfrm>
          <a:prstGeom prst="rect">
            <a:avLst/>
          </a:prstGeom>
        </p:spPr>
        <p:txBody>
          <a:bodyPr lIns="144000"/>
          <a:lstStyle>
            <a:lvl1pPr marL="0" indent="0">
              <a:buNone/>
              <a:defRPr sz="105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6315479" y="5021238"/>
            <a:ext cx="5360055" cy="263149"/>
          </a:xfrm>
          <a:prstGeom prst="rect">
            <a:avLst/>
          </a:prstGeom>
        </p:spPr>
        <p:txBody>
          <a:bodyPr wrap="square" anchor="b">
            <a:noAutofit/>
          </a:bodyPr>
          <a:lstStyle>
            <a:lvl1pPr marL="0" indent="0">
              <a:spcBef>
                <a:spcPts val="0"/>
              </a:spcBef>
              <a:spcAft>
                <a:spcPts val="30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79788385-4F41-23CE-C80D-DBA35A324839}"/>
              </a:ext>
            </a:extLst>
          </p:cNvPr>
          <p:cNvSpPr>
            <a:spLocks noGrp="1"/>
          </p:cNvSpPr>
          <p:nvPr>
            <p:ph type="body" sz="quarter" idx="21" hasCustomPrompt="1"/>
          </p:nvPr>
        </p:nvSpPr>
        <p:spPr>
          <a:xfrm>
            <a:off x="6315479" y="5340487"/>
            <a:ext cx="5360055" cy="600164"/>
          </a:xfrm>
          <a:prstGeom prst="rect">
            <a:avLst/>
          </a:prstGeo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9" name="TextBox 8">
            <a:extLst>
              <a:ext uri="{FF2B5EF4-FFF2-40B4-BE49-F238E27FC236}">
                <a16:creationId xmlns:a16="http://schemas.microsoft.com/office/drawing/2014/main" id="{2B352B48-B98A-418B-8943-940ABA2B2152}"/>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7" name="Footer Placeholder 6">
            <a:extLst>
              <a:ext uri="{FF2B5EF4-FFF2-40B4-BE49-F238E27FC236}">
                <a16:creationId xmlns:a16="http://schemas.microsoft.com/office/drawing/2014/main" id="{F8DFBB3D-0AE5-69F5-A9EF-C49A7246D3AF}"/>
              </a:ext>
            </a:extLst>
          </p:cNvPr>
          <p:cNvSpPr>
            <a:spLocks noGrp="1"/>
          </p:cNvSpPr>
          <p:nvPr>
            <p:ph type="ftr" sz="quarter" idx="27"/>
          </p:nvPr>
        </p:nvSpPr>
        <p:spPr/>
        <p:txBody>
          <a:bodyPr/>
          <a:lstStyle/>
          <a:p>
            <a:endParaRPr lang="en-US"/>
          </a:p>
        </p:txBody>
      </p:sp>
    </p:spTree>
    <p:extLst>
      <p:ext uri="{BB962C8B-B14F-4D97-AF65-F5344CB8AC3E}">
        <p14:creationId xmlns:p14="http://schemas.microsoft.com/office/powerpoint/2010/main" val="2070121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192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wo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13600" cy="835024"/>
          </a:xfrm>
          <a:prstGeom prst="rect">
            <a:avLst/>
          </a:prstGeo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13600" cy="835024"/>
          </a:xfrm>
          <a:prstGeom prst="rect">
            <a:avLst/>
          </a:prstGeo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2109078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hree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a:prstGeom prst="rect">
            <a:avLst/>
          </a:prstGeom>
        </p:spPr>
        <p:txBody>
          <a:bodyPr lIns="144000"/>
          <a:lstStyle>
            <a:lvl1pPr marL="0" indent="0">
              <a:buNone/>
              <a:defRPr sz="105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a:prstGeom prst="rect">
            <a:avLst/>
          </a:prstGeo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395023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Four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a:prstGeom prst="rect">
            <a:avLst/>
          </a:prstGeom>
        </p:spPr>
        <p:txBody>
          <a:bodyPr lIns="144000"/>
          <a:lstStyle>
            <a:lvl1pPr marL="0" indent="0">
              <a:buNone/>
              <a:defRPr sz="105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a:prstGeom prst="rect">
            <a:avLst/>
          </a:prstGeo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a:prstGeom prst="rect">
            <a:avLst/>
          </a:prstGeo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a:prstGeom prst="rect">
            <a:avLst/>
          </a:prstGeo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164542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wo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a:prstGeom prst="rect">
            <a:avLst/>
          </a:prstGeo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649912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hree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a:prstGeom prst="rect">
            <a:avLst/>
          </a:prstGeo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40514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Four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441325"/>
            <a:ext cx="11160127" cy="647700"/>
          </a:xfrm>
        </p:spPr>
        <p:txBody>
          <a:bodyPr/>
          <a:lstStyle>
            <a:lvl1pPr algn="l" defTabSz="685800" rtl="0" eaLnBrk="1" latinLnBrk="0" hangingPunct="1">
              <a:lnSpc>
                <a:spcPct val="85000"/>
              </a:lnSpc>
              <a:spcBef>
                <a:spcPct val="0"/>
              </a:spcBef>
              <a:buNone/>
              <a:defRPr lang="en-CA" sz="2100" kern="2000" spc="-38" baseline="0" dirty="0">
                <a:solidFill>
                  <a:schemeClr val="tx2"/>
                </a:solidFill>
                <a:latin typeface="+mj-lt"/>
                <a:ea typeface="+mj-ea"/>
                <a:cs typeface="+mj-cs"/>
              </a:defRPr>
            </a:lvl1pPr>
          </a:lstStyle>
          <a:p>
            <a:r>
              <a:rPr lang="en-US" dirty="0"/>
              <a:t>Four column layout</a:t>
            </a:r>
            <a:br>
              <a:rPr lang="en-US" dirty="0"/>
            </a:br>
            <a:r>
              <a:rPr lang="en-US" dirty="0"/>
              <a:t>Title 2 lines maximum</a:t>
            </a:r>
            <a:endParaRPr lang="en-CA" dirty="0"/>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tx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a:prstGeom prst="rect">
            <a:avLst/>
          </a:prstGeo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40186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Quote_Black">
    <p:bg>
      <p:bgRef idx="1001">
        <a:schemeClr val="bg1"/>
      </p:bgRef>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
        <p:nvSpPr>
          <p:cNvPr id="6" name="TextBox 5">
            <a:extLst>
              <a:ext uri="{FF2B5EF4-FFF2-40B4-BE49-F238E27FC236}">
                <a16:creationId xmlns:a16="http://schemas.microsoft.com/office/drawing/2014/main" id="{84739A76-C8B6-CADD-ACBA-17389E4E17CB}"/>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5D806993-100D-D470-0D3C-99BE6D7559C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7445185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p:cSld name="50/50 Title+Subtitle+Content_Black">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tx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2" name="TextBox 1">
            <a:extLst>
              <a:ext uri="{FF2B5EF4-FFF2-40B4-BE49-F238E27FC236}">
                <a16:creationId xmlns:a16="http://schemas.microsoft.com/office/drawing/2014/main" id="{1EA46947-10E6-0C5D-E261-25B7344F9B24}"/>
              </a:ext>
            </a:extLst>
          </p:cNvPr>
          <p:cNvSpPr txBox="1"/>
          <p:nvPr/>
        </p:nvSpPr>
        <p:spPr>
          <a:xfrm>
            <a:off x="6773076" y="6424867"/>
            <a:ext cx="4765549" cy="88614"/>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algn="r" defTabSz="514350" rtl="0" eaLnBrk="1" latinLnBrk="0" hangingPunct="1">
              <a:lnSpc>
                <a:spcPct val="96000"/>
              </a:lnSpc>
              <a:spcBef>
                <a:spcPts val="0"/>
              </a:spcBef>
              <a:spcAft>
                <a:spcPts val="169"/>
              </a:spcAft>
              <a:buClr>
                <a:srgbClr val="3253DC"/>
              </a:buClr>
              <a:buFont typeface="Arial" panose="020B0604020202020204" pitchFamily="34" charset="0"/>
              <a:buNone/>
            </a:pPr>
            <a:r>
              <a:rPr lang="en-US" sz="600" kern="1200" baseline="0" dirty="0">
                <a:solidFill>
                  <a:schemeClr val="tx1"/>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501840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p:cSld name="2/1 Title+Subtitle+Content_Black">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tx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tx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tx1"/>
                </a:solidFill>
                <a:latin typeface="+mn-lt"/>
                <a:ea typeface="+mn-ea"/>
                <a:cs typeface="+mn-cs"/>
              </a:rPr>
              <a:pPr marL="0" lvl="0" algn="l" defTabSz="685800" rtl="0" eaLnBrk="1" latinLnBrk="0" hangingPunct="1">
                <a:lnSpc>
                  <a:spcPct val="125000"/>
                </a:lnSpc>
              </a:pPr>
              <a:t>‹#›</a:t>
            </a:fld>
            <a:endParaRPr lang="en-US" sz="600" kern="1200">
              <a:solidFill>
                <a:schemeClr val="tx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CA" sz="600" kern="1200" baseline="0" dirty="0" smtClean="0">
                <a:solidFill>
                  <a:schemeClr val="accent6">
                    <a:lumMod val="90000"/>
                  </a:schemeClr>
                </a:solidFill>
                <a:latin typeface="+mn-lt"/>
                <a:ea typeface="+mn-ea"/>
                <a:cs typeface="+mn-cs"/>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8640233" y="6338049"/>
            <a:ext cx="2898392"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tx1"/>
                </a:solidFill>
              </a:rPr>
              <a:t>Confidential – Qualcomm Technologies, Inc. and/or its affiliated companies – May Contain Trade Secrets</a:t>
            </a:r>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tx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4929544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Content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2A7B7-7C67-00A2-4D04-4DC5AFBFB433}"/>
              </a:ext>
            </a:extLst>
          </p:cNvPr>
          <p:cNvSpPr>
            <a:spLocks noGrp="1"/>
          </p:cNvSpPr>
          <p:nvPr>
            <p:ph type="title" hasCustomPrompt="1"/>
          </p:nvPr>
        </p:nvSpPr>
        <p:spPr>
          <a:xfrm>
            <a:off x="515938" y="449564"/>
            <a:ext cx="11160127" cy="621665"/>
          </a:xfrm>
        </p:spPr>
        <p:txBody>
          <a:bodyPr/>
          <a:lstStyle/>
          <a:p>
            <a:r>
              <a:rPr lang="en-US" dirty="0"/>
              <a:t>Title + Content layout</a:t>
            </a:r>
            <a:br>
              <a:rPr lang="en-US" dirty="0"/>
            </a:br>
            <a:r>
              <a:rPr lang="en-US" dirty="0"/>
              <a:t>Title 2 lines maximum</a:t>
            </a:r>
            <a:endParaRPr lang="en-CA" dirty="0"/>
          </a:p>
        </p:txBody>
      </p:sp>
      <p:sp>
        <p:nvSpPr>
          <p:cNvPr id="6" name="Text Placeholder 3">
            <a:extLst>
              <a:ext uri="{FF2B5EF4-FFF2-40B4-BE49-F238E27FC236}">
                <a16:creationId xmlns:a16="http://schemas.microsoft.com/office/drawing/2014/main" id="{48787576-727E-0D7E-9B9E-4C6C5BCD08C7}"/>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US"/>
          </a:p>
        </p:txBody>
      </p:sp>
    </p:spTree>
    <p:extLst>
      <p:ext uri="{BB962C8B-B14F-4D97-AF65-F5344CB8AC3E}">
        <p14:creationId xmlns:p14="http://schemas.microsoft.com/office/powerpoint/2010/main" val="3106195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Subtitle+Content_Black">
    <p:bg>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vert="horz" wrap="square" lIns="0" tIns="0" rIns="0" bIns="0" rtlCol="0" anchor="b">
            <a:noAutofit/>
          </a:bodyPr>
          <a:lstStyle>
            <a:lvl1pPr>
              <a:defRPr lang="en-CA"/>
            </a:lvl1pPr>
          </a:lstStyle>
          <a:p>
            <a:endParaRPr lang="en-US"/>
          </a:p>
        </p:txBody>
      </p:sp>
      <p:sp>
        <p:nvSpPr>
          <p:cNvPr id="8" name="Title 2">
            <a:extLst>
              <a:ext uri="{FF2B5EF4-FFF2-40B4-BE49-F238E27FC236}">
                <a16:creationId xmlns:a16="http://schemas.microsoft.com/office/drawing/2014/main" id="{AD7A4F5C-3845-3582-1596-405479630BA0}"/>
              </a:ext>
            </a:extLst>
          </p:cNvPr>
          <p:cNvSpPr>
            <a:spLocks noGrp="1"/>
          </p:cNvSpPr>
          <p:nvPr>
            <p:ph type="title" hasCustomPrompt="1"/>
          </p:nvPr>
        </p:nvSpPr>
        <p:spPr>
          <a:xfrm>
            <a:off x="515938" y="449564"/>
            <a:ext cx="11160127" cy="621665"/>
          </a:xfrm>
        </p:spPr>
        <p:txBody>
          <a:bodyPr/>
          <a:lstStyle>
            <a:lvl1pPr>
              <a:defRPr>
                <a:solidFill>
                  <a:schemeClr val="tx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1E4A345E-FD24-E8F7-6379-B92F87882AE4}"/>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Text Placeholder 5">
            <a:extLst>
              <a:ext uri="{FF2B5EF4-FFF2-40B4-BE49-F238E27FC236}">
                <a16:creationId xmlns:a16="http://schemas.microsoft.com/office/drawing/2014/main" id="{F11B0188-DB87-61AD-7160-CCFACEC8A242}"/>
              </a:ext>
            </a:extLst>
          </p:cNvPr>
          <p:cNvSpPr>
            <a:spLocks noGrp="1"/>
          </p:cNvSpPr>
          <p:nvPr>
            <p:ph type="body" sz="quarter" idx="12" hasCustomPrompt="1"/>
          </p:nvPr>
        </p:nvSpPr>
        <p:spPr>
          <a:xfrm>
            <a:off x="516467" y="1097026"/>
            <a:ext cx="11159067"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23227215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Blank_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US"/>
          </a:p>
        </p:txBody>
      </p:sp>
    </p:spTree>
    <p:extLst>
      <p:ext uri="{BB962C8B-B14F-4D97-AF65-F5344CB8AC3E}">
        <p14:creationId xmlns:p14="http://schemas.microsoft.com/office/powerpoint/2010/main" val="160955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Photo+Content_Grey">
    <p:bg>
      <p:bgPr>
        <a:solidFill>
          <a:srgbClr val="EFF1F5"/>
        </a:solidFill>
        <a:effectLst/>
      </p:bgPr>
    </p:bg>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1EF4F402-80EC-EAD4-D6B0-92C2479FFEFA}"/>
              </a:ext>
            </a:extLst>
          </p:cNvPr>
          <p:cNvSpPr>
            <a:spLocks noGrp="1"/>
          </p:cNvSpPr>
          <p:nvPr>
            <p:ph type="body" sz="quarter" idx="14" hasCustomPrompt="1"/>
          </p:nvPr>
        </p:nvSpPr>
        <p:spPr>
          <a:xfrm>
            <a:off x="515937" y="1196977"/>
            <a:ext cx="5327651" cy="1198115"/>
          </a:xfrm>
        </p:spPr>
        <p:txBody>
          <a:bodyPr wrap="square" anchor="b">
            <a:noAutofit/>
          </a:bodyPr>
          <a:lstStyle>
            <a:lvl1pPr marL="0" indent="0">
              <a:buNone/>
              <a:defRPr sz="975" cap="all" spc="113" baseline="0">
                <a:solidFill>
                  <a:schemeClr val="tx1"/>
                </a:solidFill>
              </a:defRPr>
            </a:lvl1pPr>
          </a:lstStyle>
          <a:p>
            <a:pPr lvl="0"/>
            <a:r>
              <a:rPr lang="en-US"/>
              <a:t>EYEBROW HEADER</a:t>
            </a:r>
          </a:p>
        </p:txBody>
      </p:sp>
      <p:sp>
        <p:nvSpPr>
          <p:cNvPr id="8" name="Title 13">
            <a:extLst>
              <a:ext uri="{FF2B5EF4-FFF2-40B4-BE49-F238E27FC236}">
                <a16:creationId xmlns:a16="http://schemas.microsoft.com/office/drawing/2014/main" id="{916C630D-BED9-DA86-9AE9-767BC6DB8DF6}"/>
              </a:ext>
            </a:extLst>
          </p:cNvPr>
          <p:cNvSpPr>
            <a:spLocks noGrp="1"/>
          </p:cNvSpPr>
          <p:nvPr>
            <p:ph type="title" hasCustomPrompt="1"/>
          </p:nvPr>
        </p:nvSpPr>
        <p:spPr>
          <a:xfrm>
            <a:off x="515937" y="2711633"/>
            <a:ext cx="5327651" cy="730069"/>
          </a:xfrm>
        </p:spPr>
        <p:txBody>
          <a:bodyPr anchor="t"/>
          <a:lstStyle>
            <a:lvl1pPr algn="l" defTabSz="685800" rtl="0" eaLnBrk="1" latinLnBrk="0" hangingPunct="1">
              <a:lnSpc>
                <a:spcPct val="85000"/>
              </a:lnSpc>
              <a:spcBef>
                <a:spcPct val="0"/>
              </a:spcBef>
              <a:buNone/>
              <a:defRPr lang="en-US" sz="2100" kern="2000" spc="-38" baseline="0" dirty="0">
                <a:solidFill>
                  <a:schemeClr val="accent1"/>
                </a:solidFill>
                <a:latin typeface="+mj-lt"/>
                <a:ea typeface="+mj-ea"/>
                <a:cs typeface="+mj-cs"/>
              </a:defRPr>
            </a:lvl1pPr>
          </a:lstStyle>
          <a:p>
            <a:r>
              <a:rPr lang="en-US"/>
              <a:t>2:1 Content &amp; Photo layout </a:t>
            </a:r>
            <a:br>
              <a:rPr lang="en-US"/>
            </a:br>
            <a:r>
              <a:rPr lang="en-US"/>
              <a:t>Title 2 lines maximum</a:t>
            </a:r>
          </a:p>
        </p:txBody>
      </p:sp>
      <p:sp>
        <p:nvSpPr>
          <p:cNvPr id="3" name="Footer Placeholder 129">
            <a:extLst>
              <a:ext uri="{FF2B5EF4-FFF2-40B4-BE49-F238E27FC236}">
                <a16:creationId xmlns:a16="http://schemas.microsoft.com/office/drawing/2014/main" id="{32F39D03-559B-5939-909B-FF65EEA162BF}"/>
              </a:ext>
            </a:extLst>
          </p:cNvPr>
          <p:cNvSpPr>
            <a:spLocks noGrp="1"/>
          </p:cNvSpPr>
          <p:nvPr>
            <p:ph type="ftr" sz="quarter" idx="22"/>
          </p:nvPr>
        </p:nvSpPr>
        <p:spPr>
          <a:xfrm>
            <a:off x="515939" y="6173304"/>
            <a:ext cx="6480175" cy="118174"/>
          </a:xfrm>
        </p:spPr>
        <p:txBody>
          <a:bodyPr/>
          <a:lstStyle>
            <a:lvl1pPr>
              <a:defRPr>
                <a:solidFill>
                  <a:schemeClr val="accent6">
                    <a:lumMod val="50000"/>
                  </a:schemeClr>
                </a:solidFill>
              </a:defRPr>
            </a:lvl1pPr>
          </a:lstStyle>
          <a:p>
            <a:endParaRPr lang="en-US"/>
          </a:p>
        </p:txBody>
      </p:sp>
      <p:sp>
        <p:nvSpPr>
          <p:cNvPr id="4" name="TextBox 3">
            <a:extLst>
              <a:ext uri="{FF2B5EF4-FFF2-40B4-BE49-F238E27FC236}">
                <a16:creationId xmlns:a16="http://schemas.microsoft.com/office/drawing/2014/main" id="{78E6E1DA-8D2E-B11D-8AED-2EB2021311AE}"/>
              </a:ext>
            </a:extLst>
          </p:cNvPr>
          <p:cNvSpPr txBox="1"/>
          <p:nvPr/>
        </p:nvSpPr>
        <p:spPr>
          <a:xfrm>
            <a:off x="515939"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600" dirty="0">
                <a:solidFill>
                  <a:schemeClr val="accent6">
                    <a:lumMod val="50000"/>
                  </a:schemeClr>
                </a:solidFill>
              </a:rPr>
              <a:t>Confidential – Qualcomm Technologies, Inc. and/or its affiliated companies – May Contain Trade Secrets</a:t>
            </a:r>
          </a:p>
        </p:txBody>
      </p:sp>
      <p:sp>
        <p:nvSpPr>
          <p:cNvPr id="10" name="Text Placeholder 16">
            <a:extLst>
              <a:ext uri="{FF2B5EF4-FFF2-40B4-BE49-F238E27FC236}">
                <a16:creationId xmlns:a16="http://schemas.microsoft.com/office/drawing/2014/main" id="{1ECC5A24-E1C0-4F84-B8A6-C64730DC9F39}"/>
              </a:ext>
            </a:extLst>
          </p:cNvPr>
          <p:cNvSpPr>
            <a:spLocks noGrp="1"/>
          </p:cNvSpPr>
          <p:nvPr>
            <p:ph type="body" sz="quarter" idx="15" hasCustomPrompt="1"/>
          </p:nvPr>
        </p:nvSpPr>
        <p:spPr>
          <a:xfrm>
            <a:off x="515937" y="3581401"/>
            <a:ext cx="5327651" cy="2435086"/>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 name="Picture Placeholder 1">
            <a:extLst>
              <a:ext uri="{FF2B5EF4-FFF2-40B4-BE49-F238E27FC236}">
                <a16:creationId xmlns:a16="http://schemas.microsoft.com/office/drawing/2014/main" id="{19540F68-B12A-04FA-295F-9348FBB554CD}"/>
              </a:ext>
            </a:extLst>
          </p:cNvPr>
          <p:cNvSpPr>
            <a:spLocks noGrp="1" noChangeAspect="1"/>
          </p:cNvSpPr>
          <p:nvPr>
            <p:ph type="pic" sz="quarter" idx="23" hasCustomPrompt="1"/>
          </p:nvPr>
        </p:nvSpPr>
        <p:spPr>
          <a:xfrm>
            <a:off x="7033059" y="0"/>
            <a:ext cx="5158941" cy="6858000"/>
          </a:xfrm>
          <a:custGeom>
            <a:avLst/>
            <a:gdLst>
              <a:gd name="connsiteX0" fmla="*/ 1678722 w 3869206"/>
              <a:gd name="connsiteY0" fmla="*/ 0 h 6858000"/>
              <a:gd name="connsiteX1" fmla="*/ 3869206 w 3869206"/>
              <a:gd name="connsiteY1" fmla="*/ 0 h 6858000"/>
              <a:gd name="connsiteX2" fmla="*/ 3869206 w 3869206"/>
              <a:gd name="connsiteY2" fmla="*/ 6858000 h 6858000"/>
              <a:gd name="connsiteX3" fmla="*/ 1672152 w 3869206"/>
              <a:gd name="connsiteY3" fmla="*/ 6858000 h 6858000"/>
              <a:gd name="connsiteX4" fmla="*/ 1582239 w 3869206"/>
              <a:gd name="connsiteY4" fmla="*/ 6787328 h 6858000"/>
              <a:gd name="connsiteX5" fmla="*/ 0 w 3869206"/>
              <a:gd name="connsiteY5" fmla="*/ 3431582 h 6858000"/>
              <a:gd name="connsiteX6" fmla="*/ 1582239 w 3869206"/>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9206" h="6858000">
                <a:moveTo>
                  <a:pt x="1678722" y="0"/>
                </a:moveTo>
                <a:lnTo>
                  <a:pt x="3869206" y="0"/>
                </a:lnTo>
                <a:lnTo>
                  <a:pt x="3869206"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000" kern="1200" baseline="0" dirty="0">
                <a:solidFill>
                  <a:schemeClr val="accent1"/>
                </a:solidFill>
                <a:latin typeface="+mj-lt"/>
                <a:ea typeface="+mn-ea"/>
                <a:cs typeface="+mn-cs"/>
              </a:defRPr>
            </a:lvl1pPr>
          </a:lstStyle>
          <a:p>
            <a:r>
              <a:rPr lang="en-US" dirty="0"/>
              <a:t>Click the icon to insert photo</a:t>
            </a:r>
          </a:p>
        </p:txBody>
      </p:sp>
    </p:spTree>
    <p:extLst>
      <p:ext uri="{BB962C8B-B14F-4D97-AF65-F5344CB8AC3E}">
        <p14:creationId xmlns:p14="http://schemas.microsoft.com/office/powerpoint/2010/main" val="3012440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2761">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Title+4Contents_Third Grey">
    <p:bg>
      <p:bgPr>
        <a:solidFill>
          <a:srgbClr val="EFF1F5"/>
        </a:solidFill>
        <a:effectLst/>
      </p:bgPr>
    </p:bg>
    <p:spTree>
      <p:nvGrpSpPr>
        <p:cNvPr id="1" name=""/>
        <p:cNvGrpSpPr/>
        <p:nvPr/>
      </p:nvGrpSpPr>
      <p:grpSpPr>
        <a:xfrm>
          <a:off x="0" y="0"/>
          <a:ext cx="0" cy="0"/>
          <a:chOff x="0" y="0"/>
          <a:chExt cx="0" cy="0"/>
        </a:xfrm>
      </p:grpSpPr>
      <p:sp>
        <p:nvSpPr>
          <p:cNvPr id="9" name="Title 120">
            <a:extLst>
              <a:ext uri="{FF2B5EF4-FFF2-40B4-BE49-F238E27FC236}">
                <a16:creationId xmlns:a16="http://schemas.microsoft.com/office/drawing/2014/main" id="{7A1F75E5-8E3D-DF45-926F-E6E5FD4D70FC}"/>
              </a:ext>
            </a:extLst>
          </p:cNvPr>
          <p:cNvSpPr>
            <a:spLocks noGrp="1"/>
          </p:cNvSpPr>
          <p:nvPr>
            <p:ph type="title" hasCustomPrompt="1"/>
          </p:nvPr>
        </p:nvSpPr>
        <p:spPr>
          <a:xfrm>
            <a:off x="515937" y="2795081"/>
            <a:ext cx="3556800" cy="1294408"/>
          </a:xfrm>
        </p:spPr>
        <p:txBody>
          <a:bodyPr anchor="ctr"/>
          <a:lstStyle>
            <a:lvl1pPr algn="l" defTabSz="685800" rtl="0" eaLnBrk="1" latinLnBrk="0" hangingPunct="1">
              <a:lnSpc>
                <a:spcPct val="85000"/>
              </a:lnSpc>
              <a:spcBef>
                <a:spcPct val="0"/>
              </a:spcBef>
              <a:buNone/>
              <a:defRPr lang="en-US" sz="2100" kern="2000" spc="-38" baseline="0" dirty="0">
                <a:solidFill>
                  <a:schemeClr val="accent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6" name="Picture Placeholder 2">
            <a:extLst>
              <a:ext uri="{FF2B5EF4-FFF2-40B4-BE49-F238E27FC236}">
                <a16:creationId xmlns:a16="http://schemas.microsoft.com/office/drawing/2014/main" id="{803614D6-B3A1-6731-7DA2-2F082C0110CD}"/>
              </a:ext>
            </a:extLst>
          </p:cNvPr>
          <p:cNvSpPr>
            <a:spLocks noGrp="1"/>
          </p:cNvSpPr>
          <p:nvPr>
            <p:ph type="pic" sz="quarter" idx="24" hasCustomPrompt="1"/>
          </p:nvPr>
        </p:nvSpPr>
        <p:spPr>
          <a:xfrm>
            <a:off x="4939717" y="677141"/>
            <a:ext cx="1012800" cy="759600"/>
          </a:xfrm>
        </p:spPr>
        <p:txBody>
          <a:bodyPr lIns="144000"/>
          <a:lstStyle>
            <a:lvl1pPr marL="0" indent="0">
              <a:buNone/>
              <a:defRPr sz="105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6315479" y="699926"/>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C38DCFD6-5A0E-E9F5-0958-4B8735F209AC}"/>
              </a:ext>
            </a:extLst>
          </p:cNvPr>
          <p:cNvSpPr>
            <a:spLocks noGrp="1"/>
          </p:cNvSpPr>
          <p:nvPr>
            <p:ph type="body" sz="quarter" idx="15" hasCustomPrompt="1"/>
          </p:nvPr>
        </p:nvSpPr>
        <p:spPr>
          <a:xfrm>
            <a:off x="6315479" y="1019175"/>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158234DD-C86A-C0A3-F309-C819BEF18C2A}"/>
              </a:ext>
            </a:extLst>
          </p:cNvPr>
          <p:cNvSpPr>
            <a:spLocks noGrp="1"/>
          </p:cNvSpPr>
          <p:nvPr>
            <p:ph type="pic" sz="quarter" idx="25" hasCustomPrompt="1"/>
          </p:nvPr>
        </p:nvSpPr>
        <p:spPr>
          <a:xfrm>
            <a:off x="4939717" y="2124716"/>
            <a:ext cx="1012800" cy="759600"/>
          </a:xfrm>
        </p:spPr>
        <p:txBody>
          <a:bodyPr lIns="144000"/>
          <a:lstStyle>
            <a:lvl1pPr marL="0" indent="0">
              <a:buNone/>
              <a:defRPr sz="105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6315479" y="2143616"/>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6" name="Text Placeholder 16">
            <a:extLst>
              <a:ext uri="{FF2B5EF4-FFF2-40B4-BE49-F238E27FC236}">
                <a16:creationId xmlns:a16="http://schemas.microsoft.com/office/drawing/2014/main" id="{752D1B24-3191-2FDC-5F67-93401195900D}"/>
              </a:ext>
            </a:extLst>
          </p:cNvPr>
          <p:cNvSpPr>
            <a:spLocks noGrp="1"/>
          </p:cNvSpPr>
          <p:nvPr>
            <p:ph type="body" sz="quarter" idx="17" hasCustomPrompt="1"/>
          </p:nvPr>
        </p:nvSpPr>
        <p:spPr>
          <a:xfrm>
            <a:off x="6315479" y="2462865"/>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Picture Placeholder 2">
            <a:extLst>
              <a:ext uri="{FF2B5EF4-FFF2-40B4-BE49-F238E27FC236}">
                <a16:creationId xmlns:a16="http://schemas.microsoft.com/office/drawing/2014/main" id="{F5047FAA-2D67-8C54-D972-5689E483F426}"/>
              </a:ext>
            </a:extLst>
          </p:cNvPr>
          <p:cNvSpPr>
            <a:spLocks noGrp="1"/>
          </p:cNvSpPr>
          <p:nvPr>
            <p:ph type="pic" sz="quarter" idx="26" hasCustomPrompt="1"/>
          </p:nvPr>
        </p:nvSpPr>
        <p:spPr>
          <a:xfrm>
            <a:off x="4939717" y="3572291"/>
            <a:ext cx="1012800" cy="759600"/>
          </a:xfrm>
        </p:spPr>
        <p:txBody>
          <a:bodyPr lIns="144000"/>
          <a:lstStyle>
            <a:lvl1pPr marL="0" indent="0">
              <a:buNone/>
              <a:defRPr sz="105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6315479" y="3587072"/>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7" name="Text Placeholder 16">
            <a:extLst>
              <a:ext uri="{FF2B5EF4-FFF2-40B4-BE49-F238E27FC236}">
                <a16:creationId xmlns:a16="http://schemas.microsoft.com/office/drawing/2014/main" id="{DBD55430-B9A6-6E76-5A88-93B8CBAFCF32}"/>
              </a:ext>
            </a:extLst>
          </p:cNvPr>
          <p:cNvSpPr>
            <a:spLocks noGrp="1"/>
          </p:cNvSpPr>
          <p:nvPr>
            <p:ph type="body" sz="quarter" idx="19" hasCustomPrompt="1"/>
          </p:nvPr>
        </p:nvSpPr>
        <p:spPr>
          <a:xfrm>
            <a:off x="6315479" y="3906322"/>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9" name="Picture Placeholder 2">
            <a:extLst>
              <a:ext uri="{FF2B5EF4-FFF2-40B4-BE49-F238E27FC236}">
                <a16:creationId xmlns:a16="http://schemas.microsoft.com/office/drawing/2014/main" id="{155B8295-23B1-4FAB-6989-040F56EEACDD}"/>
              </a:ext>
            </a:extLst>
          </p:cNvPr>
          <p:cNvSpPr>
            <a:spLocks noGrp="1"/>
          </p:cNvSpPr>
          <p:nvPr>
            <p:ph type="pic" sz="quarter" idx="27" hasCustomPrompt="1"/>
          </p:nvPr>
        </p:nvSpPr>
        <p:spPr>
          <a:xfrm>
            <a:off x="4939717" y="5019866"/>
            <a:ext cx="1012800" cy="759600"/>
          </a:xfrm>
        </p:spPr>
        <p:txBody>
          <a:bodyPr lIns="144000"/>
          <a:lstStyle>
            <a:lvl1pPr marL="0" indent="0">
              <a:buNone/>
              <a:defRPr sz="105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6315479" y="5021238"/>
            <a:ext cx="5360055" cy="263149"/>
          </a:xfrm>
        </p:spPr>
        <p:txBody>
          <a:bodyPr wrap="square" anchor="b">
            <a:noAutofit/>
          </a:bodyPr>
          <a:lstStyle>
            <a:lvl1pPr marL="0" indent="0">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8" name="Text Placeholder 16">
            <a:extLst>
              <a:ext uri="{FF2B5EF4-FFF2-40B4-BE49-F238E27FC236}">
                <a16:creationId xmlns:a16="http://schemas.microsoft.com/office/drawing/2014/main" id="{A305BFC7-1DCB-DA0D-B9D5-073230BAC218}"/>
              </a:ext>
            </a:extLst>
          </p:cNvPr>
          <p:cNvSpPr>
            <a:spLocks noGrp="1"/>
          </p:cNvSpPr>
          <p:nvPr>
            <p:ph type="body" sz="quarter" idx="21" hasCustomPrompt="1"/>
          </p:nvPr>
        </p:nvSpPr>
        <p:spPr>
          <a:xfrm>
            <a:off x="6315479" y="5340487"/>
            <a:ext cx="5360055" cy="600164"/>
          </a:xfrm>
        </p:spPr>
        <p:txBody>
          <a:bodyPr wrap="square">
            <a:noAutofit/>
          </a:bodyPr>
          <a:lstStyle>
            <a:lvl1pPr marL="0" indent="0">
              <a:lnSpc>
                <a:spcPct val="100000"/>
              </a:lnSpc>
              <a:spcBef>
                <a:spcPts val="0"/>
              </a:spcBef>
              <a:buNone/>
              <a:defRPr sz="9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TextBox 14">
            <a:extLst>
              <a:ext uri="{FF2B5EF4-FFF2-40B4-BE49-F238E27FC236}">
                <a16:creationId xmlns:a16="http://schemas.microsoft.com/office/drawing/2014/main" id="{DA40CD1A-60BD-05D8-7970-B07C826C1D8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0C61BEB9-0856-A8B3-E6F6-CC8CF273C00B}"/>
              </a:ext>
            </a:extLst>
          </p:cNvPr>
          <p:cNvSpPr>
            <a:spLocks noGrp="1"/>
          </p:cNvSpPr>
          <p:nvPr>
            <p:ph type="ftr" sz="quarter" idx="28"/>
          </p:nvPr>
        </p:nvSpPr>
        <p:spPr/>
        <p:txBody>
          <a:bodyPr/>
          <a:lstStyle>
            <a:lvl1pPr>
              <a:defRPr>
                <a:solidFill>
                  <a:schemeClr val="accent6">
                    <a:lumMod val="50000"/>
                  </a:schemeClr>
                </a:solidFill>
              </a:defRPr>
            </a:lvl1pPr>
          </a:lstStyle>
          <a:p>
            <a:endParaRPr lang="en-US"/>
          </a:p>
        </p:txBody>
      </p:sp>
      <p:sp>
        <p:nvSpPr>
          <p:cNvPr id="2" name="TextBox 1">
            <a:extLst>
              <a:ext uri="{FF2B5EF4-FFF2-40B4-BE49-F238E27FC236}">
                <a16:creationId xmlns:a16="http://schemas.microsoft.com/office/drawing/2014/main" id="{7F634ADB-6B42-92C6-CF80-F20999689BB7}"/>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22610396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4" pos="1740">
          <p15:clr>
            <a:srgbClr val="FBAE40"/>
          </p15:clr>
        </p15:guide>
        <p15:guide id="15" pos="1571">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Two Column_Light Grey">
    <p:bg>
      <p:bgPr>
        <a:solidFill>
          <a:srgbClr val="EFF1F5"/>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BDA827D7-28EB-4441-6CCA-2B0C03B56D27}"/>
              </a:ext>
            </a:extLst>
          </p:cNvPr>
          <p:cNvSpPr>
            <a:spLocks noGrp="1"/>
          </p:cNvSpPr>
          <p:nvPr>
            <p:ph type="pic" sz="quarter" idx="25" hasCustomPrompt="1"/>
          </p:nvPr>
        </p:nvSpPr>
        <p:spPr>
          <a:xfrm>
            <a:off x="531812" y="1601038"/>
            <a:ext cx="1108800" cy="835024"/>
          </a:xfrm>
        </p:spPr>
        <p:txBody>
          <a:bodyPr lIns="144000"/>
          <a:lstStyle>
            <a:lvl1pPr marL="0" indent="0">
              <a:buNone/>
              <a:defRPr sz="105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3"/>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9" name="Picture Placeholder 2">
            <a:extLst>
              <a:ext uri="{FF2B5EF4-FFF2-40B4-BE49-F238E27FC236}">
                <a16:creationId xmlns:a16="http://schemas.microsoft.com/office/drawing/2014/main" id="{549703AA-9655-8130-40CE-159745CE956D}"/>
              </a:ext>
            </a:extLst>
          </p:cNvPr>
          <p:cNvSpPr>
            <a:spLocks noGrp="1"/>
          </p:cNvSpPr>
          <p:nvPr>
            <p:ph type="pic" sz="quarter" idx="33" hasCustomPrompt="1"/>
          </p:nvPr>
        </p:nvSpPr>
        <p:spPr>
          <a:xfrm>
            <a:off x="6240019" y="1601038"/>
            <a:ext cx="1108800" cy="835024"/>
          </a:xfrm>
        </p:spPr>
        <p:txBody>
          <a:bodyPr lIns="144000"/>
          <a:lstStyle>
            <a:lvl1pPr marL="0" indent="0">
              <a:buNone/>
              <a:defRPr sz="105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3651123"/>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37" name="Title 36">
            <a:extLst>
              <a:ext uri="{FF2B5EF4-FFF2-40B4-BE49-F238E27FC236}">
                <a16:creationId xmlns:a16="http://schemas.microsoft.com/office/drawing/2014/main" id="{969565CB-972E-32BF-2A9F-377A6DFAA3F2}"/>
              </a:ext>
            </a:extLst>
          </p:cNvPr>
          <p:cNvSpPr>
            <a:spLocks noGrp="1"/>
          </p:cNvSpPr>
          <p:nvPr>
            <p:ph type="title" hasCustomPrompt="1"/>
          </p:nvPr>
        </p:nvSpPr>
        <p:spPr/>
        <p:txBody>
          <a:bodyPr/>
          <a:lstStyle>
            <a:lvl1pPr>
              <a:defRPr>
                <a:solidFill>
                  <a:schemeClr val="accent1"/>
                </a:solidFill>
              </a:defRPr>
            </a:lvl1pPr>
          </a:lstStyle>
          <a:p>
            <a:r>
              <a:rPr lang="en-US" dirty="0"/>
              <a:t>Two column layout</a:t>
            </a:r>
            <a:br>
              <a:rPr lang="en-US" dirty="0"/>
            </a:br>
            <a:r>
              <a:rPr lang="en-US" dirty="0"/>
              <a:t>Title 2 lines maximum</a:t>
            </a:r>
            <a:endParaRPr lang="en-CA" dirty="0"/>
          </a:p>
        </p:txBody>
      </p:sp>
      <p:sp>
        <p:nvSpPr>
          <p:cNvPr id="5" name="TextBox 4">
            <a:extLst>
              <a:ext uri="{FF2B5EF4-FFF2-40B4-BE49-F238E27FC236}">
                <a16:creationId xmlns:a16="http://schemas.microsoft.com/office/drawing/2014/main" id="{7EB3CB6D-5E09-36BC-9C83-DD78D0A13068}"/>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13" name="Footer Placeholder 3">
            <a:extLst>
              <a:ext uri="{FF2B5EF4-FFF2-40B4-BE49-F238E27FC236}">
                <a16:creationId xmlns:a16="http://schemas.microsoft.com/office/drawing/2014/main" id="{4BB58BE9-8F82-30BC-B342-8E8DA58B7EF7}"/>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14" name="TextBox 13">
            <a:extLst>
              <a:ext uri="{FF2B5EF4-FFF2-40B4-BE49-F238E27FC236}">
                <a16:creationId xmlns:a16="http://schemas.microsoft.com/office/drawing/2014/main" id="{AC40636D-6E5A-3742-909C-F3E1814AF6DE}"/>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4073480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Three Column_Light Grey">
    <p:bg>
      <p:bgPr>
        <a:solidFill>
          <a:srgbClr val="EFF1F5"/>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029115E3-9D47-7E7E-69DC-D8DCC36D5A95}"/>
              </a:ext>
            </a:extLst>
          </p:cNvPr>
          <p:cNvSpPr>
            <a:spLocks noGrp="1"/>
          </p:cNvSpPr>
          <p:nvPr>
            <p:ph type="pic" sz="quarter" idx="29" hasCustomPrompt="1"/>
          </p:nvPr>
        </p:nvSpPr>
        <p:spPr>
          <a:xfrm>
            <a:off x="531811" y="1601038"/>
            <a:ext cx="1108800" cy="835024"/>
          </a:xfrm>
        </p:spPr>
        <p:txBody>
          <a:bodyPr lIns="144000"/>
          <a:lstStyle>
            <a:lvl1pPr marL="0" indent="0">
              <a:buNone/>
              <a:defRPr sz="1050"/>
            </a:lvl1pPr>
          </a:lstStyle>
          <a:p>
            <a:r>
              <a:rPr lang="en-US"/>
              <a:t>Icon</a:t>
            </a:r>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p:cNvSpPr>
          <p:nvPr>
            <p:ph type="pic" sz="quarter" idx="45" hasCustomPrompt="1"/>
          </p:nvPr>
        </p:nvSpPr>
        <p:spPr>
          <a:xfrm>
            <a:off x="4340711" y="1601038"/>
            <a:ext cx="1108800" cy="835024"/>
          </a:xfr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p:cNvSpPr>
          <p:nvPr>
            <p:ph type="pic" sz="quarter" idx="48" hasCustomPrompt="1"/>
          </p:nvPr>
        </p:nvSpPr>
        <p:spPr>
          <a:xfrm>
            <a:off x="8149611" y="1601038"/>
            <a:ext cx="1108800" cy="835024"/>
          </a:xfrm>
        </p:spPr>
        <p:txBody>
          <a:bodyPr lIns="144000"/>
          <a:lstStyle>
            <a:lvl1pPr marL="0" indent="0">
              <a:buNone/>
              <a:defRPr sz="105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3"/>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0" name="Title 39">
            <a:extLst>
              <a:ext uri="{FF2B5EF4-FFF2-40B4-BE49-F238E27FC236}">
                <a16:creationId xmlns:a16="http://schemas.microsoft.com/office/drawing/2014/main" id="{69F75A06-A146-6B14-A33E-A93221CE43BE}"/>
              </a:ext>
            </a:extLst>
          </p:cNvPr>
          <p:cNvSpPr>
            <a:spLocks noGrp="1"/>
          </p:cNvSpPr>
          <p:nvPr>
            <p:ph type="title" hasCustomPrompt="1"/>
          </p:nvPr>
        </p:nvSpPr>
        <p:spPr/>
        <p:txBody>
          <a:bodyPr/>
          <a:lstStyle>
            <a:lvl1pPr>
              <a:defRPr>
                <a:solidFill>
                  <a:schemeClr val="accent1"/>
                </a:solidFill>
              </a:defRPr>
            </a:lvl1pPr>
          </a:lstStyle>
          <a:p>
            <a:r>
              <a:rPr lang="en-US" dirty="0"/>
              <a:t>Three column layout</a:t>
            </a:r>
            <a:br>
              <a:rPr lang="en-US" dirty="0"/>
            </a:br>
            <a:r>
              <a:rPr lang="en-US" dirty="0"/>
              <a:t>Title 2 lines maximum</a:t>
            </a:r>
            <a:endParaRPr lang="en-CA" dirty="0"/>
          </a:p>
        </p:txBody>
      </p:sp>
      <p:sp>
        <p:nvSpPr>
          <p:cNvPr id="5" name="TextBox 4">
            <a:extLst>
              <a:ext uri="{FF2B5EF4-FFF2-40B4-BE49-F238E27FC236}">
                <a16:creationId xmlns:a16="http://schemas.microsoft.com/office/drawing/2014/main" id="{20BDE674-20F5-9A3B-48A5-40ACA9E81FF1}"/>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02F2D1C0-4FA5-9D54-4A1B-43F14E1A1223}"/>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8" name="TextBox 7">
            <a:extLst>
              <a:ext uri="{FF2B5EF4-FFF2-40B4-BE49-F238E27FC236}">
                <a16:creationId xmlns:a16="http://schemas.microsoft.com/office/drawing/2014/main" id="{6400A9BE-4EC5-A5AE-FCA9-B32996ACC30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8213359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Four Column_Light Grey">
    <p:bg>
      <p:bgPr>
        <a:solidFill>
          <a:srgbClr val="EFF1F5"/>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0AAFB50F-094B-2881-F919-B1EE84ACE5D7}"/>
              </a:ext>
            </a:extLst>
          </p:cNvPr>
          <p:cNvSpPr>
            <a:spLocks noGrp="1"/>
          </p:cNvSpPr>
          <p:nvPr>
            <p:ph type="pic" sz="quarter" idx="31" hasCustomPrompt="1"/>
          </p:nvPr>
        </p:nvSpPr>
        <p:spPr>
          <a:xfrm>
            <a:off x="531812" y="1601038"/>
            <a:ext cx="1108800" cy="835024"/>
          </a:xfrm>
        </p:spPr>
        <p:txBody>
          <a:bodyPr lIns="144000"/>
          <a:lstStyle>
            <a:lvl1pPr marL="0" indent="0">
              <a:buNone/>
              <a:defRPr sz="1050"/>
            </a:lvl1pPr>
          </a:lstStyle>
          <a:p>
            <a:r>
              <a:rPr lang="en-US"/>
              <a:t>Icon</a:t>
            </a:r>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p:cNvSpPr>
          <p:nvPr>
            <p:ph type="pic" sz="quarter" idx="50" hasCustomPrompt="1"/>
          </p:nvPr>
        </p:nvSpPr>
        <p:spPr>
          <a:xfrm>
            <a:off x="3380247" y="1601038"/>
            <a:ext cx="1108800" cy="835024"/>
          </a:xfrm>
        </p:spPr>
        <p:txBody>
          <a:bodyPr lIns="144000"/>
          <a:lstStyle>
            <a:lvl1pPr marL="0" indent="0">
              <a:buNone/>
              <a:defRPr sz="105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p:cNvSpPr>
          <p:nvPr>
            <p:ph type="pic" sz="quarter" idx="53" hasCustomPrompt="1"/>
          </p:nvPr>
        </p:nvSpPr>
        <p:spPr>
          <a:xfrm>
            <a:off x="6228683" y="1601038"/>
            <a:ext cx="1108800" cy="835024"/>
          </a:xfrm>
        </p:spPr>
        <p:txBody>
          <a:bodyPr lIns="144000"/>
          <a:lstStyle>
            <a:lvl1pPr marL="0" indent="0">
              <a:buNone/>
              <a:defRPr sz="105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p:cNvSpPr>
          <p:nvPr>
            <p:ph type="pic" sz="quarter" idx="56" hasCustomPrompt="1"/>
          </p:nvPr>
        </p:nvSpPr>
        <p:spPr>
          <a:xfrm>
            <a:off x="9077116" y="1601038"/>
            <a:ext cx="1108800" cy="835024"/>
          </a:xfrm>
        </p:spPr>
        <p:txBody>
          <a:bodyPr lIns="144000"/>
          <a:lstStyle>
            <a:lvl1pPr marL="0" indent="0">
              <a:buNone/>
              <a:defRPr sz="105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3"/>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3" name="Title 42">
            <a:extLst>
              <a:ext uri="{FF2B5EF4-FFF2-40B4-BE49-F238E27FC236}">
                <a16:creationId xmlns:a16="http://schemas.microsoft.com/office/drawing/2014/main" id="{75F68147-7329-DC53-2A1C-DB252D8949F9}"/>
              </a:ext>
            </a:extLst>
          </p:cNvPr>
          <p:cNvSpPr>
            <a:spLocks noGrp="1"/>
          </p:cNvSpPr>
          <p:nvPr>
            <p:ph type="title" hasCustomPrompt="1"/>
          </p:nvPr>
        </p:nvSpPr>
        <p:spPr/>
        <p:txBody>
          <a:bodyPr/>
          <a:lstStyle>
            <a:lvl1pPr>
              <a:defRPr>
                <a:solidFill>
                  <a:schemeClr val="accent1"/>
                </a:solidFill>
              </a:defRPr>
            </a:lvl1pPr>
          </a:lstStyle>
          <a:p>
            <a:r>
              <a:rPr lang="en-US" dirty="0"/>
              <a:t>Four column layout</a:t>
            </a:r>
            <a:br>
              <a:rPr lang="en-US" dirty="0"/>
            </a:br>
            <a:r>
              <a:rPr lang="en-US" dirty="0"/>
              <a:t>Title 2 lines maximum</a:t>
            </a:r>
            <a:endParaRPr lang="en-CA" dirty="0"/>
          </a:p>
        </p:txBody>
      </p:sp>
      <p:sp>
        <p:nvSpPr>
          <p:cNvPr id="5" name="TextBox 4">
            <a:extLst>
              <a:ext uri="{FF2B5EF4-FFF2-40B4-BE49-F238E27FC236}">
                <a16:creationId xmlns:a16="http://schemas.microsoft.com/office/drawing/2014/main" id="{1ADBFDC8-2940-6095-1EED-F0FEFCF6E800}"/>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985D8921-5132-2B9B-37AF-07F6D58FFE4D}"/>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8" name="TextBox 7">
            <a:extLst>
              <a:ext uri="{FF2B5EF4-FFF2-40B4-BE49-F238E27FC236}">
                <a16:creationId xmlns:a16="http://schemas.microsoft.com/office/drawing/2014/main" id="{1AFEB5DD-AE8F-2AC7-1B3B-F6A06A469A8D}"/>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9621400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p:cSld name="Two Column_Light Grey (No Icon)">
    <p:bg>
      <p:bgPr>
        <a:solidFill>
          <a:srgbClr val="EFF1F5"/>
        </a:solidFill>
        <a:effectLst/>
      </p:bgPr>
    </p:bg>
    <p:spTree>
      <p:nvGrpSpPr>
        <p:cNvPr id="1" name=""/>
        <p:cNvGrpSpPr/>
        <p:nvPr/>
      </p:nvGrpSpPr>
      <p:grpSpPr>
        <a:xfrm>
          <a:off x="0" y="0"/>
          <a:ext cx="0" cy="0"/>
          <a:chOff x="0" y="0"/>
          <a:chExt cx="0" cy="0"/>
        </a:xfrm>
      </p:grpSpPr>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1"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20"/>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9"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7" y="2868420"/>
            <a:ext cx="5429387" cy="2508379"/>
          </a:xfrm>
        </p:spPr>
        <p:txBody>
          <a:bodyPr wrap="square">
            <a:noAutofit/>
          </a:bodyPr>
          <a:lstStyle>
            <a:lvl1pPr marL="0" indent="0">
              <a:lnSpc>
                <a:spcPct val="100000"/>
              </a:lnSpc>
              <a:spcBef>
                <a:spcPts val="0"/>
              </a:spcBef>
              <a:spcAft>
                <a:spcPts val="300"/>
              </a:spcAft>
              <a:buNone/>
              <a:defRPr lang="en-US" sz="1200" kern="1200" baseline="0" dirty="0">
                <a:solidFill>
                  <a:schemeClr val="tx1"/>
                </a:solidFill>
                <a:latin typeface="+mn-lt"/>
                <a:ea typeface="+mn-ea"/>
                <a:cs typeface="+mn-cs"/>
              </a:defRPr>
            </a:lvl1pPr>
          </a:lstStyle>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685800" rtl="0" eaLnBrk="1" latinLnBrk="0" hangingPunct="1">
              <a:lnSpc>
                <a:spcPct val="100000"/>
              </a:lnSpc>
              <a:spcBef>
                <a:spcPts val="0"/>
              </a:spcBef>
              <a:spcAft>
                <a:spcPts val="3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8" name="Title 7">
            <a:extLst>
              <a:ext uri="{FF2B5EF4-FFF2-40B4-BE49-F238E27FC236}">
                <a16:creationId xmlns:a16="http://schemas.microsoft.com/office/drawing/2014/main" id="{53580AF7-0A7C-8F81-6455-8144126540DB}"/>
              </a:ext>
            </a:extLst>
          </p:cNvPr>
          <p:cNvSpPr>
            <a:spLocks noGrp="1"/>
          </p:cNvSpPr>
          <p:nvPr>
            <p:ph type="title" hasCustomPrompt="1"/>
          </p:nvPr>
        </p:nvSpPr>
        <p:spPr/>
        <p:txBody>
          <a:bodyPr/>
          <a:lstStyle>
            <a:lvl1pPr>
              <a:defRPr>
                <a:solidFill>
                  <a:schemeClr val="accent1"/>
                </a:solidFill>
              </a:defRPr>
            </a:lvl1pPr>
          </a:lstStyle>
          <a:p>
            <a:r>
              <a:rPr lang="en-US" dirty="0"/>
              <a:t>Two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553B4961-D72D-D82B-31A0-8EBFCCD4620F}"/>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995BBF05-41FA-A7C9-4DAA-ACEE0C4E6E96}"/>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E8BA4E22-AB0F-FFDA-F3FA-9C527A55CACB}"/>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7294082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hree Column_Light Grey (No Icon)">
    <p:bg>
      <p:bgPr>
        <a:solidFill>
          <a:srgbClr val="EFF1F5"/>
        </a:solidFill>
        <a:effectLst/>
      </p:bgPr>
    </p:bg>
    <p:spTree>
      <p:nvGrpSpPr>
        <p:cNvPr id="1" name=""/>
        <p:cNvGrpSpPr/>
        <p:nvPr/>
      </p:nvGrpSpPr>
      <p:grpSpPr>
        <a:xfrm>
          <a:off x="0" y="0"/>
          <a:ext cx="0" cy="0"/>
          <a:chOff x="0" y="0"/>
          <a:chExt cx="0" cy="0"/>
        </a:xfrm>
      </p:grpSpPr>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20"/>
            <a:ext cx="3526452" cy="2508379"/>
          </a:xfrm>
        </p:spPr>
        <p:txBody>
          <a:bodyPr wrap="square" rIns="0">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6" name="Title 5">
            <a:extLst>
              <a:ext uri="{FF2B5EF4-FFF2-40B4-BE49-F238E27FC236}">
                <a16:creationId xmlns:a16="http://schemas.microsoft.com/office/drawing/2014/main" id="{2C9B8FD9-B348-BD0B-98F6-940DC3A78766}"/>
              </a:ext>
            </a:extLst>
          </p:cNvPr>
          <p:cNvSpPr>
            <a:spLocks noGrp="1"/>
          </p:cNvSpPr>
          <p:nvPr>
            <p:ph type="title" hasCustomPrompt="1"/>
          </p:nvPr>
        </p:nvSpPr>
        <p:spPr/>
        <p:txBody>
          <a:bodyPr/>
          <a:lstStyle>
            <a:lvl1pPr>
              <a:defRPr>
                <a:solidFill>
                  <a:schemeClr val="accent1"/>
                </a:solidFill>
              </a:defRPr>
            </a:lvl1pPr>
          </a:lstStyle>
          <a:p>
            <a:r>
              <a:rPr lang="en-US" dirty="0"/>
              <a:t>Three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B5427F1E-C9C0-1C2A-DD2C-85E263B27C64}"/>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79B635F6-3BC6-A505-22D1-558AE52FA381}"/>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7" name="TextBox 6">
            <a:extLst>
              <a:ext uri="{FF2B5EF4-FFF2-40B4-BE49-F238E27FC236}">
                <a16:creationId xmlns:a16="http://schemas.microsoft.com/office/drawing/2014/main" id="{39806C9D-AF42-0675-4B7D-2FBFA9E4B1F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2890274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p:cSld name="Four Column_Light Grey (No Icon)">
    <p:bg>
      <p:bgPr>
        <a:solidFill>
          <a:srgbClr val="EFF1F5"/>
        </a:solidFill>
        <a:effectLst/>
      </p:bgPr>
    </p:bg>
    <p:spTree>
      <p:nvGrpSpPr>
        <p:cNvPr id="1" name=""/>
        <p:cNvGrpSpPr/>
        <p:nvPr/>
      </p:nvGrpSpPr>
      <p:grpSpPr>
        <a:xfrm>
          <a:off x="0" y="0"/>
          <a:ext cx="0" cy="0"/>
          <a:chOff x="0" y="0"/>
          <a:chExt cx="0" cy="0"/>
        </a:xfrm>
      </p:grpSpPr>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2"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8"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8"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3"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3"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6"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1650" kern="1200" spc="-15" baseline="0" dirty="0">
                <a:solidFill>
                  <a:schemeClr val="accent1"/>
                </a:solidFill>
                <a:latin typeface="+mj-lt"/>
                <a:ea typeface="+mn-ea"/>
                <a:cs typeface="+mn-cs"/>
              </a:defRPr>
            </a:lvl1pPr>
          </a:lstStyle>
          <a:p>
            <a:pPr marL="0" lvl="0" indent="0" algn="l" defTabSz="6858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300"/>
              </a:spcAft>
              <a:buNone/>
              <a:defRPr sz="12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4" name="Title 3">
            <a:extLst>
              <a:ext uri="{FF2B5EF4-FFF2-40B4-BE49-F238E27FC236}">
                <a16:creationId xmlns:a16="http://schemas.microsoft.com/office/drawing/2014/main" id="{3EF8625D-09FB-746E-DB00-45FE9E8B3AB8}"/>
              </a:ext>
            </a:extLst>
          </p:cNvPr>
          <p:cNvSpPr>
            <a:spLocks noGrp="1"/>
          </p:cNvSpPr>
          <p:nvPr>
            <p:ph type="title" hasCustomPrompt="1"/>
          </p:nvPr>
        </p:nvSpPr>
        <p:spPr/>
        <p:txBody>
          <a:bodyPr/>
          <a:lstStyle>
            <a:lvl1pPr>
              <a:defRPr>
                <a:solidFill>
                  <a:schemeClr val="accent1"/>
                </a:solidFill>
              </a:defRPr>
            </a:lvl1pPr>
          </a:lstStyle>
          <a:p>
            <a:r>
              <a:rPr lang="en-US" dirty="0"/>
              <a:t>Four column layout</a:t>
            </a:r>
            <a:br>
              <a:rPr lang="en-US" dirty="0"/>
            </a:br>
            <a:r>
              <a:rPr lang="en-US" dirty="0"/>
              <a:t>Title 2 lines maximum</a:t>
            </a:r>
            <a:endParaRPr lang="en-CA" dirty="0"/>
          </a:p>
        </p:txBody>
      </p:sp>
      <p:sp>
        <p:nvSpPr>
          <p:cNvPr id="3" name="TextBox 2">
            <a:extLst>
              <a:ext uri="{FF2B5EF4-FFF2-40B4-BE49-F238E27FC236}">
                <a16:creationId xmlns:a16="http://schemas.microsoft.com/office/drawing/2014/main" id="{1F7F0E60-6DEB-641E-139E-1742D5E9CA98}"/>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5" name="Footer Placeholder 3">
            <a:extLst>
              <a:ext uri="{FF2B5EF4-FFF2-40B4-BE49-F238E27FC236}">
                <a16:creationId xmlns:a16="http://schemas.microsoft.com/office/drawing/2014/main" id="{18C92250-9CC2-02DB-50C7-E69179AA3354}"/>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7" name="TextBox 6">
            <a:extLst>
              <a:ext uri="{FF2B5EF4-FFF2-40B4-BE49-F238E27FC236}">
                <a16:creationId xmlns:a16="http://schemas.microsoft.com/office/drawing/2014/main" id="{1C1E1AA3-6F52-18BC-F09A-8786315FC01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5454444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p:cSld name="Quote_Grey">
    <p:bg>
      <p:bgPr>
        <a:solidFill>
          <a:srgbClr val="EFF1F5"/>
        </a:solidFill>
        <a:effectLst/>
      </p:bgPr>
    </p:bg>
    <p:spTree>
      <p:nvGrpSpPr>
        <p:cNvPr id="1" name=""/>
        <p:cNvGrpSpPr/>
        <p:nvPr/>
      </p:nvGrpSpPr>
      <p:grpSpPr>
        <a:xfrm>
          <a:off x="0" y="0"/>
          <a:ext cx="0" cy="0"/>
          <a:chOff x="0" y="0"/>
          <a:chExt cx="0" cy="0"/>
        </a:xfrm>
      </p:grpSpPr>
      <p:sp>
        <p:nvSpPr>
          <p:cNvPr id="4" name="Title 11">
            <a:extLst>
              <a:ext uri="{FF2B5EF4-FFF2-40B4-BE49-F238E27FC236}">
                <a16:creationId xmlns:a16="http://schemas.microsoft.com/office/drawing/2014/main" id="{5C1C7AA1-95F2-8047-5222-E3C80AD6BF5A}"/>
              </a:ext>
            </a:extLst>
          </p:cNvPr>
          <p:cNvSpPr>
            <a:spLocks noGrp="1"/>
          </p:cNvSpPr>
          <p:nvPr>
            <p:ph type="title" hasCustomPrompt="1"/>
          </p:nvPr>
        </p:nvSpPr>
        <p:spPr>
          <a:xfrm>
            <a:off x="531813" y="719456"/>
            <a:ext cx="11144251" cy="3616325"/>
          </a:xfrm>
        </p:spPr>
        <p:txBody>
          <a:bodyPr anchor="ctr"/>
          <a:lstStyle>
            <a:lvl1pPr marL="0" marR="0" indent="0" algn="ctr" defTabSz="685800" rtl="0" eaLnBrk="1" fontAlgn="auto" latinLnBrk="0" hangingPunct="1">
              <a:lnSpc>
                <a:spcPct val="84000"/>
              </a:lnSpc>
              <a:spcBef>
                <a:spcPct val="0"/>
              </a:spcBef>
              <a:spcAft>
                <a:spcPts val="0"/>
              </a:spcAft>
              <a:buClrTx/>
              <a:buSzTx/>
              <a:buFontTx/>
              <a:buNone/>
              <a:tabLst/>
              <a:defRPr sz="4125">
                <a:solidFill>
                  <a:schemeClr val="accent1"/>
                </a:solidFill>
              </a:defRPr>
            </a:lvl1pPr>
          </a:lstStyle>
          <a:p>
            <a:r>
              <a:rPr lang="en-US" dirty="0"/>
              <a:t>Quote 4 lines maximum. </a:t>
            </a:r>
            <a:br>
              <a:rPr lang="en-US" dirty="0"/>
            </a:b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a:t>
            </a:r>
            <a:r>
              <a:rPr lang="en-US" dirty="0" err="1"/>
              <a:t>laoreet</a:t>
            </a:r>
            <a:r>
              <a:rPr lang="en-US" dirty="0"/>
              <a:t> </a:t>
            </a:r>
            <a:r>
              <a:rPr lang="en-US" dirty="0" err="1"/>
              <a:t>venenatis</a:t>
            </a:r>
            <a:r>
              <a:rPr lang="en-US" dirty="0"/>
              <a:t> </a:t>
            </a:r>
            <a:r>
              <a:rPr lang="en-US" dirty="0" err="1"/>
              <a:t>urna</a:t>
            </a:r>
            <a:r>
              <a:rPr lang="en-US" dirty="0"/>
              <a:t>, in </a:t>
            </a:r>
            <a:r>
              <a:rPr lang="en-US" dirty="0" err="1"/>
              <a:t>vehicula</a:t>
            </a:r>
            <a:r>
              <a:rPr lang="en-US" dirty="0"/>
              <a:t> mi.</a:t>
            </a:r>
          </a:p>
        </p:txBody>
      </p:sp>
      <p:sp>
        <p:nvSpPr>
          <p:cNvPr id="5" name="Text Placeholder 22">
            <a:extLst>
              <a:ext uri="{FF2B5EF4-FFF2-40B4-BE49-F238E27FC236}">
                <a16:creationId xmlns:a16="http://schemas.microsoft.com/office/drawing/2014/main" id="{B11743FF-4038-A2E4-E128-054E54629530}"/>
              </a:ext>
            </a:extLst>
          </p:cNvPr>
          <p:cNvSpPr>
            <a:spLocks noGrp="1"/>
          </p:cNvSpPr>
          <p:nvPr>
            <p:ph type="body" sz="quarter" idx="13" hasCustomPrompt="1"/>
          </p:nvPr>
        </p:nvSpPr>
        <p:spPr>
          <a:xfrm>
            <a:off x="531811" y="4576225"/>
            <a:ext cx="11144252" cy="1112104"/>
          </a:xfrm>
          <a:prstGeom prst="rect">
            <a:avLst/>
          </a:prstGeom>
        </p:spPr>
        <p:txBody>
          <a:bodyPr wrap="square" anchor="b">
            <a:noAutofit/>
          </a:bodyPr>
          <a:lstStyle>
            <a:lvl1pPr marL="0" indent="0" algn="ctr">
              <a:buNone/>
              <a:defRPr lang="en-US" sz="2100" kern="1200" spc="-38" baseline="0">
                <a:solidFill>
                  <a:schemeClr val="tx2"/>
                </a:solidFill>
                <a:latin typeface="+mj-lt"/>
                <a:ea typeface="+mn-ea"/>
                <a:cs typeface="+mn-cs"/>
              </a:defRPr>
            </a:lvl1pPr>
          </a:lstStyle>
          <a:p>
            <a:pPr marL="0" lvl="0" indent="0" algn="ctr" defTabSz="685800" rtl="0" eaLnBrk="1" latinLnBrk="0" hangingPunct="1">
              <a:lnSpc>
                <a:spcPct val="95000"/>
              </a:lnSpc>
              <a:spcBef>
                <a:spcPts val="675"/>
              </a:spcBef>
              <a:spcAft>
                <a:spcPts val="225"/>
              </a:spcAft>
              <a:buClrTx/>
              <a:buFont typeface="Arial" panose="020B0604020202020204" pitchFamily="34" charset="0"/>
              <a:buNone/>
            </a:pPr>
            <a:r>
              <a:rPr lang="en-US"/>
              <a:t>Quote attribution</a:t>
            </a:r>
          </a:p>
        </p:txBody>
      </p:sp>
      <p:sp>
        <p:nvSpPr>
          <p:cNvPr id="6" name="TextBox 5">
            <a:extLst>
              <a:ext uri="{FF2B5EF4-FFF2-40B4-BE49-F238E27FC236}">
                <a16:creationId xmlns:a16="http://schemas.microsoft.com/office/drawing/2014/main" id="{27C2FA19-BE3E-05B1-4171-CAA8DF72820A}"/>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7" name="Footer Placeholder 3">
            <a:extLst>
              <a:ext uri="{FF2B5EF4-FFF2-40B4-BE49-F238E27FC236}">
                <a16:creationId xmlns:a16="http://schemas.microsoft.com/office/drawing/2014/main" id="{C5F8E0B2-E217-4B95-8180-3E61C6585219}"/>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8" name="TextBox 7">
            <a:extLst>
              <a:ext uri="{FF2B5EF4-FFF2-40B4-BE49-F238E27FC236}">
                <a16:creationId xmlns:a16="http://schemas.microsoft.com/office/drawing/2014/main" id="{2828029D-D613-9096-3027-484F6AE185F8}"/>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2764693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p:cSld name="50/50 Title+Subtitle+Content_Grey">
    <p:bg>
      <p:bgPr>
        <a:solidFill>
          <a:srgbClr val="EFF1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bg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5067829" cy="262800"/>
          </a:xfrm>
        </p:spPr>
        <p:txBody>
          <a:bodyPr/>
          <a:lstStyle>
            <a:lvl1pPr>
              <a:defRPr>
                <a:solidFill>
                  <a:schemeClr val="accent1"/>
                </a:solidFill>
              </a:defRPr>
            </a:lvl1pPr>
          </a:lstStyle>
          <a:p>
            <a:r>
              <a:rPr lang="en-US" dirty="0"/>
              <a:t>Title + Content layout</a:t>
            </a:r>
            <a:r>
              <a:rPr lang="zh-TW" altLang="en-US" dirty="0"/>
              <a:t> </a:t>
            </a:r>
            <a:r>
              <a:rPr lang="en-US" dirty="0"/>
              <a:t>Title </a:t>
            </a:r>
            <a:r>
              <a:rPr lang="en-US" altLang="zh-TW" dirty="0"/>
              <a:t>1</a:t>
            </a:r>
            <a:r>
              <a:rPr lang="en-US" dirty="0"/>
              <a:t> line max</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5067829"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bg1"/>
                </a:solidFill>
                <a:latin typeface="+mn-lt"/>
                <a:ea typeface="+mn-ea"/>
                <a:cs typeface="+mn-cs"/>
              </a:rPr>
              <a:pPr marL="0" lvl="0" algn="l" defTabSz="685800" rtl="0" eaLnBrk="1" latinLnBrk="0" hangingPunct="1">
                <a:lnSpc>
                  <a:spcPct val="125000"/>
                </a:lnSpc>
              </a:pPr>
              <a:t>‹#›</a:t>
            </a:fld>
            <a:endParaRPr lang="en-US" sz="600" kern="1200">
              <a:solidFill>
                <a:schemeClr val="bg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bg1"/>
                </a:solidFill>
              </a:rPr>
              <a:t>Confidential – Qualcomm Technologies, Inc. and/or its affiliated companies – May Contain Trade Secrets</a:t>
            </a:r>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6610085" y="1400433"/>
            <a:ext cx="5068800" cy="4765418"/>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Text Placeholder 5">
            <a:extLst>
              <a:ext uri="{FF2B5EF4-FFF2-40B4-BE49-F238E27FC236}">
                <a16:creationId xmlns:a16="http://schemas.microsoft.com/office/drawing/2014/main" id="{33A02645-A042-A0F8-6CC5-64E4E4E4C1AC}"/>
              </a:ext>
            </a:extLst>
          </p:cNvPr>
          <p:cNvSpPr>
            <a:spLocks noGrp="1"/>
          </p:cNvSpPr>
          <p:nvPr>
            <p:ph type="body" sz="quarter" idx="12" hasCustomPrompt="1"/>
          </p:nvPr>
        </p:nvSpPr>
        <p:spPr>
          <a:xfrm>
            <a:off x="516467" y="731266"/>
            <a:ext cx="5067300" cy="219710"/>
          </a:xfrm>
        </p:spPr>
        <p:txBody>
          <a:bodyPr/>
          <a:lstStyle>
            <a:lvl1pPr marL="0" indent="0">
              <a:buNone/>
              <a:defRPr sz="1400"/>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14" name="Text Placeholder 13">
            <a:extLst>
              <a:ext uri="{FF2B5EF4-FFF2-40B4-BE49-F238E27FC236}">
                <a16:creationId xmlns:a16="http://schemas.microsoft.com/office/drawing/2014/main" id="{40D293F4-DC8F-EF8A-1B24-A4E6BBD7FA9A}"/>
              </a:ext>
            </a:extLst>
          </p:cNvPr>
          <p:cNvSpPr>
            <a:spLocks noGrp="1"/>
          </p:cNvSpPr>
          <p:nvPr>
            <p:ph type="body" sz="quarter" idx="31" hasCustomPrompt="1"/>
          </p:nvPr>
        </p:nvSpPr>
        <p:spPr>
          <a:xfrm>
            <a:off x="6609600" y="449563"/>
            <a:ext cx="5068800"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bg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 Content layout Title 1 line max</a:t>
            </a:r>
          </a:p>
        </p:txBody>
      </p:sp>
      <p:sp>
        <p:nvSpPr>
          <p:cNvPr id="16" name="Text Placeholder 5">
            <a:extLst>
              <a:ext uri="{FF2B5EF4-FFF2-40B4-BE49-F238E27FC236}">
                <a16:creationId xmlns:a16="http://schemas.microsoft.com/office/drawing/2014/main" id="{895209FD-2373-B76A-66CF-FAE42A87FE39}"/>
              </a:ext>
            </a:extLst>
          </p:cNvPr>
          <p:cNvSpPr>
            <a:spLocks noGrp="1"/>
          </p:cNvSpPr>
          <p:nvPr>
            <p:ph type="body" sz="quarter" idx="32" hasCustomPrompt="1"/>
          </p:nvPr>
        </p:nvSpPr>
        <p:spPr>
          <a:xfrm>
            <a:off x="6610351" y="731266"/>
            <a:ext cx="5067300" cy="219710"/>
          </a:xfrm>
        </p:spPr>
        <p:txBody>
          <a:bodyPr/>
          <a:lstStyle>
            <a:lvl1pPr marL="0" indent="0">
              <a:buNone/>
              <a:defRPr sz="1400">
                <a:solidFill>
                  <a:schemeClr val="bg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8839423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guide id="2" pos="3122">
          <p15:clr>
            <a:srgbClr val="FBAE40"/>
          </p15:clr>
        </p15:guide>
        <p15:guide id="3" pos="2638">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p:cSld name="2/1 Title+Subtitle+Content_Grey">
    <p:bg>
      <p:bgPr>
        <a:solidFill>
          <a:srgbClr val="EFF1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49EC67-4330-B3B1-9553-022FC46F88C4}"/>
              </a:ext>
            </a:extLst>
          </p:cNvPr>
          <p:cNvSpPr/>
          <p:nvPr/>
        </p:nvSpPr>
        <p:spPr>
          <a:xfrm>
            <a:off x="8125872" y="0"/>
            <a:ext cx="40656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sz="1800" dirty="0" err="1">
              <a:solidFill>
                <a:schemeClr val="bg1"/>
              </a:solidFill>
              <a:latin typeface="Microsoft Sans Serif"/>
              <a:cs typeface="Microsoft Sans Serif" panose="020B0604020202020204" pitchFamily="34" charset="0"/>
            </a:endParaRPr>
          </a:p>
        </p:txBody>
      </p:sp>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9" y="449563"/>
            <a:ext cx="7099200" cy="262800"/>
          </a:xfrm>
        </p:spPr>
        <p:txBody>
          <a:bodyPr/>
          <a:lstStyle>
            <a:lvl1pPr>
              <a:defRPr>
                <a:solidFill>
                  <a:schemeClr val="accent1"/>
                </a:solidFill>
              </a:defRPr>
            </a:lvl1pPr>
          </a:lstStyle>
          <a:p>
            <a:r>
              <a:rPr lang="en-US" dirty="0"/>
              <a:t>Title + Content layout Title 1 line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9" y="1400433"/>
            <a:ext cx="7099200"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bg1"/>
                </a:solidFill>
                <a:latin typeface="+mn-lt"/>
                <a:ea typeface="+mn-ea"/>
                <a:cs typeface="+mn-cs"/>
              </a:rPr>
              <a:pPr marL="0" lvl="0" algn="l" defTabSz="685800" rtl="0" eaLnBrk="1" latinLnBrk="0" hangingPunct="1">
                <a:lnSpc>
                  <a:spcPct val="125000"/>
                </a:lnSpc>
              </a:pPr>
              <a:t>‹#›</a:t>
            </a:fld>
            <a:endParaRPr lang="en-US" sz="600" kern="1200">
              <a:solidFill>
                <a:schemeClr val="bg1"/>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5067829"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8640233" y="6338049"/>
            <a:ext cx="2898392" cy="175433"/>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bg1"/>
                </a:solidFill>
              </a:rPr>
              <a:t>Confidential – Qualcomm Technologies, Inc. and/or its affiliated companies – May Contain Trade Secrets</a:t>
            </a:r>
          </a:p>
        </p:txBody>
      </p:sp>
      <p:sp>
        <p:nvSpPr>
          <p:cNvPr id="19" name="Text Placeholder 3">
            <a:extLst>
              <a:ext uri="{FF2B5EF4-FFF2-40B4-BE49-F238E27FC236}">
                <a16:creationId xmlns:a16="http://schemas.microsoft.com/office/drawing/2014/main" id="{14771BB3-A39F-DAEF-00BD-35C3787D162E}"/>
              </a:ext>
            </a:extLst>
          </p:cNvPr>
          <p:cNvSpPr>
            <a:spLocks noGrp="1"/>
          </p:cNvSpPr>
          <p:nvPr>
            <p:ph idx="29" hasCustomPrompt="1"/>
          </p:nvPr>
        </p:nvSpPr>
        <p:spPr>
          <a:xfrm>
            <a:off x="8639957" y="1400433"/>
            <a:ext cx="3035577" cy="4765418"/>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5" name="Text Placeholder 24">
            <a:extLst>
              <a:ext uri="{FF2B5EF4-FFF2-40B4-BE49-F238E27FC236}">
                <a16:creationId xmlns:a16="http://schemas.microsoft.com/office/drawing/2014/main" id="{72B343AC-E916-3883-FB28-94910F789800}"/>
              </a:ext>
            </a:extLst>
          </p:cNvPr>
          <p:cNvSpPr>
            <a:spLocks noGrp="1"/>
          </p:cNvSpPr>
          <p:nvPr>
            <p:ph type="body" sz="quarter" idx="32" hasCustomPrompt="1"/>
          </p:nvPr>
        </p:nvSpPr>
        <p:spPr>
          <a:xfrm>
            <a:off x="8639473" y="449563"/>
            <a:ext cx="3036159" cy="262800"/>
          </a:xfrm>
        </p:spPr>
        <p:txBody>
          <a:bodyPr/>
          <a:lstStyle>
            <a:lvl1pPr marL="0" indent="0" algn="l" defTabSz="685800" rtl="0" eaLnBrk="1" latinLnBrk="0" hangingPunct="1">
              <a:lnSpc>
                <a:spcPct val="84000"/>
              </a:lnSpc>
              <a:spcBef>
                <a:spcPct val="0"/>
              </a:spcBef>
              <a:buNone/>
              <a:defRPr lang="en-US" sz="2100" kern="2000" spc="-38" baseline="0" dirty="0" smtClean="0">
                <a:solidFill>
                  <a:schemeClr val="bg1"/>
                </a:solidFill>
                <a:latin typeface="+mj-lt"/>
                <a:ea typeface="+mj-ea"/>
                <a:cs typeface="+mj-cs"/>
              </a:defRPr>
            </a:lvl1pPr>
            <a:lvl2pPr marL="136923"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2pPr>
            <a:lvl3pPr marL="301228"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3pPr>
            <a:lvl4pPr marL="403622" indent="0" algn="l" defTabSz="685800" rtl="0" eaLnBrk="1" latinLnBrk="0" hangingPunct="1">
              <a:lnSpc>
                <a:spcPct val="84000"/>
              </a:lnSpc>
              <a:spcBef>
                <a:spcPct val="0"/>
              </a:spcBef>
              <a:buNone/>
              <a:defRPr lang="en-US" sz="2100" kern="2000" spc="-38" baseline="0" dirty="0" smtClean="0">
                <a:solidFill>
                  <a:schemeClr val="accent1"/>
                </a:solidFill>
                <a:latin typeface="+mj-lt"/>
                <a:ea typeface="+mj-ea"/>
                <a:cs typeface="+mj-cs"/>
              </a:defRPr>
            </a:lvl4pPr>
            <a:lvl5pPr marL="500062" indent="0" algn="l" defTabSz="685800" rtl="0" eaLnBrk="1" latinLnBrk="0" hangingPunct="1">
              <a:lnSpc>
                <a:spcPct val="84000"/>
              </a:lnSpc>
              <a:spcBef>
                <a:spcPct val="0"/>
              </a:spcBef>
              <a:buNone/>
              <a:defRPr lang="en-US" sz="2100" kern="2000" spc="-38" baseline="0" dirty="0">
                <a:solidFill>
                  <a:schemeClr val="accent1"/>
                </a:solidFill>
                <a:latin typeface="+mj-lt"/>
                <a:ea typeface="+mj-ea"/>
                <a:cs typeface="+mj-cs"/>
              </a:defRPr>
            </a:lvl5pPr>
          </a:lstStyle>
          <a:p>
            <a:pPr lvl="0"/>
            <a:r>
              <a:rPr lang="en-US" dirty="0"/>
              <a:t>Title 1 line maximum</a:t>
            </a:r>
          </a:p>
        </p:txBody>
      </p:sp>
      <p:sp>
        <p:nvSpPr>
          <p:cNvPr id="2" name="Text Placeholder 5">
            <a:extLst>
              <a:ext uri="{FF2B5EF4-FFF2-40B4-BE49-F238E27FC236}">
                <a16:creationId xmlns:a16="http://schemas.microsoft.com/office/drawing/2014/main" id="{10C2158B-BE90-FB9A-CB9F-79E5A134BB16}"/>
              </a:ext>
            </a:extLst>
          </p:cNvPr>
          <p:cNvSpPr>
            <a:spLocks noGrp="1"/>
          </p:cNvSpPr>
          <p:nvPr>
            <p:ph type="body" sz="quarter" idx="12" hasCustomPrompt="1"/>
          </p:nvPr>
        </p:nvSpPr>
        <p:spPr>
          <a:xfrm>
            <a:off x="516467" y="731266"/>
            <a:ext cx="7097184" cy="219710"/>
          </a:xfrm>
        </p:spPr>
        <p:txBody>
          <a:bodyPr/>
          <a:lstStyle>
            <a:lvl1pPr marL="0" indent="0">
              <a:buNone/>
              <a:defRPr sz="1400"/>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
        <p:nvSpPr>
          <p:cNvPr id="6" name="Text Placeholder 5">
            <a:extLst>
              <a:ext uri="{FF2B5EF4-FFF2-40B4-BE49-F238E27FC236}">
                <a16:creationId xmlns:a16="http://schemas.microsoft.com/office/drawing/2014/main" id="{DB9EC3C8-7AA1-CFF6-0F21-6726C8F9B7CE}"/>
              </a:ext>
            </a:extLst>
          </p:cNvPr>
          <p:cNvSpPr>
            <a:spLocks noGrp="1"/>
          </p:cNvSpPr>
          <p:nvPr>
            <p:ph type="body" sz="quarter" idx="33" hasCustomPrompt="1"/>
          </p:nvPr>
        </p:nvSpPr>
        <p:spPr>
          <a:xfrm>
            <a:off x="8639472" y="731266"/>
            <a:ext cx="3038400" cy="219710"/>
          </a:xfrm>
        </p:spPr>
        <p:txBody>
          <a:bodyPr/>
          <a:lstStyle>
            <a:lvl1pPr marL="0" indent="0">
              <a:buNone/>
              <a:defRPr sz="1400">
                <a:solidFill>
                  <a:schemeClr val="bg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40718288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39">
          <p15:clr>
            <a:srgbClr val="FBAE40"/>
          </p15:clr>
        </p15:guide>
        <p15:guide id="4" pos="4082">
          <p15:clr>
            <a:srgbClr val="FBAE40"/>
          </p15:clr>
        </p15:guide>
        <p15:guide id="5" pos="3597">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p:cSld name="Title+Content_Grey">
    <p:bg>
      <p:bgPr>
        <a:solidFill>
          <a:srgbClr val="EFF1F5"/>
        </a:solid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8528B0B-7659-42CE-B2FF-35BD9740D4BA}"/>
              </a:ext>
            </a:extLst>
          </p:cNvPr>
          <p:cNvSpPr>
            <a:spLocks noGrp="1"/>
          </p:cNvSpPr>
          <p:nvPr>
            <p:ph type="title" hasCustomPrompt="1"/>
          </p:nvPr>
        </p:nvSpPr>
        <p:spPr>
          <a:xfrm>
            <a:off x="515938" y="449564"/>
            <a:ext cx="11160127" cy="621665"/>
          </a:xfrm>
        </p:spPr>
        <p:txBody>
          <a:bodyPr/>
          <a:lstStyle>
            <a:lvl1pPr>
              <a:defRPr>
                <a:solidFill>
                  <a:schemeClr val="accent1"/>
                </a:solidFill>
              </a:defRPr>
            </a:lvl1pPr>
          </a:lstStyle>
          <a:p>
            <a:r>
              <a:rPr lang="en-US" dirty="0"/>
              <a:t>Title + Content layout</a:t>
            </a:r>
            <a:br>
              <a:rPr lang="en-US" dirty="0"/>
            </a:br>
            <a:r>
              <a:rPr lang="en-US" dirty="0"/>
              <a:t>Title 2 lines maximum</a:t>
            </a:r>
            <a:endParaRPr lang="en-CA" dirty="0"/>
          </a:p>
        </p:txBody>
      </p:sp>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3" name="TextBox 2">
            <a:extLst>
              <a:ext uri="{FF2B5EF4-FFF2-40B4-BE49-F238E27FC236}">
                <a16:creationId xmlns:a16="http://schemas.microsoft.com/office/drawing/2014/main" id="{85A899EE-8819-A803-AD72-20E71CAA9E06}"/>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12FC74E7-B673-850E-3BA9-5F591D232FDF}"/>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FAFF5363-CD6E-FC65-0319-4EDB15BFB941}"/>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680061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p:cSld name="Title+Subtitle+Content_Grey">
    <p:bg>
      <p:bgPr>
        <a:solidFill>
          <a:srgbClr val="EFF1F5"/>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963293CB-7E50-B53A-9B90-97BB42A24AA8}"/>
              </a:ext>
            </a:extLst>
          </p:cNvPr>
          <p:cNvSpPr>
            <a:spLocks noGrp="1"/>
          </p:cNvSpPr>
          <p:nvPr>
            <p:ph idx="1" hasCustomPrompt="1"/>
          </p:nvPr>
        </p:nvSpPr>
        <p:spPr>
          <a:xfrm>
            <a:off x="515938" y="1400433"/>
            <a:ext cx="11160127" cy="4765418"/>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TextBox 4">
            <a:extLst>
              <a:ext uri="{FF2B5EF4-FFF2-40B4-BE49-F238E27FC236}">
                <a16:creationId xmlns:a16="http://schemas.microsoft.com/office/drawing/2014/main" id="{CD825B44-154B-A20C-C286-6E5307BEF859}"/>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6" name="Footer Placeholder 3">
            <a:extLst>
              <a:ext uri="{FF2B5EF4-FFF2-40B4-BE49-F238E27FC236}">
                <a16:creationId xmlns:a16="http://schemas.microsoft.com/office/drawing/2014/main" id="{7F3AAAB7-FC95-D0E5-7457-AAAC3E7492F8}"/>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7" name="TextBox 6">
            <a:extLst>
              <a:ext uri="{FF2B5EF4-FFF2-40B4-BE49-F238E27FC236}">
                <a16:creationId xmlns:a16="http://schemas.microsoft.com/office/drawing/2014/main" id="{4C7F31D5-ECA4-F99A-2438-5EFFD1E12F5F}"/>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
        <p:nvSpPr>
          <p:cNvPr id="2" name="Title 2">
            <a:extLst>
              <a:ext uri="{FF2B5EF4-FFF2-40B4-BE49-F238E27FC236}">
                <a16:creationId xmlns:a16="http://schemas.microsoft.com/office/drawing/2014/main" id="{D9A6C86E-F9A3-1248-C181-A65AE0C73BEC}"/>
              </a:ext>
            </a:extLst>
          </p:cNvPr>
          <p:cNvSpPr>
            <a:spLocks noGrp="1"/>
          </p:cNvSpPr>
          <p:nvPr>
            <p:ph type="title" hasCustomPrompt="1"/>
          </p:nvPr>
        </p:nvSpPr>
        <p:spPr>
          <a:xfrm>
            <a:off x="515938" y="449564"/>
            <a:ext cx="11160127" cy="621665"/>
          </a:xfrm>
        </p:spPr>
        <p:txBody>
          <a:bodyPr/>
          <a:lstStyle>
            <a:lvl1pPr>
              <a:defRPr>
                <a:solidFill>
                  <a:schemeClr val="accent1"/>
                </a:solidFill>
              </a:defRPr>
            </a:lvl1pPr>
          </a:lstStyle>
          <a:p>
            <a:r>
              <a:rPr lang="en-US" dirty="0"/>
              <a:t>Title + Content layout</a:t>
            </a:r>
            <a:br>
              <a:rPr lang="en-US" dirty="0"/>
            </a:br>
            <a:r>
              <a:rPr lang="en-US" dirty="0"/>
              <a:t>Title 2 lines maximum</a:t>
            </a:r>
            <a:endParaRPr lang="en-CA" dirty="0"/>
          </a:p>
        </p:txBody>
      </p:sp>
      <p:sp>
        <p:nvSpPr>
          <p:cNvPr id="8" name="Text Placeholder 5">
            <a:extLst>
              <a:ext uri="{FF2B5EF4-FFF2-40B4-BE49-F238E27FC236}">
                <a16:creationId xmlns:a16="http://schemas.microsoft.com/office/drawing/2014/main" id="{A5335433-08B2-1B9C-F560-79F4FB52B546}"/>
              </a:ext>
            </a:extLst>
          </p:cNvPr>
          <p:cNvSpPr>
            <a:spLocks noGrp="1"/>
          </p:cNvSpPr>
          <p:nvPr>
            <p:ph type="body" sz="quarter" idx="12" hasCustomPrompt="1"/>
          </p:nvPr>
        </p:nvSpPr>
        <p:spPr>
          <a:xfrm>
            <a:off x="516467" y="1097026"/>
            <a:ext cx="11159067" cy="219710"/>
          </a:xfrm>
        </p:spPr>
        <p:txBody>
          <a:bodyPr/>
          <a:lstStyle>
            <a:lvl1pPr marL="0" indent="0">
              <a:buNone/>
              <a:defRPr sz="1400">
                <a:solidFill>
                  <a:schemeClr val="tx1"/>
                </a:solidFill>
              </a:defRPr>
            </a:lvl1pPr>
          </a:lstStyle>
          <a:p>
            <a:pPr lvl="0"/>
            <a:r>
              <a:rPr lang="en-US" altLang="zh-TW" dirty="0"/>
              <a:t>Subtitle</a:t>
            </a:r>
            <a:r>
              <a:rPr lang="zh-TW" altLang="en-US" dirty="0"/>
              <a:t> </a:t>
            </a:r>
            <a:r>
              <a:rPr lang="en-US" altLang="zh-TW" dirty="0"/>
              <a:t>1</a:t>
            </a:r>
            <a:r>
              <a:rPr lang="zh-TW" altLang="en-US" dirty="0"/>
              <a:t> </a:t>
            </a:r>
            <a:r>
              <a:rPr lang="en-US" altLang="zh-TW" dirty="0"/>
              <a:t>line</a:t>
            </a:r>
            <a:r>
              <a:rPr lang="zh-TW" altLang="en-US" dirty="0"/>
              <a:t> </a:t>
            </a:r>
            <a:r>
              <a:rPr lang="en-US" altLang="zh-TW" dirty="0"/>
              <a:t>max</a:t>
            </a:r>
            <a:endParaRPr lang="en-CA" dirty="0"/>
          </a:p>
        </p:txBody>
      </p:sp>
    </p:spTree>
    <p:extLst>
      <p:ext uri="{BB962C8B-B14F-4D97-AF65-F5344CB8AC3E}">
        <p14:creationId xmlns:p14="http://schemas.microsoft.com/office/powerpoint/2010/main" val="32123472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p:cSld name="Blank_Grey">
    <p:bg>
      <p:bgPr>
        <a:solidFill>
          <a:srgbClr val="EFF1F5"/>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8253D5-3F53-085B-0B4A-28B47D5BB959}"/>
              </a:ext>
            </a:extLst>
          </p:cNvPr>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50000"/>
                  </a:schemeClr>
                </a:solidFill>
                <a:latin typeface="+mn-lt"/>
                <a:ea typeface="+mn-ea"/>
                <a:cs typeface="+mn-cs"/>
              </a:rPr>
              <a:pPr marL="0" lvl="0" algn="l" defTabSz="685800" rtl="0" eaLnBrk="1" latinLnBrk="0" hangingPunct="1">
                <a:lnSpc>
                  <a:spcPct val="125000"/>
                </a:lnSpc>
              </a:pPr>
              <a:t>‹#›</a:t>
            </a:fld>
            <a:endParaRPr lang="en-US" sz="6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176B10F9-A60B-0A21-7193-CD6577D5B257}"/>
              </a:ext>
            </a:extLst>
          </p:cNvPr>
          <p:cNvSpPr>
            <a:spLocks noGrp="1"/>
          </p:cNvSpPr>
          <p:nvPr>
            <p:ph type="ftr" sz="quarter" idx="28"/>
          </p:nvPr>
        </p:nvSpPr>
        <p:spPr>
          <a:xfrm>
            <a:off x="515939" y="6396925"/>
            <a:ext cx="6359648" cy="118174"/>
          </a:xfrm>
        </p:spPr>
        <p:txBody>
          <a:bodyPr/>
          <a:lstStyle>
            <a:lvl1pPr>
              <a:defRPr>
                <a:solidFill>
                  <a:schemeClr val="accent6">
                    <a:lumMod val="50000"/>
                  </a:schemeClr>
                </a:solidFill>
              </a:defRPr>
            </a:lvl1pPr>
          </a:lstStyle>
          <a:p>
            <a:endParaRPr lang="en-US"/>
          </a:p>
        </p:txBody>
      </p:sp>
      <p:sp>
        <p:nvSpPr>
          <p:cNvPr id="5" name="TextBox 4">
            <a:extLst>
              <a:ext uri="{FF2B5EF4-FFF2-40B4-BE49-F238E27FC236}">
                <a16:creationId xmlns:a16="http://schemas.microsoft.com/office/drawing/2014/main" id="{2CEF4BC9-F8D9-ADFD-0EE5-25C778A058D6}"/>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0207010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345194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Title_Dark Blue">
    <p:bg>
      <p:bgPr>
        <a:solidFill>
          <a:schemeClr val="accent2"/>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F85A682B-163D-4AA4-9385-052F4D99BE2E}"/>
              </a:ext>
            </a:extLst>
          </p:cNvPr>
          <p:cNvSpPr>
            <a:spLocks noChangeAspect="1" noEditPoints="1"/>
          </p:cNvSpPr>
          <p:nvPr/>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 name="Title 2">
            <a:extLst>
              <a:ext uri="{FF2B5EF4-FFF2-40B4-BE49-F238E27FC236}">
                <a16:creationId xmlns:a16="http://schemas.microsoft.com/office/drawing/2014/main" id="{62C0E76A-32B9-4D4D-B734-7A849718BDEC}"/>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12" name="Text Placeholder 22">
            <a:extLst>
              <a:ext uri="{FF2B5EF4-FFF2-40B4-BE49-F238E27FC236}">
                <a16:creationId xmlns:a16="http://schemas.microsoft.com/office/drawing/2014/main" id="{44604CD0-227D-BEAE-79E8-1BAFEC1EA9E4}"/>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a:t>Speaker title, Employing entity</a:t>
            </a:r>
          </a:p>
        </p:txBody>
      </p:sp>
      <p:pic>
        <p:nvPicPr>
          <p:cNvPr id="8" name="Picture 2">
            <a:extLst>
              <a:ext uri="{FF2B5EF4-FFF2-40B4-BE49-F238E27FC236}">
                <a16:creationId xmlns:a16="http://schemas.microsoft.com/office/drawing/2014/main" id="{6601EB22-A8D1-0743-7BB0-822BDDB5C9C7}"/>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96108" y="4802188"/>
            <a:ext cx="938292" cy="1029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7">
            <a:extLst>
              <a:ext uri="{FF2B5EF4-FFF2-40B4-BE49-F238E27FC236}">
                <a16:creationId xmlns:a16="http://schemas.microsoft.com/office/drawing/2014/main" id="{A0B80601-89FF-5E35-853D-D75C06D14573}"/>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p:txBody>
      </p:sp>
      <p:sp>
        <p:nvSpPr>
          <p:cNvPr id="4" name="TextBox 3">
            <a:extLst>
              <a:ext uri="{FF2B5EF4-FFF2-40B4-BE49-F238E27FC236}">
                <a16:creationId xmlns:a16="http://schemas.microsoft.com/office/drawing/2014/main" id="{762F7825-67D8-BEB0-EF71-6CA04CEAC158}"/>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
        <p:nvSpPr>
          <p:cNvPr id="5" name="TextBox 4">
            <a:extLst>
              <a:ext uri="{FF2B5EF4-FFF2-40B4-BE49-F238E27FC236}">
                <a16:creationId xmlns:a16="http://schemas.microsoft.com/office/drawing/2014/main" id="{14D08477-758A-76A7-39C3-518BAEFAD224}"/>
              </a:ext>
            </a:extLst>
          </p:cNvPr>
          <p:cNvSpPr txBox="1"/>
          <p:nvPr/>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800" kern="1200" baseline="0">
              <a:solidFill>
                <a:schemeClr val="accent6">
                  <a:lumMod val="90000"/>
                </a:schemeClr>
              </a:solidFill>
              <a:latin typeface="+mn-lt"/>
              <a:ea typeface="+mn-ea"/>
              <a:cs typeface="+mn-cs"/>
            </a:endParaRPr>
          </a:p>
        </p:txBody>
      </p:sp>
      <p:pic>
        <p:nvPicPr>
          <p:cNvPr id="6" name="Graphic 5">
            <a:extLst>
              <a:ext uri="{FF2B5EF4-FFF2-40B4-BE49-F238E27FC236}">
                <a16:creationId xmlns:a16="http://schemas.microsoft.com/office/drawing/2014/main" id="{D8063254-F261-DFD9-4AB5-B77C4B3645CF}"/>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7" name="Text Placeholder 22">
            <a:extLst>
              <a:ext uri="{FF2B5EF4-FFF2-40B4-BE49-F238E27FC236}">
                <a16:creationId xmlns:a16="http://schemas.microsoft.com/office/drawing/2014/main" id="{EA2F875C-812A-1F4A-9FFE-FB9951540F7D}"/>
              </a:ext>
            </a:extLst>
          </p:cNvPr>
          <p:cNvSpPr>
            <a:spLocks noGrp="1"/>
          </p:cNvSpPr>
          <p:nvPr>
            <p:ph type="body" sz="quarter" idx="14" hasCustomPrompt="1"/>
          </p:nvPr>
        </p:nvSpPr>
        <p:spPr>
          <a:xfrm>
            <a:off x="515939" y="5763332"/>
            <a:ext cx="5185614"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3893552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22">
          <p15:clr>
            <a:srgbClr val="FBAE40"/>
          </p15:clr>
        </p15:guide>
        <p15:guide id="6" pos="3591">
          <p15:clr>
            <a:srgbClr val="FBAE40"/>
          </p15:clr>
        </p15:guide>
        <p15:guide id="7" orient="horz" pos="3793">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p:cSld name="Title_Qualcomm Blue">
    <p:bg>
      <p:bgPr>
        <a:solidFill>
          <a:schemeClr val="accent1"/>
        </a:solidFill>
        <a:effectLst/>
      </p:bgPr>
    </p:bg>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A4F0D70E-53E2-162C-22F7-51348A82B292}"/>
              </a:ext>
            </a:extLst>
          </p:cNvPr>
          <p:cNvSpPr>
            <a:spLocks noChangeAspect="1" noEditPoints="1"/>
          </p:cNvSpPr>
          <p:nvPr/>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7" name="Text Placeholder 7">
            <a:extLst>
              <a:ext uri="{FF2B5EF4-FFF2-40B4-BE49-F238E27FC236}">
                <a16:creationId xmlns:a16="http://schemas.microsoft.com/office/drawing/2014/main" id="{CDFA959F-8485-8388-01E9-586AFF83F76F}"/>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5" name="TextBox 4">
            <a:extLst>
              <a:ext uri="{FF2B5EF4-FFF2-40B4-BE49-F238E27FC236}">
                <a16:creationId xmlns:a16="http://schemas.microsoft.com/office/drawing/2014/main" id="{6D5A080B-0C7D-C848-F3E0-B20E3AAC1F86}"/>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pic>
        <p:nvPicPr>
          <p:cNvPr id="16" name="Picture 2">
            <a:extLst>
              <a:ext uri="{FF2B5EF4-FFF2-40B4-BE49-F238E27FC236}">
                <a16:creationId xmlns:a16="http://schemas.microsoft.com/office/drawing/2014/main" id="{AE4EB415-5005-5B4F-C288-00A807B8346C}"/>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96108" y="4802188"/>
            <a:ext cx="938292" cy="1029289"/>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a:extLst>
              <a:ext uri="{FF2B5EF4-FFF2-40B4-BE49-F238E27FC236}">
                <a16:creationId xmlns:a16="http://schemas.microsoft.com/office/drawing/2014/main" id="{741D3CFE-57F5-AE08-0359-943F438E5D36}"/>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8" name="Text Placeholder 22">
            <a:extLst>
              <a:ext uri="{FF2B5EF4-FFF2-40B4-BE49-F238E27FC236}">
                <a16:creationId xmlns:a16="http://schemas.microsoft.com/office/drawing/2014/main" id="{25414CB8-C47B-D54A-5A19-D047C814EB2F}"/>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9" name="TextBox 8">
            <a:extLst>
              <a:ext uri="{FF2B5EF4-FFF2-40B4-BE49-F238E27FC236}">
                <a16:creationId xmlns:a16="http://schemas.microsoft.com/office/drawing/2014/main" id="{B7FAD67F-93ED-314D-D1AA-1DB2C697FECD}"/>
              </a:ext>
            </a:extLst>
          </p:cNvPr>
          <p:cNvSpPr txBox="1"/>
          <p:nvPr/>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800" kern="1200" baseline="0">
              <a:solidFill>
                <a:schemeClr val="accent6">
                  <a:lumMod val="90000"/>
                </a:schemeClr>
              </a:solidFill>
              <a:latin typeface="+mn-lt"/>
              <a:ea typeface="+mn-ea"/>
              <a:cs typeface="+mn-cs"/>
            </a:endParaRPr>
          </a:p>
        </p:txBody>
      </p:sp>
      <p:sp>
        <p:nvSpPr>
          <p:cNvPr id="10" name="Text Placeholder 22">
            <a:extLst>
              <a:ext uri="{FF2B5EF4-FFF2-40B4-BE49-F238E27FC236}">
                <a16:creationId xmlns:a16="http://schemas.microsoft.com/office/drawing/2014/main" id="{BB70763C-7C2B-E0D1-9972-18237DCCEDB1}"/>
              </a:ext>
            </a:extLst>
          </p:cNvPr>
          <p:cNvSpPr>
            <a:spLocks noGrp="1"/>
          </p:cNvSpPr>
          <p:nvPr>
            <p:ph type="body" sz="quarter" idx="14" hasCustomPrompt="1"/>
          </p:nvPr>
        </p:nvSpPr>
        <p:spPr>
          <a:xfrm>
            <a:off x="515939" y="5763332"/>
            <a:ext cx="5185614"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1274482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22">
          <p15:clr>
            <a:srgbClr val="FBAE40"/>
          </p15:clr>
        </p15:guide>
        <p15:guide id="6" pos="3591">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Title_Light Grey">
    <p:bg>
      <p:bgPr>
        <a:solidFill>
          <a:srgbClr val="EFF1F5"/>
        </a:soli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0C535C80-8733-FA80-BF54-35742A8FF0D6}"/>
              </a:ext>
            </a:extLst>
          </p:cNvPr>
          <p:cNvPicPr>
            <a:picLocks noChangeAspect="1" noChangeArrowheads="1"/>
          </p:cNvPicPr>
          <p:nvPr/>
        </p:nvPicPr>
        <p:blipFill rotWithShape="1">
          <a:blip r:embed="rId2">
            <a:extLst>
              <a:ext uri="{96DAC541-7B7A-43D3-8B79-37D633B846F1}">
                <asvg:svgBlip xmlns:asvg="http://schemas.microsoft.com/office/drawing/2016/SVG/main" r:embed="rId3"/>
              </a:ext>
            </a:extLst>
          </a:blip>
          <a:srcRect t="-1567" b="-1567"/>
          <a:stretch/>
        </p:blipFill>
        <p:spPr bwMode="auto">
          <a:xfrm>
            <a:off x="10295650" y="4786296"/>
            <a:ext cx="894630" cy="1062179"/>
          </a:xfrm>
          <a:prstGeom prst="rect">
            <a:avLst/>
          </a:prstGeom>
          <a:noFill/>
        </p:spPr>
      </p:pic>
      <p:sp>
        <p:nvSpPr>
          <p:cNvPr id="4" name="Freeform 5">
            <a:extLst>
              <a:ext uri="{FF2B5EF4-FFF2-40B4-BE49-F238E27FC236}">
                <a16:creationId xmlns:a16="http://schemas.microsoft.com/office/drawing/2014/main" id="{A4F0D70E-53E2-162C-22F7-51348A82B292}"/>
              </a:ext>
            </a:extLst>
          </p:cNvPr>
          <p:cNvSpPr>
            <a:spLocks noChangeAspect="1" noEditPoints="1"/>
          </p:cNvSpPr>
          <p:nvPr/>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Presentation </a:t>
            </a:r>
            <a:br>
              <a:rPr lang="en-US"/>
            </a:br>
            <a:r>
              <a:rPr lang="en-US"/>
              <a:t>title goes here</a:t>
            </a:r>
            <a:br>
              <a:rPr lang="en-US"/>
            </a:br>
            <a:r>
              <a:rPr lang="en-US"/>
              <a:t>four lines</a:t>
            </a:r>
            <a:br>
              <a:rPr lang="en-US"/>
            </a:br>
            <a:r>
              <a:rPr lang="en-US"/>
              <a:t>maximum</a:t>
            </a:r>
          </a:p>
        </p:txBody>
      </p:sp>
      <p:sp>
        <p:nvSpPr>
          <p:cNvPr id="7" name="Text Placeholder 7">
            <a:extLst>
              <a:ext uri="{FF2B5EF4-FFF2-40B4-BE49-F238E27FC236}">
                <a16:creationId xmlns:a16="http://schemas.microsoft.com/office/drawing/2014/main" id="{CDFA959F-8485-8388-01E9-586AFF83F76F}"/>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3" name="TextBox 2">
            <a:extLst>
              <a:ext uri="{FF2B5EF4-FFF2-40B4-BE49-F238E27FC236}">
                <a16:creationId xmlns:a16="http://schemas.microsoft.com/office/drawing/2014/main" id="{A6B47E4B-7691-E117-DE8C-D1A58AA5F413}"/>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50000"/>
                  </a:schemeClr>
                </a:solidFill>
              </a:rPr>
              <a:t>Confidential – Qualcomm Technologies, Inc. and/or its affiliated companies – May Contain Trade Secrets</a:t>
            </a:r>
          </a:p>
        </p:txBody>
      </p:sp>
      <p:pic>
        <p:nvPicPr>
          <p:cNvPr id="5" name="Graphic 4">
            <a:extLst>
              <a:ext uri="{FF2B5EF4-FFF2-40B4-BE49-F238E27FC236}">
                <a16:creationId xmlns:a16="http://schemas.microsoft.com/office/drawing/2014/main" id="{89029DA5-D332-D33B-48CF-786959774D28}"/>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6" name="Text Placeholder 22">
            <a:extLst>
              <a:ext uri="{FF2B5EF4-FFF2-40B4-BE49-F238E27FC236}">
                <a16:creationId xmlns:a16="http://schemas.microsoft.com/office/drawing/2014/main" id="{5591563C-8D42-F10A-A6F2-8BFC85D9973D}"/>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9" name="TextBox 8">
            <a:extLst>
              <a:ext uri="{FF2B5EF4-FFF2-40B4-BE49-F238E27FC236}">
                <a16:creationId xmlns:a16="http://schemas.microsoft.com/office/drawing/2014/main" id="{1F810BBF-1E4D-345B-1E9A-6518F97CFA5F}"/>
              </a:ext>
            </a:extLst>
          </p:cNvPr>
          <p:cNvSpPr txBox="1"/>
          <p:nvPr/>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50000"/>
                  </a:schemeClr>
                </a:solidFill>
                <a:latin typeface="+mn-lt"/>
                <a:ea typeface="+mn-ea"/>
                <a:cs typeface="+mn-cs"/>
              </a:rPr>
              <a:t>Snapdragon and Qualcomm branded products are products of Qualcomm Technologies, Inc. and/or its subsidiaries. Qualcomm patents are licensed by Qualcomm Incorporated.</a:t>
            </a:r>
            <a:endParaRPr lang="en-US" sz="800" kern="1200" baseline="0">
              <a:solidFill>
                <a:schemeClr val="accent6">
                  <a:lumMod val="50000"/>
                </a:schemeClr>
              </a:solidFill>
              <a:latin typeface="+mn-lt"/>
              <a:ea typeface="+mn-ea"/>
              <a:cs typeface="+mn-cs"/>
            </a:endParaRPr>
          </a:p>
        </p:txBody>
      </p:sp>
      <p:sp>
        <p:nvSpPr>
          <p:cNvPr id="10" name="Text Placeholder 22">
            <a:extLst>
              <a:ext uri="{FF2B5EF4-FFF2-40B4-BE49-F238E27FC236}">
                <a16:creationId xmlns:a16="http://schemas.microsoft.com/office/drawing/2014/main" id="{72F95F94-AED3-E1F5-F8D8-3D1C31656238}"/>
              </a:ext>
            </a:extLst>
          </p:cNvPr>
          <p:cNvSpPr>
            <a:spLocks noGrp="1"/>
          </p:cNvSpPr>
          <p:nvPr>
            <p:ph type="body" sz="quarter" idx="14" hasCustomPrompt="1"/>
          </p:nvPr>
        </p:nvSpPr>
        <p:spPr>
          <a:xfrm>
            <a:off x="515939" y="5763332"/>
            <a:ext cx="5185614"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3761750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22">
          <p15:clr>
            <a:srgbClr val="FBAE40"/>
          </p15:clr>
        </p15:guide>
        <p15:guide id="6" pos="3591">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Full Photo">
    <p:spTree>
      <p:nvGrpSpPr>
        <p:cNvPr id="1" name=""/>
        <p:cNvGrpSpPr/>
        <p:nvPr/>
      </p:nvGrpSpPr>
      <p:grpSpPr>
        <a:xfrm>
          <a:off x="0" y="0"/>
          <a:ext cx="0" cy="0"/>
          <a:chOff x="0" y="0"/>
          <a:chExt cx="0" cy="0"/>
        </a:xfrm>
      </p:grpSpPr>
      <p:sp>
        <p:nvSpPr>
          <p:cNvPr id="44" name="Picture Placeholder 43">
            <a:extLst>
              <a:ext uri="{FF2B5EF4-FFF2-40B4-BE49-F238E27FC236}">
                <a16:creationId xmlns:a16="http://schemas.microsoft.com/office/drawing/2014/main" id="{008FB009-1CAA-4C0D-DFFE-34480291E6D4}"/>
              </a:ext>
            </a:extLst>
          </p:cNvPr>
          <p:cNvSpPr>
            <a:spLocks noGrp="1"/>
          </p:cNvSpPr>
          <p:nvPr>
            <p:ph type="pic" sz="quarter" idx="12" hasCustomPrompt="1"/>
          </p:nvPr>
        </p:nvSpPr>
        <p:spPr>
          <a:xfrm>
            <a:off x="0" y="0"/>
            <a:ext cx="12192000" cy="6858000"/>
          </a:xfrm>
          <a:custGeom>
            <a:avLst/>
            <a:gdLst>
              <a:gd name="connsiteX0" fmla="*/ 1625898 w 12192000"/>
              <a:gd name="connsiteY0" fmla="*/ 586917 h 6858000"/>
              <a:gd name="connsiteX1" fmla="*/ 1684416 w 12192000"/>
              <a:gd name="connsiteY1" fmla="*/ 647861 h 6858000"/>
              <a:gd name="connsiteX2" fmla="*/ 1625898 w 12192000"/>
              <a:gd name="connsiteY2" fmla="*/ 708580 h 6858000"/>
              <a:gd name="connsiteX3" fmla="*/ 1567381 w 12192000"/>
              <a:gd name="connsiteY3" fmla="*/ 647861 h 6858000"/>
              <a:gd name="connsiteX4" fmla="*/ 1625898 w 12192000"/>
              <a:gd name="connsiteY4" fmla="*/ 586917 h 6858000"/>
              <a:gd name="connsiteX5" fmla="*/ 1144317 w 12192000"/>
              <a:gd name="connsiteY5" fmla="*/ 586917 h 6858000"/>
              <a:gd name="connsiteX6" fmla="*/ 1202834 w 12192000"/>
              <a:gd name="connsiteY6" fmla="*/ 647861 h 6858000"/>
              <a:gd name="connsiteX7" fmla="*/ 1144317 w 12192000"/>
              <a:gd name="connsiteY7" fmla="*/ 709029 h 6858000"/>
              <a:gd name="connsiteX8" fmla="*/ 1085799 w 12192000"/>
              <a:gd name="connsiteY8" fmla="*/ 647861 h 6858000"/>
              <a:gd name="connsiteX9" fmla="*/ 1144317 w 12192000"/>
              <a:gd name="connsiteY9" fmla="*/ 586917 h 6858000"/>
              <a:gd name="connsiteX10" fmla="*/ 1801451 w 12192000"/>
              <a:gd name="connsiteY10" fmla="*/ 554101 h 6858000"/>
              <a:gd name="connsiteX11" fmla="*/ 1790979 w 12192000"/>
              <a:gd name="connsiteY11" fmla="*/ 561469 h 6858000"/>
              <a:gd name="connsiteX12" fmla="*/ 1724489 w 12192000"/>
              <a:gd name="connsiteY12" fmla="*/ 732021 h 6858000"/>
              <a:gd name="connsiteX13" fmla="*/ 1730867 w 12192000"/>
              <a:gd name="connsiteY13" fmla="*/ 741396 h 6858000"/>
              <a:gd name="connsiteX14" fmla="*/ 1756367 w 12192000"/>
              <a:gd name="connsiteY14" fmla="*/ 741396 h 6858000"/>
              <a:gd name="connsiteX15" fmla="*/ 1766843 w 12192000"/>
              <a:gd name="connsiteY15" fmla="*/ 734477 h 6858000"/>
              <a:gd name="connsiteX16" fmla="*/ 1815798 w 12192000"/>
              <a:gd name="connsiteY16" fmla="*/ 605670 h 6858000"/>
              <a:gd name="connsiteX17" fmla="*/ 1864753 w 12192000"/>
              <a:gd name="connsiteY17" fmla="*/ 734477 h 6858000"/>
              <a:gd name="connsiteX18" fmla="*/ 1874996 w 12192000"/>
              <a:gd name="connsiteY18" fmla="*/ 741396 h 6858000"/>
              <a:gd name="connsiteX19" fmla="*/ 1898451 w 12192000"/>
              <a:gd name="connsiteY19" fmla="*/ 741396 h 6858000"/>
              <a:gd name="connsiteX20" fmla="*/ 1908924 w 12192000"/>
              <a:gd name="connsiteY20" fmla="*/ 734477 h 6858000"/>
              <a:gd name="connsiteX21" fmla="*/ 1959018 w 12192000"/>
              <a:gd name="connsiteY21" fmla="*/ 605670 h 6858000"/>
              <a:gd name="connsiteX22" fmla="*/ 2007518 w 12192000"/>
              <a:gd name="connsiteY22" fmla="*/ 734477 h 6858000"/>
              <a:gd name="connsiteX23" fmla="*/ 2017993 w 12192000"/>
              <a:gd name="connsiteY23" fmla="*/ 741396 h 6858000"/>
              <a:gd name="connsiteX24" fmla="*/ 2042584 w 12192000"/>
              <a:gd name="connsiteY24" fmla="*/ 741396 h 6858000"/>
              <a:gd name="connsiteX25" fmla="*/ 2053056 w 12192000"/>
              <a:gd name="connsiteY25" fmla="*/ 734477 h 6858000"/>
              <a:gd name="connsiteX26" fmla="*/ 2102011 w 12192000"/>
              <a:gd name="connsiteY26" fmla="*/ 605670 h 6858000"/>
              <a:gd name="connsiteX27" fmla="*/ 2151650 w 12192000"/>
              <a:gd name="connsiteY27" fmla="*/ 734477 h 6858000"/>
              <a:gd name="connsiteX28" fmla="*/ 2162126 w 12192000"/>
              <a:gd name="connsiteY28" fmla="*/ 741396 h 6858000"/>
              <a:gd name="connsiteX29" fmla="*/ 2185577 w 12192000"/>
              <a:gd name="connsiteY29" fmla="*/ 741396 h 6858000"/>
              <a:gd name="connsiteX30" fmla="*/ 2195824 w 12192000"/>
              <a:gd name="connsiteY30" fmla="*/ 734477 h 6858000"/>
              <a:gd name="connsiteX31" fmla="*/ 2245234 w 12192000"/>
              <a:gd name="connsiteY31" fmla="*/ 606340 h 6858000"/>
              <a:gd name="connsiteX32" fmla="*/ 2293734 w 12192000"/>
              <a:gd name="connsiteY32" fmla="*/ 734477 h 6858000"/>
              <a:gd name="connsiteX33" fmla="*/ 2304206 w 12192000"/>
              <a:gd name="connsiteY33" fmla="*/ 741396 h 6858000"/>
              <a:gd name="connsiteX34" fmla="*/ 2330394 w 12192000"/>
              <a:gd name="connsiteY34" fmla="*/ 741396 h 6858000"/>
              <a:gd name="connsiteX35" fmla="*/ 2336769 w 12192000"/>
              <a:gd name="connsiteY35" fmla="*/ 732021 h 6858000"/>
              <a:gd name="connsiteX36" fmla="*/ 2270279 w 12192000"/>
              <a:gd name="connsiteY36" fmla="*/ 561469 h 6858000"/>
              <a:gd name="connsiteX37" fmla="*/ 2260033 w 12192000"/>
              <a:gd name="connsiteY37" fmla="*/ 554101 h 6858000"/>
              <a:gd name="connsiteX38" fmla="*/ 2231345 w 12192000"/>
              <a:gd name="connsiteY38" fmla="*/ 554101 h 6858000"/>
              <a:gd name="connsiteX39" fmla="*/ 2220869 w 12192000"/>
              <a:gd name="connsiteY39" fmla="*/ 561469 h 6858000"/>
              <a:gd name="connsiteX40" fmla="*/ 2174421 w 12192000"/>
              <a:gd name="connsiteY40" fmla="*/ 686034 h 6858000"/>
              <a:gd name="connsiteX41" fmla="*/ 2126605 w 12192000"/>
              <a:gd name="connsiteY41" fmla="*/ 561469 h 6858000"/>
              <a:gd name="connsiteX42" fmla="*/ 2116358 w 12192000"/>
              <a:gd name="connsiteY42" fmla="*/ 554101 h 6858000"/>
              <a:gd name="connsiteX43" fmla="*/ 2087896 w 12192000"/>
              <a:gd name="connsiteY43" fmla="*/ 554101 h 6858000"/>
              <a:gd name="connsiteX44" fmla="*/ 2077650 w 12192000"/>
              <a:gd name="connsiteY44" fmla="*/ 561469 h 6858000"/>
              <a:gd name="connsiteX45" fmla="*/ 2030743 w 12192000"/>
              <a:gd name="connsiteY45" fmla="*/ 686034 h 6858000"/>
              <a:gd name="connsiteX46" fmla="*/ 1983608 w 12192000"/>
              <a:gd name="connsiteY46" fmla="*/ 561469 h 6858000"/>
              <a:gd name="connsiteX47" fmla="*/ 1973365 w 12192000"/>
              <a:gd name="connsiteY47" fmla="*/ 554101 h 6858000"/>
              <a:gd name="connsiteX48" fmla="*/ 1945128 w 12192000"/>
              <a:gd name="connsiteY48" fmla="*/ 554101 h 6858000"/>
              <a:gd name="connsiteX49" fmla="*/ 1934656 w 12192000"/>
              <a:gd name="connsiteY49" fmla="*/ 561469 h 6858000"/>
              <a:gd name="connsiteX50" fmla="*/ 1887295 w 12192000"/>
              <a:gd name="connsiteY50" fmla="*/ 686034 h 6858000"/>
              <a:gd name="connsiteX51" fmla="*/ 1840389 w 12192000"/>
              <a:gd name="connsiteY51" fmla="*/ 561469 h 6858000"/>
              <a:gd name="connsiteX52" fmla="*/ 1830142 w 12192000"/>
              <a:gd name="connsiteY52" fmla="*/ 554101 h 6858000"/>
              <a:gd name="connsiteX53" fmla="*/ 1801451 w 12192000"/>
              <a:gd name="connsiteY53" fmla="*/ 554101 h 6858000"/>
              <a:gd name="connsiteX54" fmla="*/ 841937 w 12192000"/>
              <a:gd name="connsiteY54" fmla="*/ 554101 h 6858000"/>
              <a:gd name="connsiteX55" fmla="*/ 832600 w 12192000"/>
              <a:gd name="connsiteY55" fmla="*/ 562809 h 6858000"/>
              <a:gd name="connsiteX56" fmla="*/ 832600 w 12192000"/>
              <a:gd name="connsiteY56" fmla="*/ 666168 h 6858000"/>
              <a:gd name="connsiteX57" fmla="*/ 913205 w 12192000"/>
              <a:gd name="connsiteY57" fmla="*/ 746532 h 6858000"/>
              <a:gd name="connsiteX58" fmla="*/ 975139 w 12192000"/>
              <a:gd name="connsiteY58" fmla="*/ 717513 h 6858000"/>
              <a:gd name="connsiteX59" fmla="*/ 975139 w 12192000"/>
              <a:gd name="connsiteY59" fmla="*/ 733136 h 6858000"/>
              <a:gd name="connsiteX60" fmla="*/ 984018 w 12192000"/>
              <a:gd name="connsiteY60" fmla="*/ 741396 h 6858000"/>
              <a:gd name="connsiteX61" fmla="*/ 1007473 w 12192000"/>
              <a:gd name="connsiteY61" fmla="*/ 741396 h 6858000"/>
              <a:gd name="connsiteX62" fmla="*/ 1016580 w 12192000"/>
              <a:gd name="connsiteY62" fmla="*/ 732915 h 6858000"/>
              <a:gd name="connsiteX63" fmla="*/ 1016580 w 12192000"/>
              <a:gd name="connsiteY63" fmla="*/ 563034 h 6858000"/>
              <a:gd name="connsiteX64" fmla="*/ 1007473 w 12192000"/>
              <a:gd name="connsiteY64" fmla="*/ 554101 h 6858000"/>
              <a:gd name="connsiteX65" fmla="*/ 984018 w 12192000"/>
              <a:gd name="connsiteY65" fmla="*/ 554101 h 6858000"/>
              <a:gd name="connsiteX66" fmla="*/ 975139 w 12192000"/>
              <a:gd name="connsiteY66" fmla="*/ 562809 h 6858000"/>
              <a:gd name="connsiteX67" fmla="*/ 975139 w 12192000"/>
              <a:gd name="connsiteY67" fmla="*/ 659916 h 6858000"/>
              <a:gd name="connsiteX68" fmla="*/ 923906 w 12192000"/>
              <a:gd name="connsiteY68" fmla="*/ 711261 h 6858000"/>
              <a:gd name="connsiteX69" fmla="*/ 874041 w 12192000"/>
              <a:gd name="connsiteY69" fmla="*/ 659470 h 6858000"/>
              <a:gd name="connsiteX70" fmla="*/ 874041 w 12192000"/>
              <a:gd name="connsiteY70" fmla="*/ 562809 h 6858000"/>
              <a:gd name="connsiteX71" fmla="*/ 865389 w 12192000"/>
              <a:gd name="connsiteY71" fmla="*/ 554101 h 6858000"/>
              <a:gd name="connsiteX72" fmla="*/ 841937 w 12192000"/>
              <a:gd name="connsiteY72" fmla="*/ 554101 h 6858000"/>
              <a:gd name="connsiteX73" fmla="*/ 1625898 w 12192000"/>
              <a:gd name="connsiteY73" fmla="*/ 548968 h 6858000"/>
              <a:gd name="connsiteX74" fmla="*/ 1525711 w 12192000"/>
              <a:gd name="connsiteY74" fmla="*/ 647861 h 6858000"/>
              <a:gd name="connsiteX75" fmla="*/ 1625898 w 12192000"/>
              <a:gd name="connsiteY75" fmla="*/ 746532 h 6858000"/>
              <a:gd name="connsiteX76" fmla="*/ 1726312 w 12192000"/>
              <a:gd name="connsiteY76" fmla="*/ 647861 h 6858000"/>
              <a:gd name="connsiteX77" fmla="*/ 1625898 w 12192000"/>
              <a:gd name="connsiteY77" fmla="*/ 548968 h 6858000"/>
              <a:gd name="connsiteX78" fmla="*/ 1451936 w 12192000"/>
              <a:gd name="connsiteY78" fmla="*/ 548743 h 6858000"/>
              <a:gd name="connsiteX79" fmla="*/ 1353346 w 12192000"/>
              <a:gd name="connsiteY79" fmla="*/ 647861 h 6858000"/>
              <a:gd name="connsiteX80" fmla="*/ 1451936 w 12192000"/>
              <a:gd name="connsiteY80" fmla="*/ 746532 h 6858000"/>
              <a:gd name="connsiteX81" fmla="*/ 1513415 w 12192000"/>
              <a:gd name="connsiteY81" fmla="*/ 727779 h 6858000"/>
              <a:gd name="connsiteX82" fmla="*/ 1515235 w 12192000"/>
              <a:gd name="connsiteY82" fmla="*/ 714832 h 6858000"/>
              <a:gd name="connsiteX83" fmla="*/ 1503398 w 12192000"/>
              <a:gd name="connsiteY83" fmla="*/ 700100 h 6858000"/>
              <a:gd name="connsiteX84" fmla="*/ 1489506 w 12192000"/>
              <a:gd name="connsiteY84" fmla="*/ 698090 h 6858000"/>
              <a:gd name="connsiteX85" fmla="*/ 1453304 w 12192000"/>
              <a:gd name="connsiteY85" fmla="*/ 709475 h 6858000"/>
              <a:gd name="connsiteX86" fmla="*/ 1395467 w 12192000"/>
              <a:gd name="connsiteY86" fmla="*/ 647861 h 6858000"/>
              <a:gd name="connsiteX87" fmla="*/ 1453304 w 12192000"/>
              <a:gd name="connsiteY87" fmla="*/ 585801 h 6858000"/>
              <a:gd name="connsiteX88" fmla="*/ 1490189 w 12192000"/>
              <a:gd name="connsiteY88" fmla="*/ 596965 h 6858000"/>
              <a:gd name="connsiteX89" fmla="*/ 1504078 w 12192000"/>
              <a:gd name="connsiteY89" fmla="*/ 595401 h 6858000"/>
              <a:gd name="connsiteX90" fmla="*/ 1515235 w 12192000"/>
              <a:gd name="connsiteY90" fmla="*/ 580222 h 6858000"/>
              <a:gd name="connsiteX91" fmla="*/ 1513415 w 12192000"/>
              <a:gd name="connsiteY91" fmla="*/ 567272 h 6858000"/>
              <a:gd name="connsiteX92" fmla="*/ 1451936 w 12192000"/>
              <a:gd name="connsiteY92" fmla="*/ 548743 h 6858000"/>
              <a:gd name="connsiteX93" fmla="*/ 1139990 w 12192000"/>
              <a:gd name="connsiteY93" fmla="*/ 548743 h 6858000"/>
              <a:gd name="connsiteX94" fmla="*/ 1043674 w 12192000"/>
              <a:gd name="connsiteY94" fmla="*/ 647415 h 6858000"/>
              <a:gd name="connsiteX95" fmla="*/ 1139536 w 12192000"/>
              <a:gd name="connsiteY95" fmla="*/ 746532 h 6858000"/>
              <a:gd name="connsiteX96" fmla="*/ 1202380 w 12192000"/>
              <a:gd name="connsiteY96" fmla="*/ 716394 h 6858000"/>
              <a:gd name="connsiteX97" fmla="*/ 1202380 w 12192000"/>
              <a:gd name="connsiteY97" fmla="*/ 732915 h 6858000"/>
              <a:gd name="connsiteX98" fmla="*/ 1211487 w 12192000"/>
              <a:gd name="connsiteY98" fmla="*/ 741396 h 6858000"/>
              <a:gd name="connsiteX99" fmla="*/ 1235168 w 12192000"/>
              <a:gd name="connsiteY99" fmla="*/ 741396 h 6858000"/>
              <a:gd name="connsiteX100" fmla="*/ 1243820 w 12192000"/>
              <a:gd name="connsiteY100" fmla="*/ 732915 h 6858000"/>
              <a:gd name="connsiteX101" fmla="*/ 1243820 w 12192000"/>
              <a:gd name="connsiteY101" fmla="*/ 563034 h 6858000"/>
              <a:gd name="connsiteX102" fmla="*/ 1235168 w 12192000"/>
              <a:gd name="connsiteY102" fmla="*/ 554101 h 6858000"/>
              <a:gd name="connsiteX103" fmla="*/ 1211487 w 12192000"/>
              <a:gd name="connsiteY103" fmla="*/ 554101 h 6858000"/>
              <a:gd name="connsiteX104" fmla="*/ 1202380 w 12192000"/>
              <a:gd name="connsiteY104" fmla="*/ 563034 h 6858000"/>
              <a:gd name="connsiteX105" fmla="*/ 1202380 w 12192000"/>
              <a:gd name="connsiteY105" fmla="*/ 578658 h 6858000"/>
              <a:gd name="connsiteX106" fmla="*/ 1139990 w 12192000"/>
              <a:gd name="connsiteY106" fmla="*/ 548743 h 6858000"/>
              <a:gd name="connsiteX107" fmla="*/ 661145 w 12192000"/>
              <a:gd name="connsiteY107" fmla="*/ 498739 h 6858000"/>
              <a:gd name="connsiteX108" fmla="*/ 761788 w 12192000"/>
              <a:gd name="connsiteY108" fmla="*/ 603214 h 6858000"/>
              <a:gd name="connsiteX109" fmla="*/ 724444 w 12192000"/>
              <a:gd name="connsiteY109" fmla="*/ 686259 h 6858000"/>
              <a:gd name="connsiteX110" fmla="*/ 705999 w 12192000"/>
              <a:gd name="connsiteY110" fmla="*/ 639601 h 6858000"/>
              <a:gd name="connsiteX111" fmla="*/ 694159 w 12192000"/>
              <a:gd name="connsiteY111" fmla="*/ 632234 h 6858000"/>
              <a:gd name="connsiteX112" fmla="*/ 670253 w 12192000"/>
              <a:gd name="connsiteY112" fmla="*/ 632234 h 6858000"/>
              <a:gd name="connsiteX113" fmla="*/ 662284 w 12192000"/>
              <a:gd name="connsiteY113" fmla="*/ 643397 h 6858000"/>
              <a:gd name="connsiteX114" fmla="*/ 686419 w 12192000"/>
              <a:gd name="connsiteY114" fmla="*/ 704787 h 6858000"/>
              <a:gd name="connsiteX115" fmla="*/ 661145 w 12192000"/>
              <a:gd name="connsiteY115" fmla="*/ 707913 h 6858000"/>
              <a:gd name="connsiteX116" fmla="*/ 560502 w 12192000"/>
              <a:gd name="connsiteY116" fmla="*/ 603214 h 6858000"/>
              <a:gd name="connsiteX117" fmla="*/ 661145 w 12192000"/>
              <a:gd name="connsiteY117" fmla="*/ 498739 h 6858000"/>
              <a:gd name="connsiteX118" fmla="*/ 1293915 w 12192000"/>
              <a:gd name="connsiteY118" fmla="*/ 465253 h 6858000"/>
              <a:gd name="connsiteX119" fmla="*/ 1284807 w 12192000"/>
              <a:gd name="connsiteY119" fmla="*/ 474183 h 6858000"/>
              <a:gd name="connsiteX120" fmla="*/ 1284807 w 12192000"/>
              <a:gd name="connsiteY120" fmla="*/ 732467 h 6858000"/>
              <a:gd name="connsiteX121" fmla="*/ 1293915 w 12192000"/>
              <a:gd name="connsiteY121" fmla="*/ 741396 h 6858000"/>
              <a:gd name="connsiteX122" fmla="*/ 1317366 w 12192000"/>
              <a:gd name="connsiteY122" fmla="*/ 741396 h 6858000"/>
              <a:gd name="connsiteX123" fmla="*/ 1326248 w 12192000"/>
              <a:gd name="connsiteY123" fmla="*/ 732467 h 6858000"/>
              <a:gd name="connsiteX124" fmla="*/ 1326248 w 12192000"/>
              <a:gd name="connsiteY124" fmla="*/ 474183 h 6858000"/>
              <a:gd name="connsiteX125" fmla="*/ 1317366 w 12192000"/>
              <a:gd name="connsiteY125" fmla="*/ 465253 h 6858000"/>
              <a:gd name="connsiteX126" fmla="*/ 1293915 w 12192000"/>
              <a:gd name="connsiteY126" fmla="*/ 465253 h 6858000"/>
              <a:gd name="connsiteX127" fmla="*/ 661145 w 12192000"/>
              <a:gd name="connsiteY127" fmla="*/ 460120 h 6858000"/>
              <a:gd name="connsiteX128" fmla="*/ 515874 w 12192000"/>
              <a:gd name="connsiteY128" fmla="*/ 603214 h 6858000"/>
              <a:gd name="connsiteX129" fmla="*/ 661145 w 12192000"/>
              <a:gd name="connsiteY129" fmla="*/ 746532 h 6858000"/>
              <a:gd name="connsiteX130" fmla="*/ 700763 w 12192000"/>
              <a:gd name="connsiteY130" fmla="*/ 741396 h 6858000"/>
              <a:gd name="connsiteX131" fmla="*/ 716475 w 12192000"/>
              <a:gd name="connsiteY131" fmla="*/ 781134 h 6858000"/>
              <a:gd name="connsiteX132" fmla="*/ 727176 w 12192000"/>
              <a:gd name="connsiteY132" fmla="*/ 788277 h 6858000"/>
              <a:gd name="connsiteX133" fmla="*/ 752222 w 12192000"/>
              <a:gd name="connsiteY133" fmla="*/ 788277 h 6858000"/>
              <a:gd name="connsiteX134" fmla="*/ 759736 w 12192000"/>
              <a:gd name="connsiteY134" fmla="*/ 776892 h 6858000"/>
              <a:gd name="connsiteX135" fmla="*/ 739471 w 12192000"/>
              <a:gd name="connsiteY135" fmla="*/ 724656 h 6858000"/>
              <a:gd name="connsiteX136" fmla="*/ 806416 w 12192000"/>
              <a:gd name="connsiteY136" fmla="*/ 603214 h 6858000"/>
              <a:gd name="connsiteX137" fmla="*/ 661145 w 12192000"/>
              <a:gd name="connsiteY137" fmla="*/ 460120 h 6858000"/>
              <a:gd name="connsiteX138" fmla="*/ 0 w 12192000"/>
              <a:gd name="connsiteY138" fmla="*/ 0 h 6858000"/>
              <a:gd name="connsiteX139" fmla="*/ 12192000 w 12192000"/>
              <a:gd name="connsiteY139" fmla="*/ 0 h 6858000"/>
              <a:gd name="connsiteX140" fmla="*/ 12192000 w 12192000"/>
              <a:gd name="connsiteY140" fmla="*/ 6858000 h 6858000"/>
              <a:gd name="connsiteX141" fmla="*/ 0 w 12192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2000" h="6858000">
                <a:moveTo>
                  <a:pt x="1625898" y="586917"/>
                </a:moveTo>
                <a:cubicBezTo>
                  <a:pt x="1660280" y="586917"/>
                  <a:pt x="1684416" y="613484"/>
                  <a:pt x="1684416" y="647861"/>
                </a:cubicBezTo>
                <a:cubicBezTo>
                  <a:pt x="1684416" y="681792"/>
                  <a:pt x="1660280" y="708580"/>
                  <a:pt x="1625898" y="708580"/>
                </a:cubicBezTo>
                <a:cubicBezTo>
                  <a:pt x="1591742" y="708580"/>
                  <a:pt x="1567381" y="681792"/>
                  <a:pt x="1567381" y="647861"/>
                </a:cubicBezTo>
                <a:cubicBezTo>
                  <a:pt x="1567381" y="613484"/>
                  <a:pt x="1591742" y="586917"/>
                  <a:pt x="1625898" y="586917"/>
                </a:cubicBezTo>
                <a:close/>
                <a:moveTo>
                  <a:pt x="1144317" y="586917"/>
                </a:moveTo>
                <a:cubicBezTo>
                  <a:pt x="1178244" y="586917"/>
                  <a:pt x="1202834" y="613484"/>
                  <a:pt x="1202834" y="647861"/>
                </a:cubicBezTo>
                <a:cubicBezTo>
                  <a:pt x="1202834" y="681792"/>
                  <a:pt x="1178244" y="709029"/>
                  <a:pt x="1144317" y="709029"/>
                </a:cubicBezTo>
                <a:cubicBezTo>
                  <a:pt x="1110164" y="709029"/>
                  <a:pt x="1085799" y="681792"/>
                  <a:pt x="1085799" y="647861"/>
                </a:cubicBezTo>
                <a:cubicBezTo>
                  <a:pt x="1085799" y="613484"/>
                  <a:pt x="1110164" y="586917"/>
                  <a:pt x="1144317" y="586917"/>
                </a:cubicBezTo>
                <a:close/>
                <a:moveTo>
                  <a:pt x="1801451" y="554101"/>
                </a:moveTo>
                <a:cubicBezTo>
                  <a:pt x="1796669" y="554101"/>
                  <a:pt x="1793027" y="556557"/>
                  <a:pt x="1790979" y="561469"/>
                </a:cubicBezTo>
                <a:cubicBezTo>
                  <a:pt x="1790979" y="561469"/>
                  <a:pt x="1790979" y="561469"/>
                  <a:pt x="1724489" y="732021"/>
                </a:cubicBezTo>
                <a:cubicBezTo>
                  <a:pt x="1722669" y="736708"/>
                  <a:pt x="1724943" y="741396"/>
                  <a:pt x="1730867" y="741396"/>
                </a:cubicBezTo>
                <a:cubicBezTo>
                  <a:pt x="1730867" y="741396"/>
                  <a:pt x="1730867" y="741396"/>
                  <a:pt x="1756367" y="741396"/>
                </a:cubicBezTo>
                <a:cubicBezTo>
                  <a:pt x="1761149" y="741396"/>
                  <a:pt x="1765249" y="739164"/>
                  <a:pt x="1766843" y="734477"/>
                </a:cubicBezTo>
                <a:cubicBezTo>
                  <a:pt x="1766843" y="734477"/>
                  <a:pt x="1766843" y="734477"/>
                  <a:pt x="1815798" y="605670"/>
                </a:cubicBezTo>
                <a:cubicBezTo>
                  <a:pt x="1815798" y="605670"/>
                  <a:pt x="1815798" y="605670"/>
                  <a:pt x="1864753" y="734477"/>
                </a:cubicBezTo>
                <a:cubicBezTo>
                  <a:pt x="1866573" y="739389"/>
                  <a:pt x="1870215" y="741396"/>
                  <a:pt x="1874996" y="741396"/>
                </a:cubicBezTo>
                <a:cubicBezTo>
                  <a:pt x="1874996" y="741396"/>
                  <a:pt x="1874996" y="741396"/>
                  <a:pt x="1898451" y="741396"/>
                </a:cubicBezTo>
                <a:cubicBezTo>
                  <a:pt x="1903233" y="741396"/>
                  <a:pt x="1906875" y="739389"/>
                  <a:pt x="1908924" y="734477"/>
                </a:cubicBezTo>
                <a:cubicBezTo>
                  <a:pt x="1908924" y="734477"/>
                  <a:pt x="1908924" y="734477"/>
                  <a:pt x="1959018" y="605670"/>
                </a:cubicBezTo>
                <a:cubicBezTo>
                  <a:pt x="1959018" y="605670"/>
                  <a:pt x="1959018" y="605670"/>
                  <a:pt x="2007518" y="734477"/>
                </a:cubicBezTo>
                <a:cubicBezTo>
                  <a:pt x="2009566" y="739164"/>
                  <a:pt x="2013209" y="741396"/>
                  <a:pt x="2017993" y="741396"/>
                </a:cubicBezTo>
                <a:cubicBezTo>
                  <a:pt x="2017993" y="741396"/>
                  <a:pt x="2017993" y="741396"/>
                  <a:pt x="2042584" y="741396"/>
                </a:cubicBezTo>
                <a:cubicBezTo>
                  <a:pt x="2047365" y="741396"/>
                  <a:pt x="2051007" y="739164"/>
                  <a:pt x="2053056" y="734477"/>
                </a:cubicBezTo>
                <a:cubicBezTo>
                  <a:pt x="2053056" y="734477"/>
                  <a:pt x="2053056" y="734477"/>
                  <a:pt x="2102011" y="605670"/>
                </a:cubicBezTo>
                <a:cubicBezTo>
                  <a:pt x="2102011" y="605670"/>
                  <a:pt x="2102011" y="605670"/>
                  <a:pt x="2151650" y="734477"/>
                </a:cubicBezTo>
                <a:cubicBezTo>
                  <a:pt x="2153699" y="739389"/>
                  <a:pt x="2157341" y="741396"/>
                  <a:pt x="2162126" y="741396"/>
                </a:cubicBezTo>
                <a:cubicBezTo>
                  <a:pt x="2162126" y="741396"/>
                  <a:pt x="2162126" y="741396"/>
                  <a:pt x="2185577" y="741396"/>
                </a:cubicBezTo>
                <a:cubicBezTo>
                  <a:pt x="2190359" y="741396"/>
                  <a:pt x="2193775" y="739389"/>
                  <a:pt x="2195824" y="734477"/>
                </a:cubicBezTo>
                <a:cubicBezTo>
                  <a:pt x="2195824" y="734477"/>
                  <a:pt x="2195824" y="734477"/>
                  <a:pt x="2245234" y="606340"/>
                </a:cubicBezTo>
                <a:cubicBezTo>
                  <a:pt x="2245234" y="606340"/>
                  <a:pt x="2245234" y="606340"/>
                  <a:pt x="2293734" y="734477"/>
                </a:cubicBezTo>
                <a:cubicBezTo>
                  <a:pt x="2295328" y="739164"/>
                  <a:pt x="2299425" y="741396"/>
                  <a:pt x="2304206" y="741396"/>
                </a:cubicBezTo>
                <a:cubicBezTo>
                  <a:pt x="2304206" y="741396"/>
                  <a:pt x="2304206" y="741396"/>
                  <a:pt x="2330394" y="741396"/>
                </a:cubicBezTo>
                <a:cubicBezTo>
                  <a:pt x="2336314" y="741396"/>
                  <a:pt x="2338818" y="736708"/>
                  <a:pt x="2336769" y="732021"/>
                </a:cubicBezTo>
                <a:cubicBezTo>
                  <a:pt x="2336769" y="732021"/>
                  <a:pt x="2336769" y="732021"/>
                  <a:pt x="2270279" y="561469"/>
                </a:cubicBezTo>
                <a:cubicBezTo>
                  <a:pt x="2268230" y="556557"/>
                  <a:pt x="2264817" y="554101"/>
                  <a:pt x="2260033" y="554101"/>
                </a:cubicBezTo>
                <a:cubicBezTo>
                  <a:pt x="2260033" y="554101"/>
                  <a:pt x="2260033" y="554101"/>
                  <a:pt x="2231345" y="554101"/>
                </a:cubicBezTo>
                <a:cubicBezTo>
                  <a:pt x="2226564" y="554101"/>
                  <a:pt x="2222918" y="556557"/>
                  <a:pt x="2220869" y="561469"/>
                </a:cubicBezTo>
                <a:cubicBezTo>
                  <a:pt x="2220869" y="561469"/>
                  <a:pt x="2220869" y="561469"/>
                  <a:pt x="2174421" y="686034"/>
                </a:cubicBezTo>
                <a:cubicBezTo>
                  <a:pt x="2174421" y="686034"/>
                  <a:pt x="2174421" y="686034"/>
                  <a:pt x="2126605" y="561469"/>
                </a:cubicBezTo>
                <a:cubicBezTo>
                  <a:pt x="2124553" y="556557"/>
                  <a:pt x="2120911" y="554101"/>
                  <a:pt x="2116358" y="554101"/>
                </a:cubicBezTo>
                <a:cubicBezTo>
                  <a:pt x="2116358" y="554101"/>
                  <a:pt x="2116358" y="554101"/>
                  <a:pt x="2087896" y="554101"/>
                </a:cubicBezTo>
                <a:cubicBezTo>
                  <a:pt x="2083112" y="554101"/>
                  <a:pt x="2079699" y="556557"/>
                  <a:pt x="2077650" y="561469"/>
                </a:cubicBezTo>
                <a:cubicBezTo>
                  <a:pt x="2077650" y="561469"/>
                  <a:pt x="2077650" y="561469"/>
                  <a:pt x="2030743" y="686034"/>
                </a:cubicBezTo>
                <a:cubicBezTo>
                  <a:pt x="2030743" y="686034"/>
                  <a:pt x="2030743" y="686034"/>
                  <a:pt x="1983608" y="561469"/>
                </a:cubicBezTo>
                <a:cubicBezTo>
                  <a:pt x="1981788" y="556557"/>
                  <a:pt x="1978146" y="554101"/>
                  <a:pt x="1973365" y="554101"/>
                </a:cubicBezTo>
                <a:cubicBezTo>
                  <a:pt x="1973365" y="554101"/>
                  <a:pt x="1973365" y="554101"/>
                  <a:pt x="1945128" y="554101"/>
                </a:cubicBezTo>
                <a:cubicBezTo>
                  <a:pt x="1940347" y="554101"/>
                  <a:pt x="1936705" y="556557"/>
                  <a:pt x="1934656" y="561469"/>
                </a:cubicBezTo>
                <a:cubicBezTo>
                  <a:pt x="1934656" y="561469"/>
                  <a:pt x="1934656" y="561469"/>
                  <a:pt x="1887295" y="686034"/>
                </a:cubicBezTo>
                <a:cubicBezTo>
                  <a:pt x="1887295" y="686034"/>
                  <a:pt x="1887295" y="686034"/>
                  <a:pt x="1840389" y="561469"/>
                </a:cubicBezTo>
                <a:cubicBezTo>
                  <a:pt x="1838340" y="556557"/>
                  <a:pt x="1834923" y="554101"/>
                  <a:pt x="1830142" y="554101"/>
                </a:cubicBezTo>
                <a:cubicBezTo>
                  <a:pt x="1830142" y="554101"/>
                  <a:pt x="1830142" y="554101"/>
                  <a:pt x="1801451" y="554101"/>
                </a:cubicBezTo>
                <a:close/>
                <a:moveTo>
                  <a:pt x="841937" y="554101"/>
                </a:moveTo>
                <a:cubicBezTo>
                  <a:pt x="837152" y="554101"/>
                  <a:pt x="832600" y="557897"/>
                  <a:pt x="832600" y="562809"/>
                </a:cubicBezTo>
                <a:cubicBezTo>
                  <a:pt x="832600" y="562809"/>
                  <a:pt x="832600" y="562809"/>
                  <a:pt x="832600" y="666168"/>
                </a:cubicBezTo>
                <a:cubicBezTo>
                  <a:pt x="832600" y="714162"/>
                  <a:pt x="863340" y="746532"/>
                  <a:pt x="913205" y="746532"/>
                </a:cubicBezTo>
                <a:cubicBezTo>
                  <a:pt x="943035" y="746532"/>
                  <a:pt x="963299" y="734701"/>
                  <a:pt x="975139" y="717513"/>
                </a:cubicBezTo>
                <a:cubicBezTo>
                  <a:pt x="975139" y="717513"/>
                  <a:pt x="975139" y="717513"/>
                  <a:pt x="975139" y="733136"/>
                </a:cubicBezTo>
                <a:cubicBezTo>
                  <a:pt x="975139" y="737824"/>
                  <a:pt x="979466" y="741396"/>
                  <a:pt x="984018" y="741396"/>
                </a:cubicBezTo>
                <a:cubicBezTo>
                  <a:pt x="984018" y="741396"/>
                  <a:pt x="984018" y="741396"/>
                  <a:pt x="1007473" y="741396"/>
                </a:cubicBezTo>
                <a:cubicBezTo>
                  <a:pt x="1012254" y="741396"/>
                  <a:pt x="1016580" y="737603"/>
                  <a:pt x="1016580" y="732915"/>
                </a:cubicBezTo>
                <a:cubicBezTo>
                  <a:pt x="1016580" y="732915"/>
                  <a:pt x="1016580" y="732915"/>
                  <a:pt x="1016580" y="563034"/>
                </a:cubicBezTo>
                <a:cubicBezTo>
                  <a:pt x="1016580" y="557897"/>
                  <a:pt x="1012254" y="554101"/>
                  <a:pt x="1007473" y="554101"/>
                </a:cubicBezTo>
                <a:cubicBezTo>
                  <a:pt x="1007473" y="554101"/>
                  <a:pt x="1007473" y="554101"/>
                  <a:pt x="984018" y="554101"/>
                </a:cubicBezTo>
                <a:cubicBezTo>
                  <a:pt x="979466" y="554101"/>
                  <a:pt x="975139" y="557897"/>
                  <a:pt x="975139" y="562809"/>
                </a:cubicBezTo>
                <a:cubicBezTo>
                  <a:pt x="975139" y="562809"/>
                  <a:pt x="975139" y="562809"/>
                  <a:pt x="975139" y="659916"/>
                </a:cubicBezTo>
                <a:cubicBezTo>
                  <a:pt x="975139" y="689830"/>
                  <a:pt x="956011" y="711261"/>
                  <a:pt x="923906" y="711261"/>
                </a:cubicBezTo>
                <a:cubicBezTo>
                  <a:pt x="890892" y="711261"/>
                  <a:pt x="874041" y="690721"/>
                  <a:pt x="874041" y="659470"/>
                </a:cubicBezTo>
                <a:cubicBezTo>
                  <a:pt x="874041" y="659470"/>
                  <a:pt x="874041" y="659470"/>
                  <a:pt x="874041" y="562809"/>
                </a:cubicBezTo>
                <a:cubicBezTo>
                  <a:pt x="874041" y="557897"/>
                  <a:pt x="870170" y="554101"/>
                  <a:pt x="865389" y="554101"/>
                </a:cubicBezTo>
                <a:cubicBezTo>
                  <a:pt x="865389" y="554101"/>
                  <a:pt x="865389" y="554101"/>
                  <a:pt x="841937" y="554101"/>
                </a:cubicBezTo>
                <a:close/>
                <a:moveTo>
                  <a:pt x="1625898" y="548968"/>
                </a:moveTo>
                <a:cubicBezTo>
                  <a:pt x="1570110" y="548968"/>
                  <a:pt x="1525711" y="592053"/>
                  <a:pt x="1525711" y="647861"/>
                </a:cubicBezTo>
                <a:cubicBezTo>
                  <a:pt x="1525711" y="703893"/>
                  <a:pt x="1570110" y="746532"/>
                  <a:pt x="1625898" y="746532"/>
                </a:cubicBezTo>
                <a:cubicBezTo>
                  <a:pt x="1681683" y="746532"/>
                  <a:pt x="1726312" y="703893"/>
                  <a:pt x="1726312" y="647861"/>
                </a:cubicBezTo>
                <a:cubicBezTo>
                  <a:pt x="1726312" y="592053"/>
                  <a:pt x="1681683" y="548968"/>
                  <a:pt x="1625898" y="548968"/>
                </a:cubicBezTo>
                <a:close/>
                <a:moveTo>
                  <a:pt x="1451936" y="548743"/>
                </a:moveTo>
                <a:cubicBezTo>
                  <a:pt x="1392734" y="548743"/>
                  <a:pt x="1353346" y="591608"/>
                  <a:pt x="1353346" y="647861"/>
                </a:cubicBezTo>
                <a:cubicBezTo>
                  <a:pt x="1353346" y="703893"/>
                  <a:pt x="1392734" y="746532"/>
                  <a:pt x="1451936" y="746532"/>
                </a:cubicBezTo>
                <a:cubicBezTo>
                  <a:pt x="1475391" y="746532"/>
                  <a:pt x="1497019" y="739834"/>
                  <a:pt x="1513415" y="727779"/>
                </a:cubicBezTo>
                <a:cubicBezTo>
                  <a:pt x="1516148" y="725772"/>
                  <a:pt x="1520474" y="721085"/>
                  <a:pt x="1515235" y="714832"/>
                </a:cubicBezTo>
                <a:lnTo>
                  <a:pt x="1503398" y="700100"/>
                </a:lnTo>
                <a:cubicBezTo>
                  <a:pt x="1498613" y="693848"/>
                  <a:pt x="1493832" y="695858"/>
                  <a:pt x="1489506" y="698090"/>
                </a:cubicBezTo>
                <a:cubicBezTo>
                  <a:pt x="1479033" y="703893"/>
                  <a:pt x="1467418" y="709475"/>
                  <a:pt x="1453304" y="709475"/>
                </a:cubicBezTo>
                <a:cubicBezTo>
                  <a:pt x="1418463" y="709475"/>
                  <a:pt x="1395467" y="682462"/>
                  <a:pt x="1395467" y="647861"/>
                </a:cubicBezTo>
                <a:cubicBezTo>
                  <a:pt x="1395467" y="613038"/>
                  <a:pt x="1418463" y="585801"/>
                  <a:pt x="1453304" y="585801"/>
                </a:cubicBezTo>
                <a:cubicBezTo>
                  <a:pt x="1467418" y="585801"/>
                  <a:pt x="1479943" y="590713"/>
                  <a:pt x="1490189" y="596965"/>
                </a:cubicBezTo>
                <a:cubicBezTo>
                  <a:pt x="1494516" y="599867"/>
                  <a:pt x="1499752" y="601428"/>
                  <a:pt x="1504078" y="595401"/>
                </a:cubicBezTo>
                <a:cubicBezTo>
                  <a:pt x="1504078" y="595401"/>
                  <a:pt x="1504078" y="595401"/>
                  <a:pt x="1515235" y="580222"/>
                </a:cubicBezTo>
                <a:cubicBezTo>
                  <a:pt x="1520019" y="573525"/>
                  <a:pt x="1516148" y="569283"/>
                  <a:pt x="1513415" y="567272"/>
                </a:cubicBezTo>
                <a:cubicBezTo>
                  <a:pt x="1497019" y="555220"/>
                  <a:pt x="1475391" y="548743"/>
                  <a:pt x="1451936" y="548743"/>
                </a:cubicBezTo>
                <a:close/>
                <a:moveTo>
                  <a:pt x="1139990" y="548743"/>
                </a:moveTo>
                <a:cubicBezTo>
                  <a:pt x="1088303" y="548743"/>
                  <a:pt x="1043674" y="588927"/>
                  <a:pt x="1043674" y="647415"/>
                </a:cubicBezTo>
                <a:cubicBezTo>
                  <a:pt x="1043674" y="706794"/>
                  <a:pt x="1088303" y="746532"/>
                  <a:pt x="1139536" y="746532"/>
                </a:cubicBezTo>
                <a:cubicBezTo>
                  <a:pt x="1167317" y="746532"/>
                  <a:pt x="1190084" y="734031"/>
                  <a:pt x="1202380" y="716394"/>
                </a:cubicBezTo>
                <a:cubicBezTo>
                  <a:pt x="1202380" y="732915"/>
                  <a:pt x="1202380" y="732915"/>
                  <a:pt x="1202380" y="732915"/>
                </a:cubicBezTo>
                <a:cubicBezTo>
                  <a:pt x="1202380" y="737603"/>
                  <a:pt x="1206935" y="741396"/>
                  <a:pt x="1211487" y="741396"/>
                </a:cubicBezTo>
                <a:cubicBezTo>
                  <a:pt x="1235168" y="741396"/>
                  <a:pt x="1235168" y="741396"/>
                  <a:pt x="1235168" y="741396"/>
                </a:cubicBezTo>
                <a:cubicBezTo>
                  <a:pt x="1239949" y="741396"/>
                  <a:pt x="1243820" y="737603"/>
                  <a:pt x="1243820" y="732915"/>
                </a:cubicBezTo>
                <a:cubicBezTo>
                  <a:pt x="1243820" y="563034"/>
                  <a:pt x="1243820" y="563034"/>
                  <a:pt x="1243820" y="563034"/>
                </a:cubicBezTo>
                <a:cubicBezTo>
                  <a:pt x="1243820" y="557897"/>
                  <a:pt x="1239949" y="554101"/>
                  <a:pt x="1235168" y="554101"/>
                </a:cubicBezTo>
                <a:cubicBezTo>
                  <a:pt x="1211487" y="554101"/>
                  <a:pt x="1211487" y="554101"/>
                  <a:pt x="1211487" y="554101"/>
                </a:cubicBezTo>
                <a:cubicBezTo>
                  <a:pt x="1206935" y="554101"/>
                  <a:pt x="1202380" y="557897"/>
                  <a:pt x="1202380" y="563034"/>
                </a:cubicBezTo>
                <a:cubicBezTo>
                  <a:pt x="1202380" y="578658"/>
                  <a:pt x="1202380" y="578658"/>
                  <a:pt x="1202380" y="578658"/>
                </a:cubicBezTo>
                <a:cubicBezTo>
                  <a:pt x="1190539" y="561023"/>
                  <a:pt x="1167317" y="548743"/>
                  <a:pt x="1139990" y="548743"/>
                </a:cubicBezTo>
                <a:close/>
                <a:moveTo>
                  <a:pt x="661145" y="498739"/>
                </a:moveTo>
                <a:cubicBezTo>
                  <a:pt x="720117" y="498739"/>
                  <a:pt x="761788" y="544056"/>
                  <a:pt x="761788" y="603214"/>
                </a:cubicBezTo>
                <a:cubicBezTo>
                  <a:pt x="761788" y="637816"/>
                  <a:pt x="747670" y="667505"/>
                  <a:pt x="724444" y="686259"/>
                </a:cubicBezTo>
                <a:cubicBezTo>
                  <a:pt x="705999" y="639601"/>
                  <a:pt x="705999" y="639601"/>
                  <a:pt x="705999" y="639601"/>
                </a:cubicBezTo>
                <a:cubicBezTo>
                  <a:pt x="704406" y="635584"/>
                  <a:pt x="701218" y="632234"/>
                  <a:pt x="694159" y="632234"/>
                </a:cubicBezTo>
                <a:cubicBezTo>
                  <a:pt x="670253" y="632234"/>
                  <a:pt x="670253" y="632234"/>
                  <a:pt x="670253" y="632234"/>
                </a:cubicBezTo>
                <a:cubicBezTo>
                  <a:pt x="664332" y="632234"/>
                  <a:pt x="659551" y="636030"/>
                  <a:pt x="662284" y="643397"/>
                </a:cubicBezTo>
                <a:cubicBezTo>
                  <a:pt x="686419" y="704787"/>
                  <a:pt x="686419" y="704787"/>
                  <a:pt x="686419" y="704787"/>
                </a:cubicBezTo>
                <a:cubicBezTo>
                  <a:pt x="678451" y="706794"/>
                  <a:pt x="670024" y="707913"/>
                  <a:pt x="661145" y="707913"/>
                </a:cubicBezTo>
                <a:cubicBezTo>
                  <a:pt x="602169" y="707913"/>
                  <a:pt x="560502" y="662597"/>
                  <a:pt x="560502" y="603214"/>
                </a:cubicBezTo>
                <a:cubicBezTo>
                  <a:pt x="560502" y="544056"/>
                  <a:pt x="602169" y="498739"/>
                  <a:pt x="661145" y="498739"/>
                </a:cubicBezTo>
                <a:close/>
                <a:moveTo>
                  <a:pt x="1293915" y="465253"/>
                </a:moveTo>
                <a:cubicBezTo>
                  <a:pt x="1289133" y="465253"/>
                  <a:pt x="1284807" y="469495"/>
                  <a:pt x="1284807" y="474183"/>
                </a:cubicBezTo>
                <a:cubicBezTo>
                  <a:pt x="1284807" y="474183"/>
                  <a:pt x="1284807" y="474183"/>
                  <a:pt x="1284807" y="732467"/>
                </a:cubicBezTo>
                <a:cubicBezTo>
                  <a:pt x="1284807" y="737157"/>
                  <a:pt x="1289133" y="741396"/>
                  <a:pt x="1293915" y="741396"/>
                </a:cubicBezTo>
                <a:cubicBezTo>
                  <a:pt x="1293915" y="741396"/>
                  <a:pt x="1293915" y="741396"/>
                  <a:pt x="1317366" y="741396"/>
                </a:cubicBezTo>
                <a:cubicBezTo>
                  <a:pt x="1322606" y="741396"/>
                  <a:pt x="1326248" y="737157"/>
                  <a:pt x="1326248" y="732467"/>
                </a:cubicBezTo>
                <a:cubicBezTo>
                  <a:pt x="1326248" y="732467"/>
                  <a:pt x="1326248" y="732467"/>
                  <a:pt x="1326248" y="474183"/>
                </a:cubicBezTo>
                <a:cubicBezTo>
                  <a:pt x="1326248" y="469495"/>
                  <a:pt x="1322606" y="465253"/>
                  <a:pt x="1317366" y="465253"/>
                </a:cubicBezTo>
                <a:cubicBezTo>
                  <a:pt x="1317366" y="465253"/>
                  <a:pt x="1317366" y="465253"/>
                  <a:pt x="1293915" y="465253"/>
                </a:cubicBezTo>
                <a:close/>
                <a:moveTo>
                  <a:pt x="661145" y="460120"/>
                </a:moveTo>
                <a:cubicBezTo>
                  <a:pt x="580766" y="460120"/>
                  <a:pt x="515874" y="521285"/>
                  <a:pt x="515874" y="603214"/>
                </a:cubicBezTo>
                <a:cubicBezTo>
                  <a:pt x="515874" y="685143"/>
                  <a:pt x="580766" y="746532"/>
                  <a:pt x="661145" y="746532"/>
                </a:cubicBezTo>
                <a:cubicBezTo>
                  <a:pt x="674805" y="746532"/>
                  <a:pt x="688239" y="744746"/>
                  <a:pt x="700763" y="741396"/>
                </a:cubicBezTo>
                <a:cubicBezTo>
                  <a:pt x="716475" y="781134"/>
                  <a:pt x="716475" y="781134"/>
                  <a:pt x="716475" y="781134"/>
                </a:cubicBezTo>
                <a:cubicBezTo>
                  <a:pt x="718069" y="785597"/>
                  <a:pt x="721256" y="788277"/>
                  <a:pt x="727176" y="788277"/>
                </a:cubicBezTo>
                <a:cubicBezTo>
                  <a:pt x="752222" y="788277"/>
                  <a:pt x="752222" y="788277"/>
                  <a:pt x="752222" y="788277"/>
                </a:cubicBezTo>
                <a:cubicBezTo>
                  <a:pt x="758142" y="788277"/>
                  <a:pt x="762697" y="784260"/>
                  <a:pt x="759736" y="776892"/>
                </a:cubicBezTo>
                <a:cubicBezTo>
                  <a:pt x="739471" y="724656"/>
                  <a:pt x="739471" y="724656"/>
                  <a:pt x="739471" y="724656"/>
                </a:cubicBezTo>
                <a:cubicBezTo>
                  <a:pt x="779774" y="699875"/>
                  <a:pt x="806416" y="655899"/>
                  <a:pt x="806416" y="603214"/>
                </a:cubicBezTo>
                <a:cubicBezTo>
                  <a:pt x="806416" y="521285"/>
                  <a:pt x="741520" y="460120"/>
                  <a:pt x="661145" y="460120"/>
                </a:cubicBezTo>
                <a:close/>
                <a:moveTo>
                  <a:pt x="0" y="0"/>
                </a:moveTo>
                <a:lnTo>
                  <a:pt x="12192000" y="0"/>
                </a:lnTo>
                <a:lnTo>
                  <a:pt x="12192000" y="6858000"/>
                </a:lnTo>
                <a:lnTo>
                  <a:pt x="0" y="6858000"/>
                </a:lnTo>
                <a:close/>
              </a:path>
            </a:pathLst>
          </a:custGeom>
          <a:noFill/>
        </p:spPr>
        <p:txBody>
          <a:bodyPr wrap="square" lIns="503998" tIns="5040000" rIns="0" anchor="t">
            <a:noAutofit/>
          </a:bodyPr>
          <a:lstStyle>
            <a:lvl1pPr marL="0" indent="0">
              <a:buNone/>
              <a:defRPr sz="3000"/>
            </a:lvl1pPr>
          </a:lstStyle>
          <a:p>
            <a:r>
              <a:rPr lang="en-US"/>
              <a:t>Drag and drop an image onto the slide to insert photo</a:t>
            </a:r>
          </a:p>
        </p:txBody>
      </p:sp>
      <p:sp>
        <p:nvSpPr>
          <p:cNvPr id="46" name="Text Placeholder 45">
            <a:extLst>
              <a:ext uri="{FF2B5EF4-FFF2-40B4-BE49-F238E27FC236}">
                <a16:creationId xmlns:a16="http://schemas.microsoft.com/office/drawing/2014/main" id="{02D7560F-611C-07BA-46B4-6DC5FA90447C}"/>
              </a:ext>
            </a:extLst>
          </p:cNvPr>
          <p:cNvSpPr>
            <a:spLocks noGrp="1"/>
          </p:cNvSpPr>
          <p:nvPr>
            <p:ph type="body" sz="quarter" idx="14"/>
          </p:nvPr>
        </p:nvSpPr>
        <p:spPr>
          <a:xfrm>
            <a:off x="0" y="0"/>
            <a:ext cx="12192000" cy="6858000"/>
          </a:xfrm>
          <a:custGeom>
            <a:avLst/>
            <a:gdLst>
              <a:gd name="connsiteX0" fmla="*/ 1625898 w 12192000"/>
              <a:gd name="connsiteY0" fmla="*/ 586917 h 6858000"/>
              <a:gd name="connsiteX1" fmla="*/ 1684416 w 12192000"/>
              <a:gd name="connsiteY1" fmla="*/ 647861 h 6858000"/>
              <a:gd name="connsiteX2" fmla="*/ 1625898 w 12192000"/>
              <a:gd name="connsiteY2" fmla="*/ 708580 h 6858000"/>
              <a:gd name="connsiteX3" fmla="*/ 1567381 w 12192000"/>
              <a:gd name="connsiteY3" fmla="*/ 647861 h 6858000"/>
              <a:gd name="connsiteX4" fmla="*/ 1625898 w 12192000"/>
              <a:gd name="connsiteY4" fmla="*/ 586917 h 6858000"/>
              <a:gd name="connsiteX5" fmla="*/ 1144317 w 12192000"/>
              <a:gd name="connsiteY5" fmla="*/ 586917 h 6858000"/>
              <a:gd name="connsiteX6" fmla="*/ 1202834 w 12192000"/>
              <a:gd name="connsiteY6" fmla="*/ 647861 h 6858000"/>
              <a:gd name="connsiteX7" fmla="*/ 1144317 w 12192000"/>
              <a:gd name="connsiteY7" fmla="*/ 709029 h 6858000"/>
              <a:gd name="connsiteX8" fmla="*/ 1085799 w 12192000"/>
              <a:gd name="connsiteY8" fmla="*/ 647861 h 6858000"/>
              <a:gd name="connsiteX9" fmla="*/ 1144317 w 12192000"/>
              <a:gd name="connsiteY9" fmla="*/ 586917 h 6858000"/>
              <a:gd name="connsiteX10" fmla="*/ 1801451 w 12192000"/>
              <a:gd name="connsiteY10" fmla="*/ 554101 h 6858000"/>
              <a:gd name="connsiteX11" fmla="*/ 1790979 w 12192000"/>
              <a:gd name="connsiteY11" fmla="*/ 561469 h 6858000"/>
              <a:gd name="connsiteX12" fmla="*/ 1724489 w 12192000"/>
              <a:gd name="connsiteY12" fmla="*/ 732021 h 6858000"/>
              <a:gd name="connsiteX13" fmla="*/ 1730867 w 12192000"/>
              <a:gd name="connsiteY13" fmla="*/ 741396 h 6858000"/>
              <a:gd name="connsiteX14" fmla="*/ 1756367 w 12192000"/>
              <a:gd name="connsiteY14" fmla="*/ 741396 h 6858000"/>
              <a:gd name="connsiteX15" fmla="*/ 1766843 w 12192000"/>
              <a:gd name="connsiteY15" fmla="*/ 734477 h 6858000"/>
              <a:gd name="connsiteX16" fmla="*/ 1815798 w 12192000"/>
              <a:gd name="connsiteY16" fmla="*/ 605670 h 6858000"/>
              <a:gd name="connsiteX17" fmla="*/ 1864753 w 12192000"/>
              <a:gd name="connsiteY17" fmla="*/ 734477 h 6858000"/>
              <a:gd name="connsiteX18" fmla="*/ 1874996 w 12192000"/>
              <a:gd name="connsiteY18" fmla="*/ 741396 h 6858000"/>
              <a:gd name="connsiteX19" fmla="*/ 1898451 w 12192000"/>
              <a:gd name="connsiteY19" fmla="*/ 741396 h 6858000"/>
              <a:gd name="connsiteX20" fmla="*/ 1908924 w 12192000"/>
              <a:gd name="connsiteY20" fmla="*/ 734477 h 6858000"/>
              <a:gd name="connsiteX21" fmla="*/ 1959018 w 12192000"/>
              <a:gd name="connsiteY21" fmla="*/ 605670 h 6858000"/>
              <a:gd name="connsiteX22" fmla="*/ 2007518 w 12192000"/>
              <a:gd name="connsiteY22" fmla="*/ 734477 h 6858000"/>
              <a:gd name="connsiteX23" fmla="*/ 2017993 w 12192000"/>
              <a:gd name="connsiteY23" fmla="*/ 741396 h 6858000"/>
              <a:gd name="connsiteX24" fmla="*/ 2042584 w 12192000"/>
              <a:gd name="connsiteY24" fmla="*/ 741396 h 6858000"/>
              <a:gd name="connsiteX25" fmla="*/ 2053056 w 12192000"/>
              <a:gd name="connsiteY25" fmla="*/ 734477 h 6858000"/>
              <a:gd name="connsiteX26" fmla="*/ 2102011 w 12192000"/>
              <a:gd name="connsiteY26" fmla="*/ 605670 h 6858000"/>
              <a:gd name="connsiteX27" fmla="*/ 2151650 w 12192000"/>
              <a:gd name="connsiteY27" fmla="*/ 734477 h 6858000"/>
              <a:gd name="connsiteX28" fmla="*/ 2162126 w 12192000"/>
              <a:gd name="connsiteY28" fmla="*/ 741396 h 6858000"/>
              <a:gd name="connsiteX29" fmla="*/ 2185577 w 12192000"/>
              <a:gd name="connsiteY29" fmla="*/ 741396 h 6858000"/>
              <a:gd name="connsiteX30" fmla="*/ 2195824 w 12192000"/>
              <a:gd name="connsiteY30" fmla="*/ 734477 h 6858000"/>
              <a:gd name="connsiteX31" fmla="*/ 2245234 w 12192000"/>
              <a:gd name="connsiteY31" fmla="*/ 606340 h 6858000"/>
              <a:gd name="connsiteX32" fmla="*/ 2293734 w 12192000"/>
              <a:gd name="connsiteY32" fmla="*/ 734477 h 6858000"/>
              <a:gd name="connsiteX33" fmla="*/ 2304206 w 12192000"/>
              <a:gd name="connsiteY33" fmla="*/ 741396 h 6858000"/>
              <a:gd name="connsiteX34" fmla="*/ 2330394 w 12192000"/>
              <a:gd name="connsiteY34" fmla="*/ 741396 h 6858000"/>
              <a:gd name="connsiteX35" fmla="*/ 2336769 w 12192000"/>
              <a:gd name="connsiteY35" fmla="*/ 732021 h 6858000"/>
              <a:gd name="connsiteX36" fmla="*/ 2270279 w 12192000"/>
              <a:gd name="connsiteY36" fmla="*/ 561469 h 6858000"/>
              <a:gd name="connsiteX37" fmla="*/ 2260033 w 12192000"/>
              <a:gd name="connsiteY37" fmla="*/ 554101 h 6858000"/>
              <a:gd name="connsiteX38" fmla="*/ 2231345 w 12192000"/>
              <a:gd name="connsiteY38" fmla="*/ 554101 h 6858000"/>
              <a:gd name="connsiteX39" fmla="*/ 2220869 w 12192000"/>
              <a:gd name="connsiteY39" fmla="*/ 561469 h 6858000"/>
              <a:gd name="connsiteX40" fmla="*/ 2174421 w 12192000"/>
              <a:gd name="connsiteY40" fmla="*/ 686034 h 6858000"/>
              <a:gd name="connsiteX41" fmla="*/ 2126605 w 12192000"/>
              <a:gd name="connsiteY41" fmla="*/ 561469 h 6858000"/>
              <a:gd name="connsiteX42" fmla="*/ 2116358 w 12192000"/>
              <a:gd name="connsiteY42" fmla="*/ 554101 h 6858000"/>
              <a:gd name="connsiteX43" fmla="*/ 2087896 w 12192000"/>
              <a:gd name="connsiteY43" fmla="*/ 554101 h 6858000"/>
              <a:gd name="connsiteX44" fmla="*/ 2077650 w 12192000"/>
              <a:gd name="connsiteY44" fmla="*/ 561469 h 6858000"/>
              <a:gd name="connsiteX45" fmla="*/ 2030743 w 12192000"/>
              <a:gd name="connsiteY45" fmla="*/ 686034 h 6858000"/>
              <a:gd name="connsiteX46" fmla="*/ 1983608 w 12192000"/>
              <a:gd name="connsiteY46" fmla="*/ 561469 h 6858000"/>
              <a:gd name="connsiteX47" fmla="*/ 1973365 w 12192000"/>
              <a:gd name="connsiteY47" fmla="*/ 554101 h 6858000"/>
              <a:gd name="connsiteX48" fmla="*/ 1945128 w 12192000"/>
              <a:gd name="connsiteY48" fmla="*/ 554101 h 6858000"/>
              <a:gd name="connsiteX49" fmla="*/ 1934656 w 12192000"/>
              <a:gd name="connsiteY49" fmla="*/ 561469 h 6858000"/>
              <a:gd name="connsiteX50" fmla="*/ 1887295 w 12192000"/>
              <a:gd name="connsiteY50" fmla="*/ 686034 h 6858000"/>
              <a:gd name="connsiteX51" fmla="*/ 1840389 w 12192000"/>
              <a:gd name="connsiteY51" fmla="*/ 561469 h 6858000"/>
              <a:gd name="connsiteX52" fmla="*/ 1830142 w 12192000"/>
              <a:gd name="connsiteY52" fmla="*/ 554101 h 6858000"/>
              <a:gd name="connsiteX53" fmla="*/ 1801451 w 12192000"/>
              <a:gd name="connsiteY53" fmla="*/ 554101 h 6858000"/>
              <a:gd name="connsiteX54" fmla="*/ 841937 w 12192000"/>
              <a:gd name="connsiteY54" fmla="*/ 554101 h 6858000"/>
              <a:gd name="connsiteX55" fmla="*/ 832600 w 12192000"/>
              <a:gd name="connsiteY55" fmla="*/ 562809 h 6858000"/>
              <a:gd name="connsiteX56" fmla="*/ 832600 w 12192000"/>
              <a:gd name="connsiteY56" fmla="*/ 666168 h 6858000"/>
              <a:gd name="connsiteX57" fmla="*/ 913205 w 12192000"/>
              <a:gd name="connsiteY57" fmla="*/ 746532 h 6858000"/>
              <a:gd name="connsiteX58" fmla="*/ 975139 w 12192000"/>
              <a:gd name="connsiteY58" fmla="*/ 717513 h 6858000"/>
              <a:gd name="connsiteX59" fmla="*/ 975139 w 12192000"/>
              <a:gd name="connsiteY59" fmla="*/ 733136 h 6858000"/>
              <a:gd name="connsiteX60" fmla="*/ 984018 w 12192000"/>
              <a:gd name="connsiteY60" fmla="*/ 741396 h 6858000"/>
              <a:gd name="connsiteX61" fmla="*/ 1007473 w 12192000"/>
              <a:gd name="connsiteY61" fmla="*/ 741396 h 6858000"/>
              <a:gd name="connsiteX62" fmla="*/ 1016580 w 12192000"/>
              <a:gd name="connsiteY62" fmla="*/ 732915 h 6858000"/>
              <a:gd name="connsiteX63" fmla="*/ 1016580 w 12192000"/>
              <a:gd name="connsiteY63" fmla="*/ 563034 h 6858000"/>
              <a:gd name="connsiteX64" fmla="*/ 1007473 w 12192000"/>
              <a:gd name="connsiteY64" fmla="*/ 554101 h 6858000"/>
              <a:gd name="connsiteX65" fmla="*/ 984018 w 12192000"/>
              <a:gd name="connsiteY65" fmla="*/ 554101 h 6858000"/>
              <a:gd name="connsiteX66" fmla="*/ 975139 w 12192000"/>
              <a:gd name="connsiteY66" fmla="*/ 562809 h 6858000"/>
              <a:gd name="connsiteX67" fmla="*/ 975139 w 12192000"/>
              <a:gd name="connsiteY67" fmla="*/ 659916 h 6858000"/>
              <a:gd name="connsiteX68" fmla="*/ 923906 w 12192000"/>
              <a:gd name="connsiteY68" fmla="*/ 711261 h 6858000"/>
              <a:gd name="connsiteX69" fmla="*/ 874041 w 12192000"/>
              <a:gd name="connsiteY69" fmla="*/ 659470 h 6858000"/>
              <a:gd name="connsiteX70" fmla="*/ 874041 w 12192000"/>
              <a:gd name="connsiteY70" fmla="*/ 562809 h 6858000"/>
              <a:gd name="connsiteX71" fmla="*/ 865389 w 12192000"/>
              <a:gd name="connsiteY71" fmla="*/ 554101 h 6858000"/>
              <a:gd name="connsiteX72" fmla="*/ 841937 w 12192000"/>
              <a:gd name="connsiteY72" fmla="*/ 554101 h 6858000"/>
              <a:gd name="connsiteX73" fmla="*/ 1625898 w 12192000"/>
              <a:gd name="connsiteY73" fmla="*/ 548968 h 6858000"/>
              <a:gd name="connsiteX74" fmla="*/ 1525711 w 12192000"/>
              <a:gd name="connsiteY74" fmla="*/ 647861 h 6858000"/>
              <a:gd name="connsiteX75" fmla="*/ 1625898 w 12192000"/>
              <a:gd name="connsiteY75" fmla="*/ 746532 h 6858000"/>
              <a:gd name="connsiteX76" fmla="*/ 1726312 w 12192000"/>
              <a:gd name="connsiteY76" fmla="*/ 647861 h 6858000"/>
              <a:gd name="connsiteX77" fmla="*/ 1625898 w 12192000"/>
              <a:gd name="connsiteY77" fmla="*/ 548968 h 6858000"/>
              <a:gd name="connsiteX78" fmla="*/ 1451936 w 12192000"/>
              <a:gd name="connsiteY78" fmla="*/ 548743 h 6858000"/>
              <a:gd name="connsiteX79" fmla="*/ 1353346 w 12192000"/>
              <a:gd name="connsiteY79" fmla="*/ 647861 h 6858000"/>
              <a:gd name="connsiteX80" fmla="*/ 1451936 w 12192000"/>
              <a:gd name="connsiteY80" fmla="*/ 746532 h 6858000"/>
              <a:gd name="connsiteX81" fmla="*/ 1513415 w 12192000"/>
              <a:gd name="connsiteY81" fmla="*/ 727779 h 6858000"/>
              <a:gd name="connsiteX82" fmla="*/ 1515235 w 12192000"/>
              <a:gd name="connsiteY82" fmla="*/ 714832 h 6858000"/>
              <a:gd name="connsiteX83" fmla="*/ 1503398 w 12192000"/>
              <a:gd name="connsiteY83" fmla="*/ 700100 h 6858000"/>
              <a:gd name="connsiteX84" fmla="*/ 1489506 w 12192000"/>
              <a:gd name="connsiteY84" fmla="*/ 698090 h 6858000"/>
              <a:gd name="connsiteX85" fmla="*/ 1453304 w 12192000"/>
              <a:gd name="connsiteY85" fmla="*/ 709475 h 6858000"/>
              <a:gd name="connsiteX86" fmla="*/ 1395467 w 12192000"/>
              <a:gd name="connsiteY86" fmla="*/ 647861 h 6858000"/>
              <a:gd name="connsiteX87" fmla="*/ 1453304 w 12192000"/>
              <a:gd name="connsiteY87" fmla="*/ 585801 h 6858000"/>
              <a:gd name="connsiteX88" fmla="*/ 1490189 w 12192000"/>
              <a:gd name="connsiteY88" fmla="*/ 596965 h 6858000"/>
              <a:gd name="connsiteX89" fmla="*/ 1504078 w 12192000"/>
              <a:gd name="connsiteY89" fmla="*/ 595401 h 6858000"/>
              <a:gd name="connsiteX90" fmla="*/ 1515235 w 12192000"/>
              <a:gd name="connsiteY90" fmla="*/ 580222 h 6858000"/>
              <a:gd name="connsiteX91" fmla="*/ 1513415 w 12192000"/>
              <a:gd name="connsiteY91" fmla="*/ 567272 h 6858000"/>
              <a:gd name="connsiteX92" fmla="*/ 1451936 w 12192000"/>
              <a:gd name="connsiteY92" fmla="*/ 548743 h 6858000"/>
              <a:gd name="connsiteX93" fmla="*/ 1139990 w 12192000"/>
              <a:gd name="connsiteY93" fmla="*/ 548743 h 6858000"/>
              <a:gd name="connsiteX94" fmla="*/ 1043674 w 12192000"/>
              <a:gd name="connsiteY94" fmla="*/ 647415 h 6858000"/>
              <a:gd name="connsiteX95" fmla="*/ 1139536 w 12192000"/>
              <a:gd name="connsiteY95" fmla="*/ 746532 h 6858000"/>
              <a:gd name="connsiteX96" fmla="*/ 1202380 w 12192000"/>
              <a:gd name="connsiteY96" fmla="*/ 716394 h 6858000"/>
              <a:gd name="connsiteX97" fmla="*/ 1202380 w 12192000"/>
              <a:gd name="connsiteY97" fmla="*/ 732915 h 6858000"/>
              <a:gd name="connsiteX98" fmla="*/ 1211487 w 12192000"/>
              <a:gd name="connsiteY98" fmla="*/ 741396 h 6858000"/>
              <a:gd name="connsiteX99" fmla="*/ 1235168 w 12192000"/>
              <a:gd name="connsiteY99" fmla="*/ 741396 h 6858000"/>
              <a:gd name="connsiteX100" fmla="*/ 1243820 w 12192000"/>
              <a:gd name="connsiteY100" fmla="*/ 732915 h 6858000"/>
              <a:gd name="connsiteX101" fmla="*/ 1243820 w 12192000"/>
              <a:gd name="connsiteY101" fmla="*/ 563034 h 6858000"/>
              <a:gd name="connsiteX102" fmla="*/ 1235168 w 12192000"/>
              <a:gd name="connsiteY102" fmla="*/ 554101 h 6858000"/>
              <a:gd name="connsiteX103" fmla="*/ 1211487 w 12192000"/>
              <a:gd name="connsiteY103" fmla="*/ 554101 h 6858000"/>
              <a:gd name="connsiteX104" fmla="*/ 1202380 w 12192000"/>
              <a:gd name="connsiteY104" fmla="*/ 563034 h 6858000"/>
              <a:gd name="connsiteX105" fmla="*/ 1202380 w 12192000"/>
              <a:gd name="connsiteY105" fmla="*/ 578658 h 6858000"/>
              <a:gd name="connsiteX106" fmla="*/ 1139990 w 12192000"/>
              <a:gd name="connsiteY106" fmla="*/ 548743 h 6858000"/>
              <a:gd name="connsiteX107" fmla="*/ 661145 w 12192000"/>
              <a:gd name="connsiteY107" fmla="*/ 498739 h 6858000"/>
              <a:gd name="connsiteX108" fmla="*/ 761788 w 12192000"/>
              <a:gd name="connsiteY108" fmla="*/ 603214 h 6858000"/>
              <a:gd name="connsiteX109" fmla="*/ 724444 w 12192000"/>
              <a:gd name="connsiteY109" fmla="*/ 686259 h 6858000"/>
              <a:gd name="connsiteX110" fmla="*/ 705999 w 12192000"/>
              <a:gd name="connsiteY110" fmla="*/ 639601 h 6858000"/>
              <a:gd name="connsiteX111" fmla="*/ 694159 w 12192000"/>
              <a:gd name="connsiteY111" fmla="*/ 632234 h 6858000"/>
              <a:gd name="connsiteX112" fmla="*/ 670253 w 12192000"/>
              <a:gd name="connsiteY112" fmla="*/ 632234 h 6858000"/>
              <a:gd name="connsiteX113" fmla="*/ 662284 w 12192000"/>
              <a:gd name="connsiteY113" fmla="*/ 643397 h 6858000"/>
              <a:gd name="connsiteX114" fmla="*/ 686419 w 12192000"/>
              <a:gd name="connsiteY114" fmla="*/ 704787 h 6858000"/>
              <a:gd name="connsiteX115" fmla="*/ 661145 w 12192000"/>
              <a:gd name="connsiteY115" fmla="*/ 707913 h 6858000"/>
              <a:gd name="connsiteX116" fmla="*/ 560502 w 12192000"/>
              <a:gd name="connsiteY116" fmla="*/ 603214 h 6858000"/>
              <a:gd name="connsiteX117" fmla="*/ 661145 w 12192000"/>
              <a:gd name="connsiteY117" fmla="*/ 498739 h 6858000"/>
              <a:gd name="connsiteX118" fmla="*/ 1293915 w 12192000"/>
              <a:gd name="connsiteY118" fmla="*/ 465253 h 6858000"/>
              <a:gd name="connsiteX119" fmla="*/ 1284807 w 12192000"/>
              <a:gd name="connsiteY119" fmla="*/ 474183 h 6858000"/>
              <a:gd name="connsiteX120" fmla="*/ 1284807 w 12192000"/>
              <a:gd name="connsiteY120" fmla="*/ 732467 h 6858000"/>
              <a:gd name="connsiteX121" fmla="*/ 1293915 w 12192000"/>
              <a:gd name="connsiteY121" fmla="*/ 741396 h 6858000"/>
              <a:gd name="connsiteX122" fmla="*/ 1317366 w 12192000"/>
              <a:gd name="connsiteY122" fmla="*/ 741396 h 6858000"/>
              <a:gd name="connsiteX123" fmla="*/ 1326248 w 12192000"/>
              <a:gd name="connsiteY123" fmla="*/ 732467 h 6858000"/>
              <a:gd name="connsiteX124" fmla="*/ 1326248 w 12192000"/>
              <a:gd name="connsiteY124" fmla="*/ 474183 h 6858000"/>
              <a:gd name="connsiteX125" fmla="*/ 1317366 w 12192000"/>
              <a:gd name="connsiteY125" fmla="*/ 465253 h 6858000"/>
              <a:gd name="connsiteX126" fmla="*/ 1293915 w 12192000"/>
              <a:gd name="connsiteY126" fmla="*/ 465253 h 6858000"/>
              <a:gd name="connsiteX127" fmla="*/ 661145 w 12192000"/>
              <a:gd name="connsiteY127" fmla="*/ 460120 h 6858000"/>
              <a:gd name="connsiteX128" fmla="*/ 515874 w 12192000"/>
              <a:gd name="connsiteY128" fmla="*/ 603214 h 6858000"/>
              <a:gd name="connsiteX129" fmla="*/ 661145 w 12192000"/>
              <a:gd name="connsiteY129" fmla="*/ 746532 h 6858000"/>
              <a:gd name="connsiteX130" fmla="*/ 700763 w 12192000"/>
              <a:gd name="connsiteY130" fmla="*/ 741396 h 6858000"/>
              <a:gd name="connsiteX131" fmla="*/ 716475 w 12192000"/>
              <a:gd name="connsiteY131" fmla="*/ 781134 h 6858000"/>
              <a:gd name="connsiteX132" fmla="*/ 727176 w 12192000"/>
              <a:gd name="connsiteY132" fmla="*/ 788277 h 6858000"/>
              <a:gd name="connsiteX133" fmla="*/ 752222 w 12192000"/>
              <a:gd name="connsiteY133" fmla="*/ 788277 h 6858000"/>
              <a:gd name="connsiteX134" fmla="*/ 759736 w 12192000"/>
              <a:gd name="connsiteY134" fmla="*/ 776892 h 6858000"/>
              <a:gd name="connsiteX135" fmla="*/ 739471 w 12192000"/>
              <a:gd name="connsiteY135" fmla="*/ 724656 h 6858000"/>
              <a:gd name="connsiteX136" fmla="*/ 806416 w 12192000"/>
              <a:gd name="connsiteY136" fmla="*/ 603214 h 6858000"/>
              <a:gd name="connsiteX137" fmla="*/ 661145 w 12192000"/>
              <a:gd name="connsiteY137" fmla="*/ 460120 h 6858000"/>
              <a:gd name="connsiteX138" fmla="*/ 0 w 12192000"/>
              <a:gd name="connsiteY138" fmla="*/ 0 h 6858000"/>
              <a:gd name="connsiteX139" fmla="*/ 12192000 w 12192000"/>
              <a:gd name="connsiteY139" fmla="*/ 0 h 6858000"/>
              <a:gd name="connsiteX140" fmla="*/ 12192000 w 12192000"/>
              <a:gd name="connsiteY140" fmla="*/ 6858000 h 6858000"/>
              <a:gd name="connsiteX141" fmla="*/ 0 w 12192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2000" h="6858000">
                <a:moveTo>
                  <a:pt x="1625898" y="586917"/>
                </a:moveTo>
                <a:cubicBezTo>
                  <a:pt x="1660280" y="586917"/>
                  <a:pt x="1684416" y="613484"/>
                  <a:pt x="1684416" y="647861"/>
                </a:cubicBezTo>
                <a:cubicBezTo>
                  <a:pt x="1684416" y="681792"/>
                  <a:pt x="1660280" y="708580"/>
                  <a:pt x="1625898" y="708580"/>
                </a:cubicBezTo>
                <a:cubicBezTo>
                  <a:pt x="1591742" y="708580"/>
                  <a:pt x="1567381" y="681792"/>
                  <a:pt x="1567381" y="647861"/>
                </a:cubicBezTo>
                <a:cubicBezTo>
                  <a:pt x="1567381" y="613484"/>
                  <a:pt x="1591742" y="586917"/>
                  <a:pt x="1625898" y="586917"/>
                </a:cubicBezTo>
                <a:close/>
                <a:moveTo>
                  <a:pt x="1144317" y="586917"/>
                </a:moveTo>
                <a:cubicBezTo>
                  <a:pt x="1178244" y="586917"/>
                  <a:pt x="1202834" y="613484"/>
                  <a:pt x="1202834" y="647861"/>
                </a:cubicBezTo>
                <a:cubicBezTo>
                  <a:pt x="1202834" y="681792"/>
                  <a:pt x="1178244" y="709029"/>
                  <a:pt x="1144317" y="709029"/>
                </a:cubicBezTo>
                <a:cubicBezTo>
                  <a:pt x="1110164" y="709029"/>
                  <a:pt x="1085799" y="681792"/>
                  <a:pt x="1085799" y="647861"/>
                </a:cubicBezTo>
                <a:cubicBezTo>
                  <a:pt x="1085799" y="613484"/>
                  <a:pt x="1110164" y="586917"/>
                  <a:pt x="1144317" y="586917"/>
                </a:cubicBezTo>
                <a:close/>
                <a:moveTo>
                  <a:pt x="1801451" y="554101"/>
                </a:moveTo>
                <a:cubicBezTo>
                  <a:pt x="1796669" y="554101"/>
                  <a:pt x="1793027" y="556557"/>
                  <a:pt x="1790979" y="561469"/>
                </a:cubicBezTo>
                <a:cubicBezTo>
                  <a:pt x="1790979" y="561469"/>
                  <a:pt x="1790979" y="561469"/>
                  <a:pt x="1724489" y="732021"/>
                </a:cubicBezTo>
                <a:cubicBezTo>
                  <a:pt x="1722669" y="736708"/>
                  <a:pt x="1724943" y="741396"/>
                  <a:pt x="1730867" y="741396"/>
                </a:cubicBezTo>
                <a:cubicBezTo>
                  <a:pt x="1730867" y="741396"/>
                  <a:pt x="1730867" y="741396"/>
                  <a:pt x="1756367" y="741396"/>
                </a:cubicBezTo>
                <a:cubicBezTo>
                  <a:pt x="1761149" y="741396"/>
                  <a:pt x="1765249" y="739164"/>
                  <a:pt x="1766843" y="734477"/>
                </a:cubicBezTo>
                <a:cubicBezTo>
                  <a:pt x="1766843" y="734477"/>
                  <a:pt x="1766843" y="734477"/>
                  <a:pt x="1815798" y="605670"/>
                </a:cubicBezTo>
                <a:cubicBezTo>
                  <a:pt x="1815798" y="605670"/>
                  <a:pt x="1815798" y="605670"/>
                  <a:pt x="1864753" y="734477"/>
                </a:cubicBezTo>
                <a:cubicBezTo>
                  <a:pt x="1866573" y="739389"/>
                  <a:pt x="1870215" y="741396"/>
                  <a:pt x="1874996" y="741396"/>
                </a:cubicBezTo>
                <a:cubicBezTo>
                  <a:pt x="1874996" y="741396"/>
                  <a:pt x="1874996" y="741396"/>
                  <a:pt x="1898451" y="741396"/>
                </a:cubicBezTo>
                <a:cubicBezTo>
                  <a:pt x="1903233" y="741396"/>
                  <a:pt x="1906875" y="739389"/>
                  <a:pt x="1908924" y="734477"/>
                </a:cubicBezTo>
                <a:cubicBezTo>
                  <a:pt x="1908924" y="734477"/>
                  <a:pt x="1908924" y="734477"/>
                  <a:pt x="1959018" y="605670"/>
                </a:cubicBezTo>
                <a:cubicBezTo>
                  <a:pt x="1959018" y="605670"/>
                  <a:pt x="1959018" y="605670"/>
                  <a:pt x="2007518" y="734477"/>
                </a:cubicBezTo>
                <a:cubicBezTo>
                  <a:pt x="2009566" y="739164"/>
                  <a:pt x="2013209" y="741396"/>
                  <a:pt x="2017993" y="741396"/>
                </a:cubicBezTo>
                <a:cubicBezTo>
                  <a:pt x="2017993" y="741396"/>
                  <a:pt x="2017993" y="741396"/>
                  <a:pt x="2042584" y="741396"/>
                </a:cubicBezTo>
                <a:cubicBezTo>
                  <a:pt x="2047365" y="741396"/>
                  <a:pt x="2051007" y="739164"/>
                  <a:pt x="2053056" y="734477"/>
                </a:cubicBezTo>
                <a:cubicBezTo>
                  <a:pt x="2053056" y="734477"/>
                  <a:pt x="2053056" y="734477"/>
                  <a:pt x="2102011" y="605670"/>
                </a:cubicBezTo>
                <a:cubicBezTo>
                  <a:pt x="2102011" y="605670"/>
                  <a:pt x="2102011" y="605670"/>
                  <a:pt x="2151650" y="734477"/>
                </a:cubicBezTo>
                <a:cubicBezTo>
                  <a:pt x="2153699" y="739389"/>
                  <a:pt x="2157341" y="741396"/>
                  <a:pt x="2162126" y="741396"/>
                </a:cubicBezTo>
                <a:cubicBezTo>
                  <a:pt x="2162126" y="741396"/>
                  <a:pt x="2162126" y="741396"/>
                  <a:pt x="2185577" y="741396"/>
                </a:cubicBezTo>
                <a:cubicBezTo>
                  <a:pt x="2190359" y="741396"/>
                  <a:pt x="2193775" y="739389"/>
                  <a:pt x="2195824" y="734477"/>
                </a:cubicBezTo>
                <a:cubicBezTo>
                  <a:pt x="2195824" y="734477"/>
                  <a:pt x="2195824" y="734477"/>
                  <a:pt x="2245234" y="606340"/>
                </a:cubicBezTo>
                <a:cubicBezTo>
                  <a:pt x="2245234" y="606340"/>
                  <a:pt x="2245234" y="606340"/>
                  <a:pt x="2293734" y="734477"/>
                </a:cubicBezTo>
                <a:cubicBezTo>
                  <a:pt x="2295328" y="739164"/>
                  <a:pt x="2299425" y="741396"/>
                  <a:pt x="2304206" y="741396"/>
                </a:cubicBezTo>
                <a:cubicBezTo>
                  <a:pt x="2304206" y="741396"/>
                  <a:pt x="2304206" y="741396"/>
                  <a:pt x="2330394" y="741396"/>
                </a:cubicBezTo>
                <a:cubicBezTo>
                  <a:pt x="2336314" y="741396"/>
                  <a:pt x="2338818" y="736708"/>
                  <a:pt x="2336769" y="732021"/>
                </a:cubicBezTo>
                <a:cubicBezTo>
                  <a:pt x="2336769" y="732021"/>
                  <a:pt x="2336769" y="732021"/>
                  <a:pt x="2270279" y="561469"/>
                </a:cubicBezTo>
                <a:cubicBezTo>
                  <a:pt x="2268230" y="556557"/>
                  <a:pt x="2264817" y="554101"/>
                  <a:pt x="2260033" y="554101"/>
                </a:cubicBezTo>
                <a:cubicBezTo>
                  <a:pt x="2260033" y="554101"/>
                  <a:pt x="2260033" y="554101"/>
                  <a:pt x="2231345" y="554101"/>
                </a:cubicBezTo>
                <a:cubicBezTo>
                  <a:pt x="2226564" y="554101"/>
                  <a:pt x="2222918" y="556557"/>
                  <a:pt x="2220869" y="561469"/>
                </a:cubicBezTo>
                <a:cubicBezTo>
                  <a:pt x="2220869" y="561469"/>
                  <a:pt x="2220869" y="561469"/>
                  <a:pt x="2174421" y="686034"/>
                </a:cubicBezTo>
                <a:cubicBezTo>
                  <a:pt x="2174421" y="686034"/>
                  <a:pt x="2174421" y="686034"/>
                  <a:pt x="2126605" y="561469"/>
                </a:cubicBezTo>
                <a:cubicBezTo>
                  <a:pt x="2124553" y="556557"/>
                  <a:pt x="2120911" y="554101"/>
                  <a:pt x="2116358" y="554101"/>
                </a:cubicBezTo>
                <a:cubicBezTo>
                  <a:pt x="2116358" y="554101"/>
                  <a:pt x="2116358" y="554101"/>
                  <a:pt x="2087896" y="554101"/>
                </a:cubicBezTo>
                <a:cubicBezTo>
                  <a:pt x="2083112" y="554101"/>
                  <a:pt x="2079699" y="556557"/>
                  <a:pt x="2077650" y="561469"/>
                </a:cubicBezTo>
                <a:cubicBezTo>
                  <a:pt x="2077650" y="561469"/>
                  <a:pt x="2077650" y="561469"/>
                  <a:pt x="2030743" y="686034"/>
                </a:cubicBezTo>
                <a:cubicBezTo>
                  <a:pt x="2030743" y="686034"/>
                  <a:pt x="2030743" y="686034"/>
                  <a:pt x="1983608" y="561469"/>
                </a:cubicBezTo>
                <a:cubicBezTo>
                  <a:pt x="1981788" y="556557"/>
                  <a:pt x="1978146" y="554101"/>
                  <a:pt x="1973365" y="554101"/>
                </a:cubicBezTo>
                <a:cubicBezTo>
                  <a:pt x="1973365" y="554101"/>
                  <a:pt x="1973365" y="554101"/>
                  <a:pt x="1945128" y="554101"/>
                </a:cubicBezTo>
                <a:cubicBezTo>
                  <a:pt x="1940347" y="554101"/>
                  <a:pt x="1936705" y="556557"/>
                  <a:pt x="1934656" y="561469"/>
                </a:cubicBezTo>
                <a:cubicBezTo>
                  <a:pt x="1934656" y="561469"/>
                  <a:pt x="1934656" y="561469"/>
                  <a:pt x="1887295" y="686034"/>
                </a:cubicBezTo>
                <a:cubicBezTo>
                  <a:pt x="1887295" y="686034"/>
                  <a:pt x="1887295" y="686034"/>
                  <a:pt x="1840389" y="561469"/>
                </a:cubicBezTo>
                <a:cubicBezTo>
                  <a:pt x="1838340" y="556557"/>
                  <a:pt x="1834923" y="554101"/>
                  <a:pt x="1830142" y="554101"/>
                </a:cubicBezTo>
                <a:cubicBezTo>
                  <a:pt x="1830142" y="554101"/>
                  <a:pt x="1830142" y="554101"/>
                  <a:pt x="1801451" y="554101"/>
                </a:cubicBezTo>
                <a:close/>
                <a:moveTo>
                  <a:pt x="841937" y="554101"/>
                </a:moveTo>
                <a:cubicBezTo>
                  <a:pt x="837152" y="554101"/>
                  <a:pt x="832600" y="557897"/>
                  <a:pt x="832600" y="562809"/>
                </a:cubicBezTo>
                <a:cubicBezTo>
                  <a:pt x="832600" y="562809"/>
                  <a:pt x="832600" y="562809"/>
                  <a:pt x="832600" y="666168"/>
                </a:cubicBezTo>
                <a:cubicBezTo>
                  <a:pt x="832600" y="714162"/>
                  <a:pt x="863340" y="746532"/>
                  <a:pt x="913205" y="746532"/>
                </a:cubicBezTo>
                <a:cubicBezTo>
                  <a:pt x="943035" y="746532"/>
                  <a:pt x="963299" y="734701"/>
                  <a:pt x="975139" y="717513"/>
                </a:cubicBezTo>
                <a:cubicBezTo>
                  <a:pt x="975139" y="717513"/>
                  <a:pt x="975139" y="717513"/>
                  <a:pt x="975139" y="733136"/>
                </a:cubicBezTo>
                <a:cubicBezTo>
                  <a:pt x="975139" y="737824"/>
                  <a:pt x="979466" y="741396"/>
                  <a:pt x="984018" y="741396"/>
                </a:cubicBezTo>
                <a:cubicBezTo>
                  <a:pt x="984018" y="741396"/>
                  <a:pt x="984018" y="741396"/>
                  <a:pt x="1007473" y="741396"/>
                </a:cubicBezTo>
                <a:cubicBezTo>
                  <a:pt x="1012254" y="741396"/>
                  <a:pt x="1016580" y="737603"/>
                  <a:pt x="1016580" y="732915"/>
                </a:cubicBezTo>
                <a:cubicBezTo>
                  <a:pt x="1016580" y="732915"/>
                  <a:pt x="1016580" y="732915"/>
                  <a:pt x="1016580" y="563034"/>
                </a:cubicBezTo>
                <a:cubicBezTo>
                  <a:pt x="1016580" y="557897"/>
                  <a:pt x="1012254" y="554101"/>
                  <a:pt x="1007473" y="554101"/>
                </a:cubicBezTo>
                <a:cubicBezTo>
                  <a:pt x="1007473" y="554101"/>
                  <a:pt x="1007473" y="554101"/>
                  <a:pt x="984018" y="554101"/>
                </a:cubicBezTo>
                <a:cubicBezTo>
                  <a:pt x="979466" y="554101"/>
                  <a:pt x="975139" y="557897"/>
                  <a:pt x="975139" y="562809"/>
                </a:cubicBezTo>
                <a:cubicBezTo>
                  <a:pt x="975139" y="562809"/>
                  <a:pt x="975139" y="562809"/>
                  <a:pt x="975139" y="659916"/>
                </a:cubicBezTo>
                <a:cubicBezTo>
                  <a:pt x="975139" y="689830"/>
                  <a:pt x="956011" y="711261"/>
                  <a:pt x="923906" y="711261"/>
                </a:cubicBezTo>
                <a:cubicBezTo>
                  <a:pt x="890892" y="711261"/>
                  <a:pt x="874041" y="690721"/>
                  <a:pt x="874041" y="659470"/>
                </a:cubicBezTo>
                <a:cubicBezTo>
                  <a:pt x="874041" y="659470"/>
                  <a:pt x="874041" y="659470"/>
                  <a:pt x="874041" y="562809"/>
                </a:cubicBezTo>
                <a:cubicBezTo>
                  <a:pt x="874041" y="557897"/>
                  <a:pt x="870170" y="554101"/>
                  <a:pt x="865389" y="554101"/>
                </a:cubicBezTo>
                <a:cubicBezTo>
                  <a:pt x="865389" y="554101"/>
                  <a:pt x="865389" y="554101"/>
                  <a:pt x="841937" y="554101"/>
                </a:cubicBezTo>
                <a:close/>
                <a:moveTo>
                  <a:pt x="1625898" y="548968"/>
                </a:moveTo>
                <a:cubicBezTo>
                  <a:pt x="1570110" y="548968"/>
                  <a:pt x="1525711" y="592053"/>
                  <a:pt x="1525711" y="647861"/>
                </a:cubicBezTo>
                <a:cubicBezTo>
                  <a:pt x="1525711" y="703893"/>
                  <a:pt x="1570110" y="746532"/>
                  <a:pt x="1625898" y="746532"/>
                </a:cubicBezTo>
                <a:cubicBezTo>
                  <a:pt x="1681683" y="746532"/>
                  <a:pt x="1726312" y="703893"/>
                  <a:pt x="1726312" y="647861"/>
                </a:cubicBezTo>
                <a:cubicBezTo>
                  <a:pt x="1726312" y="592053"/>
                  <a:pt x="1681683" y="548968"/>
                  <a:pt x="1625898" y="548968"/>
                </a:cubicBezTo>
                <a:close/>
                <a:moveTo>
                  <a:pt x="1451936" y="548743"/>
                </a:moveTo>
                <a:cubicBezTo>
                  <a:pt x="1392734" y="548743"/>
                  <a:pt x="1353346" y="591608"/>
                  <a:pt x="1353346" y="647861"/>
                </a:cubicBezTo>
                <a:cubicBezTo>
                  <a:pt x="1353346" y="703893"/>
                  <a:pt x="1392734" y="746532"/>
                  <a:pt x="1451936" y="746532"/>
                </a:cubicBezTo>
                <a:cubicBezTo>
                  <a:pt x="1475391" y="746532"/>
                  <a:pt x="1497019" y="739834"/>
                  <a:pt x="1513415" y="727779"/>
                </a:cubicBezTo>
                <a:cubicBezTo>
                  <a:pt x="1516148" y="725772"/>
                  <a:pt x="1520474" y="721085"/>
                  <a:pt x="1515235" y="714832"/>
                </a:cubicBezTo>
                <a:lnTo>
                  <a:pt x="1503398" y="700100"/>
                </a:lnTo>
                <a:cubicBezTo>
                  <a:pt x="1498613" y="693848"/>
                  <a:pt x="1493832" y="695858"/>
                  <a:pt x="1489506" y="698090"/>
                </a:cubicBezTo>
                <a:cubicBezTo>
                  <a:pt x="1479033" y="703893"/>
                  <a:pt x="1467418" y="709475"/>
                  <a:pt x="1453304" y="709475"/>
                </a:cubicBezTo>
                <a:cubicBezTo>
                  <a:pt x="1418463" y="709475"/>
                  <a:pt x="1395467" y="682462"/>
                  <a:pt x="1395467" y="647861"/>
                </a:cubicBezTo>
                <a:cubicBezTo>
                  <a:pt x="1395467" y="613038"/>
                  <a:pt x="1418463" y="585801"/>
                  <a:pt x="1453304" y="585801"/>
                </a:cubicBezTo>
                <a:cubicBezTo>
                  <a:pt x="1467418" y="585801"/>
                  <a:pt x="1479943" y="590713"/>
                  <a:pt x="1490189" y="596965"/>
                </a:cubicBezTo>
                <a:cubicBezTo>
                  <a:pt x="1494516" y="599867"/>
                  <a:pt x="1499752" y="601428"/>
                  <a:pt x="1504078" y="595401"/>
                </a:cubicBezTo>
                <a:cubicBezTo>
                  <a:pt x="1504078" y="595401"/>
                  <a:pt x="1504078" y="595401"/>
                  <a:pt x="1515235" y="580222"/>
                </a:cubicBezTo>
                <a:cubicBezTo>
                  <a:pt x="1520019" y="573525"/>
                  <a:pt x="1516148" y="569283"/>
                  <a:pt x="1513415" y="567272"/>
                </a:cubicBezTo>
                <a:cubicBezTo>
                  <a:pt x="1497019" y="555220"/>
                  <a:pt x="1475391" y="548743"/>
                  <a:pt x="1451936" y="548743"/>
                </a:cubicBezTo>
                <a:close/>
                <a:moveTo>
                  <a:pt x="1139990" y="548743"/>
                </a:moveTo>
                <a:cubicBezTo>
                  <a:pt x="1088303" y="548743"/>
                  <a:pt x="1043674" y="588927"/>
                  <a:pt x="1043674" y="647415"/>
                </a:cubicBezTo>
                <a:cubicBezTo>
                  <a:pt x="1043674" y="706794"/>
                  <a:pt x="1088303" y="746532"/>
                  <a:pt x="1139536" y="746532"/>
                </a:cubicBezTo>
                <a:cubicBezTo>
                  <a:pt x="1167317" y="746532"/>
                  <a:pt x="1190084" y="734031"/>
                  <a:pt x="1202380" y="716394"/>
                </a:cubicBezTo>
                <a:cubicBezTo>
                  <a:pt x="1202380" y="732915"/>
                  <a:pt x="1202380" y="732915"/>
                  <a:pt x="1202380" y="732915"/>
                </a:cubicBezTo>
                <a:cubicBezTo>
                  <a:pt x="1202380" y="737603"/>
                  <a:pt x="1206935" y="741396"/>
                  <a:pt x="1211487" y="741396"/>
                </a:cubicBezTo>
                <a:cubicBezTo>
                  <a:pt x="1235168" y="741396"/>
                  <a:pt x="1235168" y="741396"/>
                  <a:pt x="1235168" y="741396"/>
                </a:cubicBezTo>
                <a:cubicBezTo>
                  <a:pt x="1239949" y="741396"/>
                  <a:pt x="1243820" y="737603"/>
                  <a:pt x="1243820" y="732915"/>
                </a:cubicBezTo>
                <a:cubicBezTo>
                  <a:pt x="1243820" y="563034"/>
                  <a:pt x="1243820" y="563034"/>
                  <a:pt x="1243820" y="563034"/>
                </a:cubicBezTo>
                <a:cubicBezTo>
                  <a:pt x="1243820" y="557897"/>
                  <a:pt x="1239949" y="554101"/>
                  <a:pt x="1235168" y="554101"/>
                </a:cubicBezTo>
                <a:cubicBezTo>
                  <a:pt x="1211487" y="554101"/>
                  <a:pt x="1211487" y="554101"/>
                  <a:pt x="1211487" y="554101"/>
                </a:cubicBezTo>
                <a:cubicBezTo>
                  <a:pt x="1206935" y="554101"/>
                  <a:pt x="1202380" y="557897"/>
                  <a:pt x="1202380" y="563034"/>
                </a:cubicBezTo>
                <a:cubicBezTo>
                  <a:pt x="1202380" y="578658"/>
                  <a:pt x="1202380" y="578658"/>
                  <a:pt x="1202380" y="578658"/>
                </a:cubicBezTo>
                <a:cubicBezTo>
                  <a:pt x="1190539" y="561023"/>
                  <a:pt x="1167317" y="548743"/>
                  <a:pt x="1139990" y="548743"/>
                </a:cubicBezTo>
                <a:close/>
                <a:moveTo>
                  <a:pt x="661145" y="498739"/>
                </a:moveTo>
                <a:cubicBezTo>
                  <a:pt x="720117" y="498739"/>
                  <a:pt x="761788" y="544056"/>
                  <a:pt x="761788" y="603214"/>
                </a:cubicBezTo>
                <a:cubicBezTo>
                  <a:pt x="761788" y="637816"/>
                  <a:pt x="747670" y="667505"/>
                  <a:pt x="724444" y="686259"/>
                </a:cubicBezTo>
                <a:cubicBezTo>
                  <a:pt x="705999" y="639601"/>
                  <a:pt x="705999" y="639601"/>
                  <a:pt x="705999" y="639601"/>
                </a:cubicBezTo>
                <a:cubicBezTo>
                  <a:pt x="704406" y="635584"/>
                  <a:pt x="701218" y="632234"/>
                  <a:pt x="694159" y="632234"/>
                </a:cubicBezTo>
                <a:cubicBezTo>
                  <a:pt x="670253" y="632234"/>
                  <a:pt x="670253" y="632234"/>
                  <a:pt x="670253" y="632234"/>
                </a:cubicBezTo>
                <a:cubicBezTo>
                  <a:pt x="664332" y="632234"/>
                  <a:pt x="659551" y="636030"/>
                  <a:pt x="662284" y="643397"/>
                </a:cubicBezTo>
                <a:cubicBezTo>
                  <a:pt x="686419" y="704787"/>
                  <a:pt x="686419" y="704787"/>
                  <a:pt x="686419" y="704787"/>
                </a:cubicBezTo>
                <a:cubicBezTo>
                  <a:pt x="678451" y="706794"/>
                  <a:pt x="670024" y="707913"/>
                  <a:pt x="661145" y="707913"/>
                </a:cubicBezTo>
                <a:cubicBezTo>
                  <a:pt x="602169" y="707913"/>
                  <a:pt x="560502" y="662597"/>
                  <a:pt x="560502" y="603214"/>
                </a:cubicBezTo>
                <a:cubicBezTo>
                  <a:pt x="560502" y="544056"/>
                  <a:pt x="602169" y="498739"/>
                  <a:pt x="661145" y="498739"/>
                </a:cubicBezTo>
                <a:close/>
                <a:moveTo>
                  <a:pt x="1293915" y="465253"/>
                </a:moveTo>
                <a:cubicBezTo>
                  <a:pt x="1289133" y="465253"/>
                  <a:pt x="1284807" y="469495"/>
                  <a:pt x="1284807" y="474183"/>
                </a:cubicBezTo>
                <a:cubicBezTo>
                  <a:pt x="1284807" y="474183"/>
                  <a:pt x="1284807" y="474183"/>
                  <a:pt x="1284807" y="732467"/>
                </a:cubicBezTo>
                <a:cubicBezTo>
                  <a:pt x="1284807" y="737157"/>
                  <a:pt x="1289133" y="741396"/>
                  <a:pt x="1293915" y="741396"/>
                </a:cubicBezTo>
                <a:cubicBezTo>
                  <a:pt x="1293915" y="741396"/>
                  <a:pt x="1293915" y="741396"/>
                  <a:pt x="1317366" y="741396"/>
                </a:cubicBezTo>
                <a:cubicBezTo>
                  <a:pt x="1322606" y="741396"/>
                  <a:pt x="1326248" y="737157"/>
                  <a:pt x="1326248" y="732467"/>
                </a:cubicBezTo>
                <a:cubicBezTo>
                  <a:pt x="1326248" y="732467"/>
                  <a:pt x="1326248" y="732467"/>
                  <a:pt x="1326248" y="474183"/>
                </a:cubicBezTo>
                <a:cubicBezTo>
                  <a:pt x="1326248" y="469495"/>
                  <a:pt x="1322606" y="465253"/>
                  <a:pt x="1317366" y="465253"/>
                </a:cubicBezTo>
                <a:cubicBezTo>
                  <a:pt x="1317366" y="465253"/>
                  <a:pt x="1317366" y="465253"/>
                  <a:pt x="1293915" y="465253"/>
                </a:cubicBezTo>
                <a:close/>
                <a:moveTo>
                  <a:pt x="661145" y="460120"/>
                </a:moveTo>
                <a:cubicBezTo>
                  <a:pt x="580766" y="460120"/>
                  <a:pt x="515874" y="521285"/>
                  <a:pt x="515874" y="603214"/>
                </a:cubicBezTo>
                <a:cubicBezTo>
                  <a:pt x="515874" y="685143"/>
                  <a:pt x="580766" y="746532"/>
                  <a:pt x="661145" y="746532"/>
                </a:cubicBezTo>
                <a:cubicBezTo>
                  <a:pt x="674805" y="746532"/>
                  <a:pt x="688239" y="744746"/>
                  <a:pt x="700763" y="741396"/>
                </a:cubicBezTo>
                <a:cubicBezTo>
                  <a:pt x="716475" y="781134"/>
                  <a:pt x="716475" y="781134"/>
                  <a:pt x="716475" y="781134"/>
                </a:cubicBezTo>
                <a:cubicBezTo>
                  <a:pt x="718069" y="785597"/>
                  <a:pt x="721256" y="788277"/>
                  <a:pt x="727176" y="788277"/>
                </a:cubicBezTo>
                <a:cubicBezTo>
                  <a:pt x="752222" y="788277"/>
                  <a:pt x="752222" y="788277"/>
                  <a:pt x="752222" y="788277"/>
                </a:cubicBezTo>
                <a:cubicBezTo>
                  <a:pt x="758142" y="788277"/>
                  <a:pt x="762697" y="784260"/>
                  <a:pt x="759736" y="776892"/>
                </a:cubicBezTo>
                <a:cubicBezTo>
                  <a:pt x="739471" y="724656"/>
                  <a:pt x="739471" y="724656"/>
                  <a:pt x="739471" y="724656"/>
                </a:cubicBezTo>
                <a:cubicBezTo>
                  <a:pt x="779774" y="699875"/>
                  <a:pt x="806416" y="655899"/>
                  <a:pt x="806416" y="603214"/>
                </a:cubicBezTo>
                <a:cubicBezTo>
                  <a:pt x="806416" y="521285"/>
                  <a:pt x="741520" y="460120"/>
                  <a:pt x="661145" y="460120"/>
                </a:cubicBezTo>
                <a:close/>
                <a:moveTo>
                  <a:pt x="0" y="0"/>
                </a:moveTo>
                <a:lnTo>
                  <a:pt x="12192000" y="0"/>
                </a:lnTo>
                <a:lnTo>
                  <a:pt x="12192000" y="6858000"/>
                </a:lnTo>
                <a:lnTo>
                  <a:pt x="0" y="6858000"/>
                </a:lnTo>
                <a:close/>
              </a:path>
            </a:pathLst>
          </a:custGeom>
          <a:gradFill>
            <a:gsLst>
              <a:gs pos="39000">
                <a:srgbClr val="202B3F">
                  <a:alpha val="65483"/>
                </a:srgbClr>
              </a:gs>
              <a:gs pos="0">
                <a:srgbClr val="202B3F">
                  <a:alpha val="73000"/>
                </a:srgbClr>
              </a:gs>
              <a:gs pos="99000">
                <a:srgbClr val="202B3F">
                  <a:alpha val="0"/>
                </a:srgbClr>
              </a:gs>
            </a:gsLst>
            <a:lin ang="0" scaled="0"/>
          </a:gradFill>
        </p:spPr>
        <p:txBody>
          <a:bodyPr wrap="square" lIns="72000">
            <a:noAutofit/>
          </a:bodyPr>
          <a:lstStyle>
            <a:lvl1pPr>
              <a:defRPr>
                <a:noFill/>
              </a:defRPr>
            </a:lvl1pPr>
          </a:lstStyle>
          <a:p>
            <a:pPr lvl="0"/>
            <a:r>
              <a:rPr lang="en-US"/>
              <a:t>Click to edit Master text styles</a:t>
            </a:r>
          </a:p>
        </p:txBody>
      </p:sp>
      <p:sp>
        <p:nvSpPr>
          <p:cNvPr id="47" name="Graphic 34">
            <a:extLst>
              <a:ext uri="{FF2B5EF4-FFF2-40B4-BE49-F238E27FC236}">
                <a16:creationId xmlns:a16="http://schemas.microsoft.com/office/drawing/2014/main" id="{9B9819F6-CC6A-D170-1AD4-5296A4CE8A14}"/>
              </a:ext>
            </a:extLst>
          </p:cNvPr>
          <p:cNvSpPr>
            <a:spLocks noChangeAspect="1"/>
          </p:cNvSpPr>
          <p:nvPr/>
        </p:nvSpPr>
        <p:spPr>
          <a:xfrm>
            <a:off x="515936" y="460180"/>
            <a:ext cx="1821600" cy="328157"/>
          </a:xfrm>
          <a:custGeom>
            <a:avLst/>
            <a:gdLst>
              <a:gd name="connsiteX0" fmla="*/ 1326970 w 4917659"/>
              <a:gd name="connsiteY0" fmla="*/ 258982 h 904875"/>
              <a:gd name="connsiteX1" fmla="*/ 1351557 w 4917659"/>
              <a:gd name="connsiteY1" fmla="*/ 283613 h 904875"/>
              <a:gd name="connsiteX2" fmla="*/ 1351557 w 4917659"/>
              <a:gd name="connsiteY2" fmla="*/ 752053 h 904875"/>
              <a:gd name="connsiteX3" fmla="*/ 1326970 w 4917659"/>
              <a:gd name="connsiteY3" fmla="*/ 775437 h 904875"/>
              <a:gd name="connsiteX4" fmla="*/ 1263650 w 4917659"/>
              <a:gd name="connsiteY4" fmla="*/ 775437 h 904875"/>
              <a:gd name="connsiteX5" fmla="*/ 1239681 w 4917659"/>
              <a:gd name="connsiteY5" fmla="*/ 752662 h 904875"/>
              <a:gd name="connsiteX6" fmla="*/ 1239681 w 4917659"/>
              <a:gd name="connsiteY6" fmla="*/ 709581 h 904875"/>
              <a:gd name="connsiteX7" fmla="*/ 1072481 w 4917659"/>
              <a:gd name="connsiteY7" fmla="*/ 789600 h 904875"/>
              <a:gd name="connsiteX8" fmla="*/ 854878 w 4917659"/>
              <a:gd name="connsiteY8" fmla="*/ 568001 h 904875"/>
              <a:gd name="connsiteX9" fmla="*/ 854878 w 4917659"/>
              <a:gd name="connsiteY9" fmla="*/ 282994 h 904875"/>
              <a:gd name="connsiteX10" fmla="*/ 880084 w 4917659"/>
              <a:gd name="connsiteY10" fmla="*/ 258982 h 904875"/>
              <a:gd name="connsiteX11" fmla="*/ 943395 w 4917659"/>
              <a:gd name="connsiteY11" fmla="*/ 258982 h 904875"/>
              <a:gd name="connsiteX12" fmla="*/ 966754 w 4917659"/>
              <a:gd name="connsiteY12" fmla="*/ 282994 h 904875"/>
              <a:gd name="connsiteX13" fmla="*/ 966754 w 4917659"/>
              <a:gd name="connsiteY13" fmla="*/ 549532 h 904875"/>
              <a:gd name="connsiteX14" fmla="*/ 1101371 w 4917659"/>
              <a:gd name="connsiteY14" fmla="*/ 692341 h 904875"/>
              <a:gd name="connsiteX15" fmla="*/ 1239681 w 4917659"/>
              <a:gd name="connsiteY15" fmla="*/ 550761 h 904875"/>
              <a:gd name="connsiteX16" fmla="*/ 1239681 w 4917659"/>
              <a:gd name="connsiteY16" fmla="*/ 282994 h 904875"/>
              <a:gd name="connsiteX17" fmla="*/ 1263650 w 4917659"/>
              <a:gd name="connsiteY17" fmla="*/ 258982 h 904875"/>
              <a:gd name="connsiteX18" fmla="*/ 1326970 w 4917659"/>
              <a:gd name="connsiteY18" fmla="*/ 258982 h 904875"/>
              <a:gd name="connsiteX19" fmla="*/ 392011 w 4917659"/>
              <a:gd name="connsiteY19" fmla="*/ -165 h 904875"/>
              <a:gd name="connsiteX20" fmla="*/ -169 w 4917659"/>
              <a:gd name="connsiteY20" fmla="*/ 394408 h 904875"/>
              <a:gd name="connsiteX21" fmla="*/ 392011 w 4917659"/>
              <a:gd name="connsiteY21" fmla="*/ 789600 h 904875"/>
              <a:gd name="connsiteX22" fmla="*/ 498966 w 4917659"/>
              <a:gd name="connsiteY22" fmla="*/ 775437 h 904875"/>
              <a:gd name="connsiteX23" fmla="*/ 541382 w 4917659"/>
              <a:gd name="connsiteY23" fmla="*/ 885012 h 904875"/>
              <a:gd name="connsiteX24" fmla="*/ 570272 w 4917659"/>
              <a:gd name="connsiteY24" fmla="*/ 904710 h 904875"/>
              <a:gd name="connsiteX25" fmla="*/ 637885 w 4917659"/>
              <a:gd name="connsiteY25" fmla="*/ 904710 h 904875"/>
              <a:gd name="connsiteX26" fmla="*/ 658170 w 4917659"/>
              <a:gd name="connsiteY26" fmla="*/ 873316 h 904875"/>
              <a:gd name="connsiteX27" fmla="*/ 603464 w 4917659"/>
              <a:gd name="connsiteY27" fmla="*/ 729279 h 904875"/>
              <a:gd name="connsiteX28" fmla="*/ 784191 w 4917659"/>
              <a:gd name="connsiteY28" fmla="*/ 394408 h 904875"/>
              <a:gd name="connsiteX29" fmla="*/ 392011 w 4917659"/>
              <a:gd name="connsiteY29" fmla="*/ -165 h 904875"/>
              <a:gd name="connsiteX30" fmla="*/ 562895 w 4917659"/>
              <a:gd name="connsiteY30" fmla="*/ 623399 h 904875"/>
              <a:gd name="connsiteX31" fmla="*/ 513101 w 4917659"/>
              <a:gd name="connsiteY31" fmla="*/ 494744 h 904875"/>
              <a:gd name="connsiteX32" fmla="*/ 481137 w 4917659"/>
              <a:gd name="connsiteY32" fmla="*/ 474428 h 904875"/>
              <a:gd name="connsiteX33" fmla="*/ 416598 w 4917659"/>
              <a:gd name="connsiteY33" fmla="*/ 474428 h 904875"/>
              <a:gd name="connsiteX34" fmla="*/ 395085 w 4917659"/>
              <a:gd name="connsiteY34" fmla="*/ 505212 h 904875"/>
              <a:gd name="connsiteX35" fmla="*/ 460243 w 4917659"/>
              <a:gd name="connsiteY35" fmla="*/ 674491 h 904875"/>
              <a:gd name="connsiteX36" fmla="*/ 392011 w 4917659"/>
              <a:gd name="connsiteY36" fmla="*/ 683111 h 904875"/>
              <a:gd name="connsiteX37" fmla="*/ 120312 w 4917659"/>
              <a:gd name="connsiteY37" fmla="*/ 394408 h 904875"/>
              <a:gd name="connsiteX38" fmla="*/ 392011 w 4917659"/>
              <a:gd name="connsiteY38" fmla="*/ 106324 h 904875"/>
              <a:gd name="connsiteX39" fmla="*/ 663710 w 4917659"/>
              <a:gd name="connsiteY39" fmla="*/ 394408 h 904875"/>
              <a:gd name="connsiteX40" fmla="*/ 562895 w 4917659"/>
              <a:gd name="connsiteY40" fmla="*/ 623399 h 904875"/>
              <a:gd name="connsiteX41" fmla="*/ 4915587 w 4917659"/>
              <a:gd name="connsiteY41" fmla="*/ 749586 h 904875"/>
              <a:gd name="connsiteX42" fmla="*/ 4898377 w 4917659"/>
              <a:gd name="connsiteY42" fmla="*/ 775437 h 904875"/>
              <a:gd name="connsiteX43" fmla="*/ 4827680 w 4917659"/>
              <a:gd name="connsiteY43" fmla="*/ 775437 h 904875"/>
              <a:gd name="connsiteX44" fmla="*/ 4799409 w 4917659"/>
              <a:gd name="connsiteY44" fmla="*/ 756358 h 904875"/>
              <a:gd name="connsiteX45" fmla="*/ 4668476 w 4917659"/>
              <a:gd name="connsiteY45" fmla="*/ 403028 h 904875"/>
              <a:gd name="connsiteX46" fmla="*/ 4535087 w 4917659"/>
              <a:gd name="connsiteY46" fmla="*/ 756358 h 904875"/>
              <a:gd name="connsiteX47" fmla="*/ 4507425 w 4917659"/>
              <a:gd name="connsiteY47" fmla="*/ 775437 h 904875"/>
              <a:gd name="connsiteX48" fmla="*/ 4444114 w 4917659"/>
              <a:gd name="connsiteY48" fmla="*/ 775437 h 904875"/>
              <a:gd name="connsiteX49" fmla="*/ 4415834 w 4917659"/>
              <a:gd name="connsiteY49" fmla="*/ 756358 h 904875"/>
              <a:gd name="connsiteX50" fmla="*/ 4281827 w 4917659"/>
              <a:gd name="connsiteY50" fmla="*/ 401180 h 904875"/>
              <a:gd name="connsiteX51" fmla="*/ 4149665 w 4917659"/>
              <a:gd name="connsiteY51" fmla="*/ 756358 h 904875"/>
              <a:gd name="connsiteX52" fmla="*/ 4121394 w 4917659"/>
              <a:gd name="connsiteY52" fmla="*/ 775437 h 904875"/>
              <a:gd name="connsiteX53" fmla="*/ 4055009 w 4917659"/>
              <a:gd name="connsiteY53" fmla="*/ 775437 h 904875"/>
              <a:gd name="connsiteX54" fmla="*/ 4026729 w 4917659"/>
              <a:gd name="connsiteY54" fmla="*/ 756358 h 904875"/>
              <a:gd name="connsiteX55" fmla="*/ 3895796 w 4917659"/>
              <a:gd name="connsiteY55" fmla="*/ 401180 h 904875"/>
              <a:gd name="connsiteX56" fmla="*/ 3760560 w 4917659"/>
              <a:gd name="connsiteY56" fmla="*/ 756358 h 904875"/>
              <a:gd name="connsiteX57" fmla="*/ 3732289 w 4917659"/>
              <a:gd name="connsiteY57" fmla="*/ 775437 h 904875"/>
              <a:gd name="connsiteX58" fmla="*/ 3668969 w 4917659"/>
              <a:gd name="connsiteY58" fmla="*/ 775437 h 904875"/>
              <a:gd name="connsiteX59" fmla="*/ 3641317 w 4917659"/>
              <a:gd name="connsiteY59" fmla="*/ 756358 h 904875"/>
              <a:gd name="connsiteX60" fmla="*/ 3509156 w 4917659"/>
              <a:gd name="connsiteY60" fmla="*/ 401180 h 904875"/>
              <a:gd name="connsiteX61" fmla="*/ 3376995 w 4917659"/>
              <a:gd name="connsiteY61" fmla="*/ 756358 h 904875"/>
              <a:gd name="connsiteX62" fmla="*/ 3348714 w 4917659"/>
              <a:gd name="connsiteY62" fmla="*/ 775437 h 904875"/>
              <a:gd name="connsiteX63" fmla="*/ 3279873 w 4917659"/>
              <a:gd name="connsiteY63" fmla="*/ 775437 h 904875"/>
              <a:gd name="connsiteX64" fmla="*/ 3262653 w 4917659"/>
              <a:gd name="connsiteY64" fmla="*/ 749586 h 904875"/>
              <a:gd name="connsiteX65" fmla="*/ 3442152 w 4917659"/>
              <a:gd name="connsiteY65" fmla="*/ 279298 h 904875"/>
              <a:gd name="connsiteX66" fmla="*/ 3470423 w 4917659"/>
              <a:gd name="connsiteY66" fmla="*/ 258982 h 904875"/>
              <a:gd name="connsiteX67" fmla="*/ 3547879 w 4917659"/>
              <a:gd name="connsiteY67" fmla="*/ 258982 h 904875"/>
              <a:gd name="connsiteX68" fmla="*/ 3575541 w 4917659"/>
              <a:gd name="connsiteY68" fmla="*/ 279298 h 904875"/>
              <a:gd name="connsiteX69" fmla="*/ 3702171 w 4917659"/>
              <a:gd name="connsiteY69" fmla="*/ 622780 h 904875"/>
              <a:gd name="connsiteX70" fmla="*/ 3830029 w 4917659"/>
              <a:gd name="connsiteY70" fmla="*/ 279298 h 904875"/>
              <a:gd name="connsiteX71" fmla="*/ 3858300 w 4917659"/>
              <a:gd name="connsiteY71" fmla="*/ 258982 h 904875"/>
              <a:gd name="connsiteX72" fmla="*/ 3934528 w 4917659"/>
              <a:gd name="connsiteY72" fmla="*/ 258982 h 904875"/>
              <a:gd name="connsiteX73" fmla="*/ 3962181 w 4917659"/>
              <a:gd name="connsiteY73" fmla="*/ 279298 h 904875"/>
              <a:gd name="connsiteX74" fmla="*/ 4089430 w 4917659"/>
              <a:gd name="connsiteY74" fmla="*/ 622780 h 904875"/>
              <a:gd name="connsiteX75" fmla="*/ 4216060 w 4917659"/>
              <a:gd name="connsiteY75" fmla="*/ 279298 h 904875"/>
              <a:gd name="connsiteX76" fmla="*/ 4243722 w 4917659"/>
              <a:gd name="connsiteY76" fmla="*/ 258982 h 904875"/>
              <a:gd name="connsiteX77" fmla="*/ 4320559 w 4917659"/>
              <a:gd name="connsiteY77" fmla="*/ 258982 h 904875"/>
              <a:gd name="connsiteX78" fmla="*/ 4348221 w 4917659"/>
              <a:gd name="connsiteY78" fmla="*/ 279298 h 904875"/>
              <a:gd name="connsiteX79" fmla="*/ 4477307 w 4917659"/>
              <a:gd name="connsiteY79" fmla="*/ 622780 h 904875"/>
              <a:gd name="connsiteX80" fmla="*/ 4602700 w 4917659"/>
              <a:gd name="connsiteY80" fmla="*/ 279298 h 904875"/>
              <a:gd name="connsiteX81" fmla="*/ 4630981 w 4917659"/>
              <a:gd name="connsiteY81" fmla="*/ 258982 h 904875"/>
              <a:gd name="connsiteX82" fmla="*/ 4708427 w 4917659"/>
              <a:gd name="connsiteY82" fmla="*/ 258982 h 904875"/>
              <a:gd name="connsiteX83" fmla="*/ 4736089 w 4917659"/>
              <a:gd name="connsiteY83" fmla="*/ 279298 h 904875"/>
              <a:gd name="connsiteX84" fmla="*/ 4915587 w 4917659"/>
              <a:gd name="connsiteY84" fmla="*/ 749586 h 904875"/>
              <a:gd name="connsiteX85" fmla="*/ 1941664 w 4917659"/>
              <a:gd name="connsiteY85" fmla="*/ 258982 h 904875"/>
              <a:gd name="connsiteX86" fmla="*/ 1877735 w 4917659"/>
              <a:gd name="connsiteY86" fmla="*/ 258982 h 904875"/>
              <a:gd name="connsiteX87" fmla="*/ 1853148 w 4917659"/>
              <a:gd name="connsiteY87" fmla="*/ 283613 h 904875"/>
              <a:gd name="connsiteX88" fmla="*/ 1853148 w 4917659"/>
              <a:gd name="connsiteY88" fmla="*/ 326695 h 904875"/>
              <a:gd name="connsiteX89" fmla="*/ 1684720 w 4917659"/>
              <a:gd name="connsiteY89" fmla="*/ 244208 h 904875"/>
              <a:gd name="connsiteX90" fmla="*/ 1424700 w 4917659"/>
              <a:gd name="connsiteY90" fmla="*/ 516290 h 904875"/>
              <a:gd name="connsiteX91" fmla="*/ 1683492 w 4917659"/>
              <a:gd name="connsiteY91" fmla="*/ 789600 h 904875"/>
              <a:gd name="connsiteX92" fmla="*/ 1853148 w 4917659"/>
              <a:gd name="connsiteY92" fmla="*/ 706495 h 904875"/>
              <a:gd name="connsiteX93" fmla="*/ 1853148 w 4917659"/>
              <a:gd name="connsiteY93" fmla="*/ 752053 h 904875"/>
              <a:gd name="connsiteX94" fmla="*/ 1877735 w 4917659"/>
              <a:gd name="connsiteY94" fmla="*/ 775437 h 904875"/>
              <a:gd name="connsiteX95" fmla="*/ 1941664 w 4917659"/>
              <a:gd name="connsiteY95" fmla="*/ 775437 h 904875"/>
              <a:gd name="connsiteX96" fmla="*/ 1965023 w 4917659"/>
              <a:gd name="connsiteY96" fmla="*/ 752053 h 904875"/>
              <a:gd name="connsiteX97" fmla="*/ 1965023 w 4917659"/>
              <a:gd name="connsiteY97" fmla="*/ 283613 h 904875"/>
              <a:gd name="connsiteX98" fmla="*/ 1941664 w 4917659"/>
              <a:gd name="connsiteY98" fmla="*/ 258982 h 904875"/>
              <a:gd name="connsiteX99" fmla="*/ 1696399 w 4917659"/>
              <a:gd name="connsiteY99" fmla="*/ 686187 h 904875"/>
              <a:gd name="connsiteX100" fmla="*/ 1538423 w 4917659"/>
              <a:gd name="connsiteY100" fmla="*/ 517519 h 904875"/>
              <a:gd name="connsiteX101" fmla="*/ 1696399 w 4917659"/>
              <a:gd name="connsiteY101" fmla="*/ 349469 h 904875"/>
              <a:gd name="connsiteX102" fmla="*/ 1854375 w 4917659"/>
              <a:gd name="connsiteY102" fmla="*/ 517519 h 904875"/>
              <a:gd name="connsiteX103" fmla="*/ 1696399 w 4917659"/>
              <a:gd name="connsiteY103" fmla="*/ 686187 h 904875"/>
              <a:gd name="connsiteX104" fmla="*/ 2697743 w 4917659"/>
              <a:gd name="connsiteY104" fmla="*/ 702190 h 904875"/>
              <a:gd name="connsiteX105" fmla="*/ 2692831 w 4917659"/>
              <a:gd name="connsiteY105" fmla="*/ 737889 h 904875"/>
              <a:gd name="connsiteX106" fmla="*/ 2526859 w 4917659"/>
              <a:gd name="connsiteY106" fmla="*/ 789600 h 904875"/>
              <a:gd name="connsiteX107" fmla="*/ 2260701 w 4917659"/>
              <a:gd name="connsiteY107" fmla="*/ 517519 h 904875"/>
              <a:gd name="connsiteX108" fmla="*/ 2526859 w 4917659"/>
              <a:gd name="connsiteY108" fmla="*/ 244208 h 904875"/>
              <a:gd name="connsiteX109" fmla="*/ 2692831 w 4917659"/>
              <a:gd name="connsiteY109" fmla="*/ 295301 h 904875"/>
              <a:gd name="connsiteX110" fmla="*/ 2697743 w 4917659"/>
              <a:gd name="connsiteY110" fmla="*/ 331010 h 904875"/>
              <a:gd name="connsiteX111" fmla="*/ 2667625 w 4917659"/>
              <a:gd name="connsiteY111" fmla="*/ 372863 h 904875"/>
              <a:gd name="connsiteX112" fmla="*/ 2630130 w 4917659"/>
              <a:gd name="connsiteY112" fmla="*/ 377177 h 904875"/>
              <a:gd name="connsiteX113" fmla="*/ 2530553 w 4917659"/>
              <a:gd name="connsiteY113" fmla="*/ 346393 h 904875"/>
              <a:gd name="connsiteX114" fmla="*/ 2374414 w 4917659"/>
              <a:gd name="connsiteY114" fmla="*/ 517519 h 904875"/>
              <a:gd name="connsiteX115" fmla="*/ 2530553 w 4917659"/>
              <a:gd name="connsiteY115" fmla="*/ 687416 h 904875"/>
              <a:gd name="connsiteX116" fmla="*/ 2628284 w 4917659"/>
              <a:gd name="connsiteY116" fmla="*/ 656022 h 904875"/>
              <a:gd name="connsiteX117" fmla="*/ 2665788 w 4917659"/>
              <a:gd name="connsiteY117" fmla="*/ 661565 h 904875"/>
              <a:gd name="connsiteX118" fmla="*/ 2697743 w 4917659"/>
              <a:gd name="connsiteY118" fmla="*/ 702190 h 904875"/>
              <a:gd name="connsiteX119" fmla="*/ 2996495 w 4917659"/>
              <a:gd name="connsiteY119" fmla="*/ 244827 h 904875"/>
              <a:gd name="connsiteX120" fmla="*/ 2726024 w 4917659"/>
              <a:gd name="connsiteY120" fmla="*/ 517519 h 904875"/>
              <a:gd name="connsiteX121" fmla="*/ 2996495 w 4917659"/>
              <a:gd name="connsiteY121" fmla="*/ 789600 h 904875"/>
              <a:gd name="connsiteX122" fmla="*/ 3267575 w 4917659"/>
              <a:gd name="connsiteY122" fmla="*/ 517519 h 904875"/>
              <a:gd name="connsiteX123" fmla="*/ 2996495 w 4917659"/>
              <a:gd name="connsiteY123" fmla="*/ 244827 h 904875"/>
              <a:gd name="connsiteX124" fmla="*/ 2996495 w 4917659"/>
              <a:gd name="connsiteY124" fmla="*/ 684949 h 904875"/>
              <a:gd name="connsiteX125" fmla="*/ 2838519 w 4917659"/>
              <a:gd name="connsiteY125" fmla="*/ 517519 h 904875"/>
              <a:gd name="connsiteX126" fmla="*/ 2996495 w 4917659"/>
              <a:gd name="connsiteY126" fmla="*/ 349469 h 904875"/>
              <a:gd name="connsiteX127" fmla="*/ 3154471 w 4917659"/>
              <a:gd name="connsiteY127" fmla="*/ 517519 h 904875"/>
              <a:gd name="connsiteX128" fmla="*/ 2996495 w 4917659"/>
              <a:gd name="connsiteY128" fmla="*/ 684949 h 904875"/>
              <a:gd name="connsiteX129" fmla="*/ 2163569 w 4917659"/>
              <a:gd name="connsiteY129" fmla="*/ 13989 h 904875"/>
              <a:gd name="connsiteX130" fmla="*/ 2187548 w 4917659"/>
              <a:gd name="connsiteY130" fmla="*/ 38611 h 904875"/>
              <a:gd name="connsiteX131" fmla="*/ 2187548 w 4917659"/>
              <a:gd name="connsiteY131" fmla="*/ 750815 h 904875"/>
              <a:gd name="connsiteX132" fmla="*/ 2163569 w 4917659"/>
              <a:gd name="connsiteY132" fmla="*/ 775437 h 904875"/>
              <a:gd name="connsiteX133" fmla="*/ 2100259 w 4917659"/>
              <a:gd name="connsiteY133" fmla="*/ 775437 h 904875"/>
              <a:gd name="connsiteX134" fmla="*/ 2075672 w 4917659"/>
              <a:gd name="connsiteY134" fmla="*/ 750815 h 904875"/>
              <a:gd name="connsiteX135" fmla="*/ 2075672 w 4917659"/>
              <a:gd name="connsiteY135" fmla="*/ 38611 h 904875"/>
              <a:gd name="connsiteX136" fmla="*/ 2100259 w 4917659"/>
              <a:gd name="connsiteY136" fmla="*/ 13989 h 904875"/>
              <a:gd name="connsiteX137" fmla="*/ 2163569 w 4917659"/>
              <a:gd name="connsiteY137" fmla="*/ 13989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4917659" h="904875">
                <a:moveTo>
                  <a:pt x="1326970" y="258982"/>
                </a:moveTo>
                <a:cubicBezTo>
                  <a:pt x="1339877" y="258982"/>
                  <a:pt x="1351557" y="269450"/>
                  <a:pt x="1351557" y="283613"/>
                </a:cubicBezTo>
                <a:cubicBezTo>
                  <a:pt x="1351557" y="752053"/>
                  <a:pt x="1351557" y="752053"/>
                  <a:pt x="1351557" y="752053"/>
                </a:cubicBezTo>
                <a:cubicBezTo>
                  <a:pt x="1351557" y="764978"/>
                  <a:pt x="1339877" y="775437"/>
                  <a:pt x="1326970" y="775437"/>
                </a:cubicBezTo>
                <a:cubicBezTo>
                  <a:pt x="1263650" y="775437"/>
                  <a:pt x="1263650" y="775437"/>
                  <a:pt x="1263650" y="775437"/>
                </a:cubicBezTo>
                <a:cubicBezTo>
                  <a:pt x="1251361" y="775437"/>
                  <a:pt x="1239681" y="765588"/>
                  <a:pt x="1239681" y="752662"/>
                </a:cubicBezTo>
                <a:cubicBezTo>
                  <a:pt x="1239681" y="709581"/>
                  <a:pt x="1239681" y="709581"/>
                  <a:pt x="1239681" y="709581"/>
                </a:cubicBezTo>
                <a:cubicBezTo>
                  <a:pt x="1207717" y="756977"/>
                  <a:pt x="1153011" y="789600"/>
                  <a:pt x="1072481" y="789600"/>
                </a:cubicBezTo>
                <a:cubicBezTo>
                  <a:pt x="937864" y="789600"/>
                  <a:pt x="854878" y="700342"/>
                  <a:pt x="854878" y="568001"/>
                </a:cubicBezTo>
                <a:cubicBezTo>
                  <a:pt x="854878" y="282994"/>
                  <a:pt x="854878" y="282994"/>
                  <a:pt x="854878" y="282994"/>
                </a:cubicBezTo>
                <a:cubicBezTo>
                  <a:pt x="854878" y="269450"/>
                  <a:pt x="867167" y="258982"/>
                  <a:pt x="880084" y="258982"/>
                </a:cubicBezTo>
                <a:cubicBezTo>
                  <a:pt x="943395" y="258982"/>
                  <a:pt x="943395" y="258982"/>
                  <a:pt x="943395" y="258982"/>
                </a:cubicBezTo>
                <a:cubicBezTo>
                  <a:pt x="956302" y="258982"/>
                  <a:pt x="966754" y="269450"/>
                  <a:pt x="966754" y="282994"/>
                </a:cubicBezTo>
                <a:cubicBezTo>
                  <a:pt x="966754" y="549532"/>
                  <a:pt x="966754" y="549532"/>
                  <a:pt x="966754" y="549532"/>
                </a:cubicBezTo>
                <a:cubicBezTo>
                  <a:pt x="966754" y="635705"/>
                  <a:pt x="1012245" y="692341"/>
                  <a:pt x="1101371" y="692341"/>
                </a:cubicBezTo>
                <a:cubicBezTo>
                  <a:pt x="1188041" y="692341"/>
                  <a:pt x="1239681" y="633248"/>
                  <a:pt x="1239681" y="550761"/>
                </a:cubicBezTo>
                <a:cubicBezTo>
                  <a:pt x="1239681" y="282994"/>
                  <a:pt x="1239681" y="282994"/>
                  <a:pt x="1239681" y="282994"/>
                </a:cubicBezTo>
                <a:cubicBezTo>
                  <a:pt x="1239681" y="269450"/>
                  <a:pt x="1251361" y="258982"/>
                  <a:pt x="1263650" y="258982"/>
                </a:cubicBezTo>
                <a:cubicBezTo>
                  <a:pt x="1326970" y="258982"/>
                  <a:pt x="1326970" y="258982"/>
                  <a:pt x="1326970" y="258982"/>
                </a:cubicBezTo>
                <a:moveTo>
                  <a:pt x="392011" y="-165"/>
                </a:moveTo>
                <a:cubicBezTo>
                  <a:pt x="175017" y="-165"/>
                  <a:pt x="-169" y="168494"/>
                  <a:pt x="-169" y="394408"/>
                </a:cubicBezTo>
                <a:cubicBezTo>
                  <a:pt x="-169" y="620322"/>
                  <a:pt x="175017" y="789600"/>
                  <a:pt x="392011" y="789600"/>
                </a:cubicBezTo>
                <a:cubicBezTo>
                  <a:pt x="428887" y="789600"/>
                  <a:pt x="465154" y="784676"/>
                  <a:pt x="498966" y="775437"/>
                </a:cubicBezTo>
                <a:cubicBezTo>
                  <a:pt x="541382" y="885012"/>
                  <a:pt x="541382" y="885012"/>
                  <a:pt x="541382" y="885012"/>
                </a:cubicBezTo>
                <a:cubicBezTo>
                  <a:pt x="545684" y="897319"/>
                  <a:pt x="554290" y="904710"/>
                  <a:pt x="570272" y="904710"/>
                </a:cubicBezTo>
                <a:cubicBezTo>
                  <a:pt x="637885" y="904710"/>
                  <a:pt x="637885" y="904710"/>
                  <a:pt x="637885" y="904710"/>
                </a:cubicBezTo>
                <a:cubicBezTo>
                  <a:pt x="653867" y="904710"/>
                  <a:pt x="666166" y="893633"/>
                  <a:pt x="658170" y="873316"/>
                </a:cubicBezTo>
                <a:cubicBezTo>
                  <a:pt x="603464" y="729279"/>
                  <a:pt x="603464" y="729279"/>
                  <a:pt x="603464" y="729279"/>
                </a:cubicBezTo>
                <a:cubicBezTo>
                  <a:pt x="712266" y="660946"/>
                  <a:pt x="784191" y="539683"/>
                  <a:pt x="784191" y="394408"/>
                </a:cubicBezTo>
                <a:cubicBezTo>
                  <a:pt x="784191" y="168494"/>
                  <a:pt x="608995" y="-165"/>
                  <a:pt x="392011" y="-165"/>
                </a:cubicBezTo>
                <a:moveTo>
                  <a:pt x="562895" y="623399"/>
                </a:moveTo>
                <a:cubicBezTo>
                  <a:pt x="513101" y="494744"/>
                  <a:pt x="513101" y="494744"/>
                  <a:pt x="513101" y="494744"/>
                </a:cubicBezTo>
                <a:cubicBezTo>
                  <a:pt x="508799" y="483667"/>
                  <a:pt x="500194" y="474428"/>
                  <a:pt x="481137" y="474428"/>
                </a:cubicBezTo>
                <a:cubicBezTo>
                  <a:pt x="416598" y="474428"/>
                  <a:pt x="416598" y="474428"/>
                  <a:pt x="416598" y="474428"/>
                </a:cubicBezTo>
                <a:cubicBezTo>
                  <a:pt x="400616" y="474428"/>
                  <a:pt x="387708" y="484896"/>
                  <a:pt x="395085" y="505212"/>
                </a:cubicBezTo>
                <a:cubicBezTo>
                  <a:pt x="460243" y="674491"/>
                  <a:pt x="460243" y="674491"/>
                  <a:pt x="460243" y="674491"/>
                </a:cubicBezTo>
                <a:cubicBezTo>
                  <a:pt x="438730" y="680025"/>
                  <a:pt x="415980" y="683111"/>
                  <a:pt x="392011" y="683111"/>
                </a:cubicBezTo>
                <a:cubicBezTo>
                  <a:pt x="232797" y="683111"/>
                  <a:pt x="120312" y="558152"/>
                  <a:pt x="120312" y="394408"/>
                </a:cubicBezTo>
                <a:cubicBezTo>
                  <a:pt x="120312" y="231283"/>
                  <a:pt x="232797" y="106324"/>
                  <a:pt x="392011" y="106324"/>
                </a:cubicBezTo>
                <a:cubicBezTo>
                  <a:pt x="551215" y="106324"/>
                  <a:pt x="663710" y="231283"/>
                  <a:pt x="663710" y="394408"/>
                </a:cubicBezTo>
                <a:cubicBezTo>
                  <a:pt x="663710" y="489820"/>
                  <a:pt x="625596" y="571687"/>
                  <a:pt x="562895" y="623399"/>
                </a:cubicBezTo>
                <a:moveTo>
                  <a:pt x="4915587" y="749586"/>
                </a:moveTo>
                <a:cubicBezTo>
                  <a:pt x="4921118" y="762511"/>
                  <a:pt x="4914359" y="775437"/>
                  <a:pt x="4898377" y="775437"/>
                </a:cubicBezTo>
                <a:cubicBezTo>
                  <a:pt x="4827680" y="775437"/>
                  <a:pt x="4827680" y="775437"/>
                  <a:pt x="4827680" y="775437"/>
                </a:cubicBezTo>
                <a:cubicBezTo>
                  <a:pt x="4814772" y="775437"/>
                  <a:pt x="4803711" y="769284"/>
                  <a:pt x="4799409" y="756358"/>
                </a:cubicBezTo>
                <a:cubicBezTo>
                  <a:pt x="4668476" y="403028"/>
                  <a:pt x="4668476" y="403028"/>
                  <a:pt x="4668476" y="403028"/>
                </a:cubicBezTo>
                <a:cubicBezTo>
                  <a:pt x="4535087" y="756358"/>
                  <a:pt x="4535087" y="756358"/>
                  <a:pt x="4535087" y="756358"/>
                </a:cubicBezTo>
                <a:cubicBezTo>
                  <a:pt x="4529556" y="769903"/>
                  <a:pt x="4520333" y="775437"/>
                  <a:pt x="4507425" y="775437"/>
                </a:cubicBezTo>
                <a:cubicBezTo>
                  <a:pt x="4444114" y="775437"/>
                  <a:pt x="4444114" y="775437"/>
                  <a:pt x="4444114" y="775437"/>
                </a:cubicBezTo>
                <a:cubicBezTo>
                  <a:pt x="4431197" y="775437"/>
                  <a:pt x="4421365" y="769903"/>
                  <a:pt x="4415834" y="756358"/>
                </a:cubicBezTo>
                <a:cubicBezTo>
                  <a:pt x="4281827" y="401180"/>
                  <a:pt x="4281827" y="401180"/>
                  <a:pt x="4281827" y="401180"/>
                </a:cubicBezTo>
                <a:cubicBezTo>
                  <a:pt x="4149665" y="756358"/>
                  <a:pt x="4149665" y="756358"/>
                  <a:pt x="4149665" y="756358"/>
                </a:cubicBezTo>
                <a:cubicBezTo>
                  <a:pt x="4144135" y="769284"/>
                  <a:pt x="4134302" y="775437"/>
                  <a:pt x="4121394" y="775437"/>
                </a:cubicBezTo>
                <a:cubicBezTo>
                  <a:pt x="4055009" y="775437"/>
                  <a:pt x="4055009" y="775437"/>
                  <a:pt x="4055009" y="775437"/>
                </a:cubicBezTo>
                <a:cubicBezTo>
                  <a:pt x="4042092" y="775437"/>
                  <a:pt x="4032259" y="769284"/>
                  <a:pt x="4026729" y="756358"/>
                </a:cubicBezTo>
                <a:cubicBezTo>
                  <a:pt x="3895796" y="401180"/>
                  <a:pt x="3895796" y="401180"/>
                  <a:pt x="3895796" y="401180"/>
                </a:cubicBezTo>
                <a:cubicBezTo>
                  <a:pt x="3760560" y="756358"/>
                  <a:pt x="3760560" y="756358"/>
                  <a:pt x="3760560" y="756358"/>
                </a:cubicBezTo>
                <a:cubicBezTo>
                  <a:pt x="3755030" y="769903"/>
                  <a:pt x="3745197" y="775437"/>
                  <a:pt x="3732289" y="775437"/>
                </a:cubicBezTo>
                <a:cubicBezTo>
                  <a:pt x="3668969" y="775437"/>
                  <a:pt x="3668969" y="775437"/>
                  <a:pt x="3668969" y="775437"/>
                </a:cubicBezTo>
                <a:cubicBezTo>
                  <a:pt x="3656061" y="775437"/>
                  <a:pt x="3646228" y="769903"/>
                  <a:pt x="3641317" y="756358"/>
                </a:cubicBezTo>
                <a:cubicBezTo>
                  <a:pt x="3509156" y="401180"/>
                  <a:pt x="3509156" y="401180"/>
                  <a:pt x="3509156" y="401180"/>
                </a:cubicBezTo>
                <a:cubicBezTo>
                  <a:pt x="3376995" y="756358"/>
                  <a:pt x="3376995" y="756358"/>
                  <a:pt x="3376995" y="756358"/>
                </a:cubicBezTo>
                <a:cubicBezTo>
                  <a:pt x="3372692" y="769284"/>
                  <a:pt x="3361622" y="775437"/>
                  <a:pt x="3348714" y="775437"/>
                </a:cubicBezTo>
                <a:cubicBezTo>
                  <a:pt x="3279873" y="775437"/>
                  <a:pt x="3279873" y="775437"/>
                  <a:pt x="3279873" y="775437"/>
                </a:cubicBezTo>
                <a:cubicBezTo>
                  <a:pt x="3263881" y="775437"/>
                  <a:pt x="3257742" y="762511"/>
                  <a:pt x="3262653" y="749586"/>
                </a:cubicBezTo>
                <a:cubicBezTo>
                  <a:pt x="3442152" y="279298"/>
                  <a:pt x="3442152" y="279298"/>
                  <a:pt x="3442152" y="279298"/>
                </a:cubicBezTo>
                <a:cubicBezTo>
                  <a:pt x="3447683" y="265754"/>
                  <a:pt x="3457515" y="258982"/>
                  <a:pt x="3470423" y="258982"/>
                </a:cubicBezTo>
                <a:cubicBezTo>
                  <a:pt x="3547879" y="258982"/>
                  <a:pt x="3547879" y="258982"/>
                  <a:pt x="3547879" y="258982"/>
                </a:cubicBezTo>
                <a:cubicBezTo>
                  <a:pt x="3560786" y="258982"/>
                  <a:pt x="3570010" y="265754"/>
                  <a:pt x="3575541" y="279298"/>
                </a:cubicBezTo>
                <a:cubicBezTo>
                  <a:pt x="3702171" y="622780"/>
                  <a:pt x="3702171" y="622780"/>
                  <a:pt x="3702171" y="622780"/>
                </a:cubicBezTo>
                <a:cubicBezTo>
                  <a:pt x="3830029" y="279298"/>
                  <a:pt x="3830029" y="279298"/>
                  <a:pt x="3830029" y="279298"/>
                </a:cubicBezTo>
                <a:cubicBezTo>
                  <a:pt x="3835560" y="265754"/>
                  <a:pt x="3845393" y="258982"/>
                  <a:pt x="3858300" y="258982"/>
                </a:cubicBezTo>
                <a:cubicBezTo>
                  <a:pt x="3934528" y="258982"/>
                  <a:pt x="3934528" y="258982"/>
                  <a:pt x="3934528" y="258982"/>
                </a:cubicBezTo>
                <a:cubicBezTo>
                  <a:pt x="3947436" y="258982"/>
                  <a:pt x="3957269" y="265754"/>
                  <a:pt x="3962181" y="279298"/>
                </a:cubicBezTo>
                <a:cubicBezTo>
                  <a:pt x="4089430" y="622780"/>
                  <a:pt x="4089430" y="622780"/>
                  <a:pt x="4089430" y="622780"/>
                </a:cubicBezTo>
                <a:cubicBezTo>
                  <a:pt x="4216060" y="279298"/>
                  <a:pt x="4216060" y="279298"/>
                  <a:pt x="4216060" y="279298"/>
                </a:cubicBezTo>
                <a:cubicBezTo>
                  <a:pt x="4221591" y="265754"/>
                  <a:pt x="4230805" y="258982"/>
                  <a:pt x="4243722" y="258982"/>
                </a:cubicBezTo>
                <a:cubicBezTo>
                  <a:pt x="4320559" y="258982"/>
                  <a:pt x="4320559" y="258982"/>
                  <a:pt x="4320559" y="258982"/>
                </a:cubicBezTo>
                <a:cubicBezTo>
                  <a:pt x="4332848" y="258982"/>
                  <a:pt x="4342681" y="265754"/>
                  <a:pt x="4348221" y="279298"/>
                </a:cubicBezTo>
                <a:cubicBezTo>
                  <a:pt x="4477307" y="622780"/>
                  <a:pt x="4477307" y="622780"/>
                  <a:pt x="4477307" y="622780"/>
                </a:cubicBezTo>
                <a:cubicBezTo>
                  <a:pt x="4602700" y="279298"/>
                  <a:pt x="4602700" y="279298"/>
                  <a:pt x="4602700" y="279298"/>
                </a:cubicBezTo>
                <a:cubicBezTo>
                  <a:pt x="4608231" y="265754"/>
                  <a:pt x="4618073" y="258982"/>
                  <a:pt x="4630981" y="258982"/>
                </a:cubicBezTo>
                <a:cubicBezTo>
                  <a:pt x="4708427" y="258982"/>
                  <a:pt x="4708427" y="258982"/>
                  <a:pt x="4708427" y="258982"/>
                </a:cubicBezTo>
                <a:cubicBezTo>
                  <a:pt x="4721344" y="258982"/>
                  <a:pt x="4730558" y="265754"/>
                  <a:pt x="4736089" y="279298"/>
                </a:cubicBezTo>
                <a:cubicBezTo>
                  <a:pt x="4915587" y="749586"/>
                  <a:pt x="4915587" y="749586"/>
                  <a:pt x="4915587" y="749586"/>
                </a:cubicBezTo>
                <a:moveTo>
                  <a:pt x="1941664" y="258982"/>
                </a:moveTo>
                <a:cubicBezTo>
                  <a:pt x="1877735" y="258982"/>
                  <a:pt x="1877735" y="258982"/>
                  <a:pt x="1877735" y="258982"/>
                </a:cubicBezTo>
                <a:cubicBezTo>
                  <a:pt x="1865446" y="258982"/>
                  <a:pt x="1853148" y="269450"/>
                  <a:pt x="1853148" y="283613"/>
                </a:cubicBezTo>
                <a:cubicBezTo>
                  <a:pt x="1853148" y="326695"/>
                  <a:pt x="1853148" y="326695"/>
                  <a:pt x="1853148" y="326695"/>
                </a:cubicBezTo>
                <a:cubicBezTo>
                  <a:pt x="1821183" y="278070"/>
                  <a:pt x="1758491" y="244208"/>
                  <a:pt x="1684720" y="244208"/>
                </a:cubicBezTo>
                <a:cubicBezTo>
                  <a:pt x="1545182" y="244208"/>
                  <a:pt x="1424700" y="355013"/>
                  <a:pt x="1424700" y="516290"/>
                </a:cubicBezTo>
                <a:cubicBezTo>
                  <a:pt x="1424700" y="680025"/>
                  <a:pt x="1545182" y="789600"/>
                  <a:pt x="1683492" y="789600"/>
                </a:cubicBezTo>
                <a:cubicBezTo>
                  <a:pt x="1758491" y="789600"/>
                  <a:pt x="1819955" y="755129"/>
                  <a:pt x="1853148" y="706495"/>
                </a:cubicBezTo>
                <a:cubicBezTo>
                  <a:pt x="1853148" y="752053"/>
                  <a:pt x="1853148" y="752053"/>
                  <a:pt x="1853148" y="752053"/>
                </a:cubicBezTo>
                <a:cubicBezTo>
                  <a:pt x="1853148" y="764978"/>
                  <a:pt x="1865446" y="775437"/>
                  <a:pt x="1877735" y="775437"/>
                </a:cubicBezTo>
                <a:cubicBezTo>
                  <a:pt x="1941664" y="775437"/>
                  <a:pt x="1941664" y="775437"/>
                  <a:pt x="1941664" y="775437"/>
                </a:cubicBezTo>
                <a:cubicBezTo>
                  <a:pt x="1954572" y="775437"/>
                  <a:pt x="1965023" y="764978"/>
                  <a:pt x="1965023" y="752053"/>
                </a:cubicBezTo>
                <a:cubicBezTo>
                  <a:pt x="1965023" y="283613"/>
                  <a:pt x="1965023" y="283613"/>
                  <a:pt x="1965023" y="283613"/>
                </a:cubicBezTo>
                <a:cubicBezTo>
                  <a:pt x="1965023" y="269450"/>
                  <a:pt x="1954572" y="258982"/>
                  <a:pt x="1941664" y="258982"/>
                </a:cubicBezTo>
                <a:moveTo>
                  <a:pt x="1696399" y="686187"/>
                </a:moveTo>
                <a:cubicBezTo>
                  <a:pt x="1604199" y="686187"/>
                  <a:pt x="1538423" y="611083"/>
                  <a:pt x="1538423" y="517519"/>
                </a:cubicBezTo>
                <a:cubicBezTo>
                  <a:pt x="1538423" y="422726"/>
                  <a:pt x="1604199" y="349469"/>
                  <a:pt x="1696399" y="349469"/>
                </a:cubicBezTo>
                <a:cubicBezTo>
                  <a:pt x="1787990" y="349469"/>
                  <a:pt x="1854375" y="422726"/>
                  <a:pt x="1854375" y="517519"/>
                </a:cubicBezTo>
                <a:cubicBezTo>
                  <a:pt x="1854375" y="611083"/>
                  <a:pt x="1787990" y="686187"/>
                  <a:pt x="1696399" y="686187"/>
                </a:cubicBezTo>
                <a:moveTo>
                  <a:pt x="2697743" y="702190"/>
                </a:moveTo>
                <a:cubicBezTo>
                  <a:pt x="2711888" y="719430"/>
                  <a:pt x="2700209" y="732355"/>
                  <a:pt x="2692831" y="737889"/>
                </a:cubicBezTo>
                <a:cubicBezTo>
                  <a:pt x="2648568" y="771131"/>
                  <a:pt x="2590179" y="789600"/>
                  <a:pt x="2526859" y="789600"/>
                </a:cubicBezTo>
                <a:cubicBezTo>
                  <a:pt x="2367036" y="789600"/>
                  <a:pt x="2260701" y="672024"/>
                  <a:pt x="2260701" y="517519"/>
                </a:cubicBezTo>
                <a:cubicBezTo>
                  <a:pt x="2260701" y="362404"/>
                  <a:pt x="2367036" y="244208"/>
                  <a:pt x="2526859" y="244208"/>
                </a:cubicBezTo>
                <a:cubicBezTo>
                  <a:pt x="2590179" y="244208"/>
                  <a:pt x="2648568" y="262068"/>
                  <a:pt x="2692831" y="295301"/>
                </a:cubicBezTo>
                <a:cubicBezTo>
                  <a:pt x="2700209" y="300844"/>
                  <a:pt x="2710660" y="312541"/>
                  <a:pt x="2697743" y="331010"/>
                </a:cubicBezTo>
                <a:cubicBezTo>
                  <a:pt x="2667625" y="372863"/>
                  <a:pt x="2667625" y="372863"/>
                  <a:pt x="2667625" y="372863"/>
                </a:cubicBezTo>
                <a:cubicBezTo>
                  <a:pt x="2655946" y="389484"/>
                  <a:pt x="2641810" y="385178"/>
                  <a:pt x="2630130" y="377177"/>
                </a:cubicBezTo>
                <a:cubicBezTo>
                  <a:pt x="2602468" y="359937"/>
                  <a:pt x="2568657" y="346393"/>
                  <a:pt x="2530553" y="346393"/>
                </a:cubicBezTo>
                <a:cubicBezTo>
                  <a:pt x="2436496" y="346393"/>
                  <a:pt x="2374414" y="421497"/>
                  <a:pt x="2374414" y="517519"/>
                </a:cubicBezTo>
                <a:cubicBezTo>
                  <a:pt x="2374414" y="612931"/>
                  <a:pt x="2436496" y="687416"/>
                  <a:pt x="2530553" y="687416"/>
                </a:cubicBezTo>
                <a:cubicBezTo>
                  <a:pt x="2568657" y="687416"/>
                  <a:pt x="2600012" y="672024"/>
                  <a:pt x="2628284" y="656022"/>
                </a:cubicBezTo>
                <a:cubicBezTo>
                  <a:pt x="2639963" y="649869"/>
                  <a:pt x="2652871" y="644325"/>
                  <a:pt x="2665788" y="661565"/>
                </a:cubicBezTo>
                <a:lnTo>
                  <a:pt x="2697743" y="702190"/>
                </a:lnTo>
                <a:close/>
                <a:moveTo>
                  <a:pt x="2996495" y="244827"/>
                </a:moveTo>
                <a:cubicBezTo>
                  <a:pt x="2845886" y="244827"/>
                  <a:pt x="2726024" y="363633"/>
                  <a:pt x="2726024" y="517519"/>
                </a:cubicBezTo>
                <a:cubicBezTo>
                  <a:pt x="2726024" y="672024"/>
                  <a:pt x="2845886" y="789600"/>
                  <a:pt x="2996495" y="789600"/>
                </a:cubicBezTo>
                <a:cubicBezTo>
                  <a:pt x="3147094" y="789600"/>
                  <a:pt x="3267575" y="672024"/>
                  <a:pt x="3267575" y="517519"/>
                </a:cubicBezTo>
                <a:cubicBezTo>
                  <a:pt x="3267575" y="363633"/>
                  <a:pt x="3147094" y="244827"/>
                  <a:pt x="2996495" y="244827"/>
                </a:cubicBezTo>
                <a:moveTo>
                  <a:pt x="2996495" y="684949"/>
                </a:moveTo>
                <a:cubicBezTo>
                  <a:pt x="2904285" y="684949"/>
                  <a:pt x="2838519" y="611083"/>
                  <a:pt x="2838519" y="517519"/>
                </a:cubicBezTo>
                <a:cubicBezTo>
                  <a:pt x="2838519" y="422726"/>
                  <a:pt x="2904285" y="349469"/>
                  <a:pt x="2996495" y="349469"/>
                </a:cubicBezTo>
                <a:cubicBezTo>
                  <a:pt x="3089314" y="349469"/>
                  <a:pt x="3154471" y="422726"/>
                  <a:pt x="3154471" y="517519"/>
                </a:cubicBezTo>
                <a:cubicBezTo>
                  <a:pt x="3154471" y="611083"/>
                  <a:pt x="3089314" y="684949"/>
                  <a:pt x="2996495" y="684949"/>
                </a:cubicBezTo>
                <a:moveTo>
                  <a:pt x="2163569" y="13989"/>
                </a:moveTo>
                <a:cubicBezTo>
                  <a:pt x="2177715" y="13989"/>
                  <a:pt x="2187548" y="25686"/>
                  <a:pt x="2187548" y="38611"/>
                </a:cubicBezTo>
                <a:cubicBezTo>
                  <a:pt x="2187548" y="750815"/>
                  <a:pt x="2187548" y="750815"/>
                  <a:pt x="2187548" y="750815"/>
                </a:cubicBezTo>
                <a:cubicBezTo>
                  <a:pt x="2187548" y="763750"/>
                  <a:pt x="2177715" y="775437"/>
                  <a:pt x="2163569" y="775437"/>
                </a:cubicBezTo>
                <a:cubicBezTo>
                  <a:pt x="2100259" y="775437"/>
                  <a:pt x="2100259" y="775437"/>
                  <a:pt x="2100259" y="775437"/>
                </a:cubicBezTo>
                <a:cubicBezTo>
                  <a:pt x="2087351" y="775437"/>
                  <a:pt x="2075672" y="763750"/>
                  <a:pt x="2075672" y="750815"/>
                </a:cubicBezTo>
                <a:cubicBezTo>
                  <a:pt x="2075672" y="38611"/>
                  <a:pt x="2075672" y="38611"/>
                  <a:pt x="2075672" y="38611"/>
                </a:cubicBezTo>
                <a:cubicBezTo>
                  <a:pt x="2075672" y="25686"/>
                  <a:pt x="2087351" y="13989"/>
                  <a:pt x="2100259" y="13989"/>
                </a:cubicBezTo>
                <a:cubicBezTo>
                  <a:pt x="2163569" y="13989"/>
                  <a:pt x="2163569" y="13989"/>
                  <a:pt x="2163569" y="13989"/>
                </a:cubicBezTo>
              </a:path>
            </a:pathLst>
          </a:custGeom>
          <a:solidFill>
            <a:schemeClr val="tx1"/>
          </a:solidFill>
          <a:ln w="9507" cap="flat">
            <a:noFill/>
            <a:prstDash val="solid"/>
            <a:miter/>
          </a:ln>
        </p:spPr>
        <p:txBody>
          <a:bodyPr rtlCol="0" anchor="ctr"/>
          <a:lstStyle/>
          <a:p>
            <a:endParaRPr lang="en-US"/>
          </a:p>
        </p:txBody>
      </p:sp>
      <p:sp>
        <p:nvSpPr>
          <p:cNvPr id="4" name="Title 2">
            <a:extLst>
              <a:ext uri="{FF2B5EF4-FFF2-40B4-BE49-F238E27FC236}">
                <a16:creationId xmlns:a16="http://schemas.microsoft.com/office/drawing/2014/main" id="{AE26A26D-3BB6-3DA7-C72C-3F2C422C0EEE}"/>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5" name="Text Placeholder 22">
            <a:extLst>
              <a:ext uri="{FF2B5EF4-FFF2-40B4-BE49-F238E27FC236}">
                <a16:creationId xmlns:a16="http://schemas.microsoft.com/office/drawing/2014/main" id="{39A1C756-596E-F77D-84E5-F1DB03F7856F}"/>
              </a:ext>
            </a:extLst>
          </p:cNvPr>
          <p:cNvSpPr>
            <a:spLocks noGrp="1"/>
          </p:cNvSpPr>
          <p:nvPr>
            <p:ph type="body" sz="quarter" idx="13" hasCustomPrompt="1"/>
          </p:nvPr>
        </p:nvSpPr>
        <p:spPr>
          <a:xfrm>
            <a:off x="515938" y="4518160"/>
            <a:ext cx="4787899" cy="263149"/>
          </a:xfrm>
        </p:spPr>
        <p:txBody>
          <a:bodyPr wrap="square" anchor="t">
            <a:noAutofit/>
          </a:bodyPr>
          <a:lstStyle>
            <a:lvl1pPr marL="0" indent="0">
              <a:buNone/>
              <a:defRPr sz="1600" spc="0">
                <a:solidFill>
                  <a:schemeClr val="tx1"/>
                </a:solidFill>
              </a:defRPr>
            </a:lvl1pPr>
          </a:lstStyle>
          <a:p>
            <a:pPr lvl="0"/>
            <a:r>
              <a:rPr lang="en-US"/>
              <a:t>Speaker title, Employing entity</a:t>
            </a:r>
          </a:p>
        </p:txBody>
      </p:sp>
      <p:sp>
        <p:nvSpPr>
          <p:cNvPr id="36" name="Text Placeholder 22">
            <a:extLst>
              <a:ext uri="{FF2B5EF4-FFF2-40B4-BE49-F238E27FC236}">
                <a16:creationId xmlns:a16="http://schemas.microsoft.com/office/drawing/2014/main" id="{9AA5EA8C-68B4-06D3-5949-DB4A6B5DE9DE}"/>
              </a:ext>
            </a:extLst>
          </p:cNvPr>
          <p:cNvSpPr>
            <a:spLocks noGrp="1"/>
          </p:cNvSpPr>
          <p:nvPr>
            <p:ph type="body" sz="quarter" idx="15" hasCustomPrompt="1"/>
          </p:nvPr>
        </p:nvSpPr>
        <p:spPr>
          <a:xfrm>
            <a:off x="515939" y="5886850"/>
            <a:ext cx="4787899"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
        <p:nvSpPr>
          <p:cNvPr id="37" name="Text Placeholder 7">
            <a:extLst>
              <a:ext uri="{FF2B5EF4-FFF2-40B4-BE49-F238E27FC236}">
                <a16:creationId xmlns:a16="http://schemas.microsoft.com/office/drawing/2014/main" id="{8D83F911-9A89-2C00-EB5B-2C510B40C22F}"/>
              </a:ext>
            </a:extLst>
          </p:cNvPr>
          <p:cNvSpPr>
            <a:spLocks noGrp="1"/>
          </p:cNvSpPr>
          <p:nvPr>
            <p:ph type="body" sz="quarter" idx="10" hasCustomPrompt="1"/>
          </p:nvPr>
        </p:nvSpPr>
        <p:spPr bwMode="gray">
          <a:xfrm>
            <a:off x="515937" y="4041775"/>
            <a:ext cx="4787901"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p:txBody>
      </p:sp>
      <p:sp>
        <p:nvSpPr>
          <p:cNvPr id="42" name="Text Placeholder 41">
            <a:extLst>
              <a:ext uri="{FF2B5EF4-FFF2-40B4-BE49-F238E27FC236}">
                <a16:creationId xmlns:a16="http://schemas.microsoft.com/office/drawing/2014/main" id="{29FE9151-3621-EA29-D8EC-2BCB091B1B92}"/>
              </a:ext>
            </a:extLst>
          </p:cNvPr>
          <p:cNvSpPr>
            <a:spLocks noGrp="1"/>
          </p:cNvSpPr>
          <p:nvPr>
            <p:ph type="body" sz="quarter" idx="17" hasCustomPrompt="1"/>
          </p:nvPr>
        </p:nvSpPr>
        <p:spPr>
          <a:xfrm>
            <a:off x="515938" y="6396526"/>
            <a:ext cx="11160125" cy="116955"/>
          </a:xfrm>
        </p:spPr>
        <p:txBody>
          <a:bodyPr>
            <a:spAutoFit/>
          </a:bodyPr>
          <a:lstStyle>
            <a:lvl1pPr marL="0" indent="0">
              <a:buNone/>
              <a:defRPr sz="800">
                <a:solidFill>
                  <a:schemeClr val="accent6">
                    <a:lumMod val="9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
        <p:nvSpPr>
          <p:cNvPr id="43" name="Text Placeholder 41">
            <a:extLst>
              <a:ext uri="{FF2B5EF4-FFF2-40B4-BE49-F238E27FC236}">
                <a16:creationId xmlns:a16="http://schemas.microsoft.com/office/drawing/2014/main" id="{CEC40FEA-4875-3D17-B0B1-ED7156EBAB17}"/>
              </a:ext>
            </a:extLst>
          </p:cNvPr>
          <p:cNvSpPr>
            <a:spLocks noGrp="1"/>
          </p:cNvSpPr>
          <p:nvPr>
            <p:ph type="body" sz="quarter" idx="18" hasCustomPrompt="1"/>
          </p:nvPr>
        </p:nvSpPr>
        <p:spPr>
          <a:xfrm>
            <a:off x="515938" y="6209389"/>
            <a:ext cx="11160125" cy="116955"/>
          </a:xfrm>
        </p:spPr>
        <p:txBody>
          <a:bodyPr>
            <a:spAutoFit/>
          </a:bodyPr>
          <a:lstStyle>
            <a:lvl1pPr marL="0" indent="0">
              <a:buNone/>
              <a:defRPr sz="800">
                <a:solidFill>
                  <a:schemeClr val="accent6">
                    <a:lumMod val="90000"/>
                  </a:schemeClr>
                </a:solidFill>
              </a:defRPr>
            </a:lvl1pPr>
          </a:lstStyle>
          <a:p>
            <a:pPr lvl="0" algn="l"/>
            <a:r>
              <a:rPr lang="en-US">
                <a:solidFill>
                  <a:schemeClr val="accent6">
                    <a:lumMod val="90000"/>
                  </a:schemeClr>
                </a:solidFill>
              </a:rPr>
              <a:t>Footer</a:t>
            </a:r>
          </a:p>
        </p:txBody>
      </p:sp>
    </p:spTree>
    <p:extLst>
      <p:ext uri="{BB962C8B-B14F-4D97-AF65-F5344CB8AC3E}">
        <p14:creationId xmlns:p14="http://schemas.microsoft.com/office/powerpoint/2010/main" val="33145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523">
          <p15:clr>
            <a:srgbClr val="FBAE40"/>
          </p15:clr>
        </p15:guide>
        <p15:guide id="4" orient="horz" pos="2387">
          <p15:clr>
            <a:srgbClr val="FBAE40"/>
          </p15:clr>
        </p15:guide>
        <p15:guide id="5" orient="horz" pos="3022">
          <p15:clr>
            <a:srgbClr val="FBAE40"/>
          </p15:clr>
        </p15:guide>
        <p15:guide id="6" pos="3341">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Title+Photo_Dark Blue">
    <p:bg>
      <p:bgPr>
        <a:solidFill>
          <a:schemeClr val="accent2"/>
        </a:solidFill>
        <a:effectLst/>
      </p:bgPr>
    </p:bg>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7E7F3CFB-9BFC-B97E-E28E-E1CC3CEB589E}"/>
              </a:ext>
            </a:extLst>
          </p:cNvPr>
          <p:cNvSpPr>
            <a:spLocks noChangeAspect="1" noEditPoints="1"/>
          </p:cNvSpPr>
          <p:nvPr/>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9B859C2-4BEA-9848-AC63-40AF86018B01}"/>
              </a:ext>
            </a:extLst>
          </p:cNvPr>
          <p:cNvSpPr>
            <a:spLocks noGrp="1"/>
          </p:cNvSpPr>
          <p:nvPr>
            <p:ph type="title" hasCustomPrompt="1"/>
          </p:nvPr>
        </p:nvSpPr>
        <p:spPr bwMode="gray">
          <a:xfrm>
            <a:off x="515939" y="1628775"/>
            <a:ext cx="4787900" cy="2160588"/>
          </a:xfrm>
        </p:spPr>
        <p:txBody>
          <a:bodyPr wrap="square" anchor="b">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6" name="Picture Placeholder 5">
            <a:extLst>
              <a:ext uri="{FF2B5EF4-FFF2-40B4-BE49-F238E27FC236}">
                <a16:creationId xmlns:a16="http://schemas.microsoft.com/office/drawing/2014/main" id="{A653871A-ABE6-AE14-4749-BCCA9C632B11}"/>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sp>
        <p:nvSpPr>
          <p:cNvPr id="2" name="TextBox 1">
            <a:extLst>
              <a:ext uri="{FF2B5EF4-FFF2-40B4-BE49-F238E27FC236}">
                <a16:creationId xmlns:a16="http://schemas.microsoft.com/office/drawing/2014/main" id="{B53EA102-590A-06E9-B03C-339A5C410D02}"/>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
        <p:nvSpPr>
          <p:cNvPr id="7" name="Text Placeholder 22">
            <a:extLst>
              <a:ext uri="{FF2B5EF4-FFF2-40B4-BE49-F238E27FC236}">
                <a16:creationId xmlns:a16="http://schemas.microsoft.com/office/drawing/2014/main" id="{B5DE35B9-A6C1-F642-76AA-57E9301FEDD8}"/>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9" name="Text Placeholder 7">
            <a:extLst>
              <a:ext uri="{FF2B5EF4-FFF2-40B4-BE49-F238E27FC236}">
                <a16:creationId xmlns:a16="http://schemas.microsoft.com/office/drawing/2014/main" id="{56D0D8D4-9FF5-368F-7FF8-03A41AC95FFB}"/>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p:txBody>
      </p:sp>
      <p:sp>
        <p:nvSpPr>
          <p:cNvPr id="11" name="TextBox 10">
            <a:extLst>
              <a:ext uri="{FF2B5EF4-FFF2-40B4-BE49-F238E27FC236}">
                <a16:creationId xmlns:a16="http://schemas.microsoft.com/office/drawing/2014/main" id="{F6AD5693-C1C6-9DF3-0CF6-15688C300F5B}"/>
              </a:ext>
            </a:extLst>
          </p:cNvPr>
          <p:cNvSpPr txBox="1"/>
          <p:nvPr/>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800" kern="1200" baseline="0">
              <a:solidFill>
                <a:schemeClr val="accent6">
                  <a:lumMod val="90000"/>
                </a:schemeClr>
              </a:solidFill>
              <a:latin typeface="+mn-lt"/>
              <a:ea typeface="+mn-ea"/>
              <a:cs typeface="+mn-cs"/>
            </a:endParaRPr>
          </a:p>
        </p:txBody>
      </p:sp>
      <p:sp>
        <p:nvSpPr>
          <p:cNvPr id="12" name="Text Placeholder 22">
            <a:extLst>
              <a:ext uri="{FF2B5EF4-FFF2-40B4-BE49-F238E27FC236}">
                <a16:creationId xmlns:a16="http://schemas.microsoft.com/office/drawing/2014/main" id="{169A3A7F-36DB-2DDF-329F-F8A56895062D}"/>
              </a:ext>
            </a:extLst>
          </p:cNvPr>
          <p:cNvSpPr>
            <a:spLocks noGrp="1"/>
          </p:cNvSpPr>
          <p:nvPr>
            <p:ph type="body" sz="quarter" idx="14" hasCustomPrompt="1"/>
          </p:nvPr>
        </p:nvSpPr>
        <p:spPr>
          <a:xfrm>
            <a:off x="515939" y="5763332"/>
            <a:ext cx="4786822"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3561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3022">
          <p15:clr>
            <a:srgbClr val="FBAE40"/>
          </p15:clr>
        </p15:guide>
        <p15:guide id="6" pos="3341">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p:cSld name="Title+Photo_Black">
    <p:spTree>
      <p:nvGrpSpPr>
        <p:cNvPr id="1" name=""/>
        <p:cNvGrpSpPr/>
        <p:nvPr/>
      </p:nvGrpSpPr>
      <p:grpSpPr>
        <a:xfrm>
          <a:off x="0" y="0"/>
          <a:ext cx="0" cy="0"/>
          <a:chOff x="0" y="0"/>
          <a:chExt cx="0" cy="0"/>
        </a:xfrm>
      </p:grpSpPr>
      <p:sp>
        <p:nvSpPr>
          <p:cNvPr id="38" name="Freeform 5">
            <a:extLst>
              <a:ext uri="{FF2B5EF4-FFF2-40B4-BE49-F238E27FC236}">
                <a16:creationId xmlns:a16="http://schemas.microsoft.com/office/drawing/2014/main" id="{B84DB87B-4411-D45F-596A-3F51AD07A0C2}"/>
              </a:ext>
            </a:extLst>
          </p:cNvPr>
          <p:cNvSpPr>
            <a:spLocks noChangeAspect="1" noEditPoints="1"/>
          </p:cNvSpPr>
          <p:nvPr/>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B76B047-B3CB-334D-D7F4-B842FB3D8A89}"/>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40" name="Text Placeholder 7">
            <a:extLst>
              <a:ext uri="{FF2B5EF4-FFF2-40B4-BE49-F238E27FC236}">
                <a16:creationId xmlns:a16="http://schemas.microsoft.com/office/drawing/2014/main" id="{173B11F6-8E4D-8BF2-1D11-5EC207F243EE}"/>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sp>
        <p:nvSpPr>
          <p:cNvPr id="2" name="TextBox 1">
            <a:extLst>
              <a:ext uri="{FF2B5EF4-FFF2-40B4-BE49-F238E27FC236}">
                <a16:creationId xmlns:a16="http://schemas.microsoft.com/office/drawing/2014/main" id="{7B75F639-CD07-743B-2848-E089E6C7B144}"/>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
        <p:nvSpPr>
          <p:cNvPr id="6" name="Text Placeholder 22">
            <a:extLst>
              <a:ext uri="{FF2B5EF4-FFF2-40B4-BE49-F238E27FC236}">
                <a16:creationId xmlns:a16="http://schemas.microsoft.com/office/drawing/2014/main" id="{F207FFAA-40C6-D488-3F67-778BAA1A9B4B}"/>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34" name="TextBox 33">
            <a:extLst>
              <a:ext uri="{FF2B5EF4-FFF2-40B4-BE49-F238E27FC236}">
                <a16:creationId xmlns:a16="http://schemas.microsoft.com/office/drawing/2014/main" id="{5858619D-FB76-6901-2D61-B068B8426EC5}"/>
              </a:ext>
            </a:extLst>
          </p:cNvPr>
          <p:cNvSpPr txBox="1"/>
          <p:nvPr/>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90000"/>
                  </a:schemeClr>
                </a:solidFill>
                <a:latin typeface="+mn-lt"/>
                <a:ea typeface="+mn-ea"/>
                <a:cs typeface="+mn-cs"/>
              </a:rPr>
              <a:t>Snapdragon and Qualcomm branded products are products of Qualcomm Technologies, Inc. and/or its subsidiaries. Qualcomm patents are licensed by Qualcomm Incorporated.</a:t>
            </a:r>
            <a:endParaRPr lang="en-US" sz="800" kern="1200" baseline="0">
              <a:solidFill>
                <a:schemeClr val="accent6">
                  <a:lumMod val="90000"/>
                </a:schemeClr>
              </a:solidFill>
              <a:latin typeface="+mn-lt"/>
              <a:ea typeface="+mn-ea"/>
              <a:cs typeface="+mn-cs"/>
            </a:endParaRPr>
          </a:p>
        </p:txBody>
      </p:sp>
      <p:sp>
        <p:nvSpPr>
          <p:cNvPr id="35" name="Text Placeholder 22">
            <a:extLst>
              <a:ext uri="{FF2B5EF4-FFF2-40B4-BE49-F238E27FC236}">
                <a16:creationId xmlns:a16="http://schemas.microsoft.com/office/drawing/2014/main" id="{2171F63C-C833-568B-2A5D-D7AA7179F0D9}"/>
              </a:ext>
            </a:extLst>
          </p:cNvPr>
          <p:cNvSpPr>
            <a:spLocks noGrp="1"/>
          </p:cNvSpPr>
          <p:nvPr>
            <p:ph type="body" sz="quarter" idx="14" hasCustomPrompt="1"/>
          </p:nvPr>
        </p:nvSpPr>
        <p:spPr>
          <a:xfrm>
            <a:off x="515939" y="5763332"/>
            <a:ext cx="4786822"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2741648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3022">
          <p15:clr>
            <a:srgbClr val="FBAE40"/>
          </p15:clr>
        </p15:guide>
        <p15:guide id="6" pos="3341">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p:cSld name="Title+Photo_Grey">
    <p:bg>
      <p:bgPr>
        <a:solidFill>
          <a:srgbClr val="EFF1F5"/>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50273CAA-AA8E-2322-C677-61BB5E3B7290}"/>
              </a:ext>
            </a:extLst>
          </p:cNvPr>
          <p:cNvSpPr>
            <a:spLocks noChangeAspect="1" noEditPoints="1"/>
          </p:cNvSpPr>
          <p:nvPr/>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 name="Title 3">
            <a:extLst>
              <a:ext uri="{FF2B5EF4-FFF2-40B4-BE49-F238E27FC236}">
                <a16:creationId xmlns:a16="http://schemas.microsoft.com/office/drawing/2014/main" id="{2F85B3C7-6442-1485-863A-E4B7FF5300D7}"/>
              </a:ext>
            </a:extLst>
          </p:cNvPr>
          <p:cNvSpPr>
            <a:spLocks noGrp="1"/>
          </p:cNvSpPr>
          <p:nvPr>
            <p:ph type="title" hasCustomPrompt="1"/>
          </p:nvPr>
        </p:nvSpPr>
        <p:spPr>
          <a:xfrm>
            <a:off x="515938" y="1640840"/>
            <a:ext cx="4787900" cy="2148523"/>
          </a:xfrm>
        </p:spPr>
        <p:txBody>
          <a:bodyPr anchor="b"/>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baseline="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Presentation </a:t>
            </a:r>
            <a:br>
              <a:rPr lang="en-US"/>
            </a:br>
            <a:r>
              <a:rPr lang="en-US"/>
              <a:t>title goes here</a:t>
            </a:r>
            <a:br>
              <a:rPr lang="en-US"/>
            </a:br>
            <a:r>
              <a:rPr lang="en-US"/>
              <a:t>four lines</a:t>
            </a:r>
            <a:br>
              <a:rPr lang="en-US"/>
            </a:br>
            <a:r>
              <a:rPr lang="en-US"/>
              <a:t>maximum</a:t>
            </a:r>
          </a:p>
        </p:txBody>
      </p:sp>
      <p:sp>
        <p:nvSpPr>
          <p:cNvPr id="14" name="Text Placeholder 7">
            <a:extLst>
              <a:ext uri="{FF2B5EF4-FFF2-40B4-BE49-F238E27FC236}">
                <a16:creationId xmlns:a16="http://schemas.microsoft.com/office/drawing/2014/main" id="{E20EDF44-7C69-E22E-2904-F047187746FC}"/>
              </a:ext>
            </a:extLst>
          </p:cNvPr>
          <p:cNvSpPr>
            <a:spLocks noGrp="1"/>
          </p:cNvSpPr>
          <p:nvPr>
            <p:ph type="body" sz="quarter" idx="10" hasCustomPrompt="1"/>
          </p:nvPr>
        </p:nvSpPr>
        <p:spPr bwMode="gray">
          <a:xfrm>
            <a:off x="515937" y="4080516"/>
            <a:ext cx="4787901" cy="450485"/>
          </a:xfrm>
          <a:prstGeom prst="rect">
            <a:avLst/>
          </a:prstGeom>
        </p:spPr>
        <p:txBody>
          <a:bodyPr vert="horz" lIns="0" tIns="0" rIns="0" bIns="0" rtlCol="0">
            <a:noAutofit/>
          </a:bodyPr>
          <a:lstStyle>
            <a:lvl1pPr marL="457200" indent="-457200" algn="l" defTabSz="914400" rtl="0" eaLnBrk="1" latinLnBrk="0" hangingPunct="1">
              <a:lnSpc>
                <a:spcPct val="96000"/>
              </a:lnSpc>
              <a:spcBef>
                <a:spcPts val="0"/>
              </a:spcBef>
              <a:spcAft>
                <a:spcPts val="600"/>
              </a:spcAft>
              <a:buClrTx/>
              <a:buFontTx/>
              <a:buNone/>
              <a:defRPr lang="en-US" sz="2800" kern="1200" spc="-50" baseline="0" dirty="0">
                <a:solidFill>
                  <a:schemeClr val="tx1"/>
                </a:solidFill>
                <a:latin typeface="+mj-lt"/>
                <a:ea typeface="Alfabet" pitchFamily="2" charset="0"/>
                <a:cs typeface="Microsoft Sans Serif" panose="020B0604020202020204" pitchFamily="34" charset="0"/>
              </a:defRPr>
            </a:lvl1pPr>
          </a:lstStyle>
          <a:p>
            <a:pPr marL="457200" lvl="0" indent="-457200">
              <a:lnSpc>
                <a:spcPct val="96000"/>
              </a:lnSpc>
              <a:spcBef>
                <a:spcPts val="0"/>
              </a:spcBef>
              <a:spcAft>
                <a:spcPts val="600"/>
              </a:spcAft>
              <a:buFontTx/>
              <a:buNone/>
            </a:pPr>
            <a:r>
              <a:rPr lang="en-US"/>
              <a:t>Speaker name</a:t>
            </a:r>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buNone/>
              <a:defRPr sz="3000">
                <a:solidFill>
                  <a:schemeClr val="accent1"/>
                </a:solidFill>
              </a:defRPr>
            </a:lvl1pPr>
          </a:lstStyle>
          <a:p>
            <a:r>
              <a:rPr lang="en-US"/>
              <a:t>Click the icon to insert photo</a:t>
            </a:r>
          </a:p>
        </p:txBody>
      </p:sp>
      <p:sp>
        <p:nvSpPr>
          <p:cNvPr id="3" name="TextBox 2">
            <a:extLst>
              <a:ext uri="{FF2B5EF4-FFF2-40B4-BE49-F238E27FC236}">
                <a16:creationId xmlns:a16="http://schemas.microsoft.com/office/drawing/2014/main" id="{8DFA9049-CC03-B98C-202F-65CABD8EB118}"/>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50000"/>
                  </a:schemeClr>
                </a:solidFill>
              </a:rPr>
              <a:t>Confidential – Qualcomm Technologies, Inc. and/or its affiliated companies – May Contain Trade Secrets</a:t>
            </a:r>
          </a:p>
        </p:txBody>
      </p:sp>
      <p:sp>
        <p:nvSpPr>
          <p:cNvPr id="7" name="Text Placeholder 22">
            <a:extLst>
              <a:ext uri="{FF2B5EF4-FFF2-40B4-BE49-F238E27FC236}">
                <a16:creationId xmlns:a16="http://schemas.microsoft.com/office/drawing/2014/main" id="{6BCFF2BD-3943-C746-CBB3-A3D1F7741349}"/>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a:t>Speaker title, Employing entity</a:t>
            </a:r>
          </a:p>
          <a:p>
            <a:pPr lvl="0"/>
            <a:endParaRPr lang="en-US"/>
          </a:p>
        </p:txBody>
      </p:sp>
      <p:sp>
        <p:nvSpPr>
          <p:cNvPr id="8" name="TextBox 7">
            <a:extLst>
              <a:ext uri="{FF2B5EF4-FFF2-40B4-BE49-F238E27FC236}">
                <a16:creationId xmlns:a16="http://schemas.microsoft.com/office/drawing/2014/main" id="{D144D81E-D1AC-7F55-6217-3E760CA287A8}"/>
              </a:ext>
            </a:extLst>
          </p:cNvPr>
          <p:cNvSpPr txBox="1"/>
          <p:nvPr/>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accent6">
                    <a:lumMod val="50000"/>
                  </a:schemeClr>
                </a:solidFill>
                <a:latin typeface="+mn-lt"/>
                <a:ea typeface="+mn-ea"/>
                <a:cs typeface="+mn-cs"/>
              </a:rPr>
              <a:t>Snapdragon and Qualcomm branded products are products of Qualcomm Technologies, Inc. and/or its subsidiaries. Qualcomm patents are licensed by Qualcomm Incorporated.</a:t>
            </a:r>
            <a:endParaRPr lang="en-US" sz="800" kern="1200" baseline="0">
              <a:solidFill>
                <a:schemeClr val="accent6">
                  <a:lumMod val="50000"/>
                </a:schemeClr>
              </a:solidFill>
              <a:latin typeface="+mn-lt"/>
              <a:ea typeface="+mn-ea"/>
              <a:cs typeface="+mn-cs"/>
            </a:endParaRPr>
          </a:p>
        </p:txBody>
      </p:sp>
      <p:sp>
        <p:nvSpPr>
          <p:cNvPr id="9" name="Text Placeholder 22">
            <a:extLst>
              <a:ext uri="{FF2B5EF4-FFF2-40B4-BE49-F238E27FC236}">
                <a16:creationId xmlns:a16="http://schemas.microsoft.com/office/drawing/2014/main" id="{6528CC4D-D4C1-415A-6C4B-F94211148ADE}"/>
              </a:ext>
            </a:extLst>
          </p:cNvPr>
          <p:cNvSpPr>
            <a:spLocks noGrp="1"/>
          </p:cNvSpPr>
          <p:nvPr>
            <p:ph type="body" sz="quarter" idx="14" hasCustomPrompt="1"/>
          </p:nvPr>
        </p:nvSpPr>
        <p:spPr>
          <a:xfrm>
            <a:off x="515939" y="5763332"/>
            <a:ext cx="4786822" cy="263149"/>
          </a:xfrm>
        </p:spPr>
        <p:txBody>
          <a:bodyPr wrap="square" anchor="t">
            <a:noAutofit/>
          </a:bodyPr>
          <a:lstStyle>
            <a:lvl1pPr marL="0" indent="0">
              <a:buNone/>
              <a:defRPr sz="1600" spc="0">
                <a:solidFill>
                  <a:schemeClr val="tx1"/>
                </a:solidFill>
              </a:defRPr>
            </a:lvl1pPr>
          </a:lstStyle>
          <a:p>
            <a:pPr lvl="0"/>
            <a:r>
              <a:rPr lang="en-US"/>
              <a:t>@</a:t>
            </a:r>
            <a:r>
              <a:rPr lang="en-US" err="1"/>
              <a:t>qualcomm</a:t>
            </a:r>
            <a:endParaRPr lang="en-US"/>
          </a:p>
        </p:txBody>
      </p:sp>
    </p:spTree>
    <p:extLst>
      <p:ext uri="{BB962C8B-B14F-4D97-AF65-F5344CB8AC3E}">
        <p14:creationId xmlns:p14="http://schemas.microsoft.com/office/powerpoint/2010/main" val="42577216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3022">
          <p15:clr>
            <a:srgbClr val="FBAE40"/>
          </p15:clr>
        </p15:guide>
        <p15:guide id="6" pos="3341">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Holding slide_Dark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F2C5B2-B6B5-8033-1AB2-8EA2C569B775}"/>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CA" err="1">
              <a:solidFill>
                <a:schemeClr val="bg1"/>
              </a:solidFill>
              <a:latin typeface="Microsoft Sans Serif"/>
              <a:cs typeface="Microsoft Sans Serif" panose="020B0604020202020204" pitchFamily="34" charset="0"/>
            </a:endParaRPr>
          </a:p>
        </p:txBody>
      </p:sp>
      <p:pic>
        <p:nvPicPr>
          <p:cNvPr id="33" name="Graphic 32">
            <a:extLst>
              <a:ext uri="{FF2B5EF4-FFF2-40B4-BE49-F238E27FC236}">
                <a16:creationId xmlns:a16="http://schemas.microsoft.com/office/drawing/2014/main" id="{B5794193-7C82-4508-9AF6-5E056C12D43E}"/>
              </a:ext>
            </a:extLst>
          </p:cNvPr>
          <p:cNvPicPr>
            <a:picLocks noChangeAspect="1"/>
          </p:cNvPicPr>
          <p:nvPr/>
        </p:nvPicPr>
        <p:blipFill>
          <a:blip r:embed="rId2">
            <a:extLst>
              <a:ext uri="{96DAC541-7B7A-43D3-8B79-37D633B846F1}">
                <asvg:svgBlip xmlns:asvg="http://schemas.microsoft.com/office/drawing/2016/SVG/main" r:embed="rId3"/>
              </a:ext>
            </a:extLst>
          </a:blip>
          <a:srcRect l="17291" t="32275" r="17135" b="30839"/>
          <a:stretch>
            <a:fillRect/>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2" name="Graphic 1">
            <a:extLst>
              <a:ext uri="{FF2B5EF4-FFF2-40B4-BE49-F238E27FC236}">
                <a16:creationId xmlns:a16="http://schemas.microsoft.com/office/drawing/2014/main" id="{4C85D623-E2F7-219D-4729-50DF575019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53328" y="2337534"/>
            <a:ext cx="4285343" cy="1965955"/>
          </a:xfrm>
          <a:prstGeom prst="rect">
            <a:avLst/>
          </a:prstGeom>
        </p:spPr>
      </p:pic>
    </p:spTree>
    <p:extLst>
      <p:ext uri="{BB962C8B-B14F-4D97-AF65-F5344CB8AC3E}">
        <p14:creationId xmlns:p14="http://schemas.microsoft.com/office/powerpoint/2010/main" val="217810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Holding slide_Qualcomm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F2C5B2-B6B5-8033-1AB2-8EA2C569B775}"/>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CA" err="1">
              <a:solidFill>
                <a:schemeClr val="bg1"/>
              </a:solidFill>
              <a:latin typeface="Microsoft Sans Serif"/>
              <a:cs typeface="Microsoft Sans Serif" panose="020B0604020202020204" pitchFamily="34" charset="0"/>
            </a:endParaRPr>
          </a:p>
        </p:txBody>
      </p:sp>
      <p:pic>
        <p:nvPicPr>
          <p:cNvPr id="33" name="Graphic 32">
            <a:extLst>
              <a:ext uri="{FF2B5EF4-FFF2-40B4-BE49-F238E27FC236}">
                <a16:creationId xmlns:a16="http://schemas.microsoft.com/office/drawing/2014/main" id="{B5794193-7C82-4508-9AF6-5E056C12D43E}"/>
              </a:ext>
            </a:extLst>
          </p:cNvPr>
          <p:cNvPicPr>
            <a:picLocks noChangeAspect="1"/>
          </p:cNvPicPr>
          <p:nvPr/>
        </p:nvPicPr>
        <p:blipFill>
          <a:blip r:embed="rId2">
            <a:extLst>
              <a:ext uri="{96DAC541-7B7A-43D3-8B79-37D633B846F1}">
                <asvg:svgBlip xmlns:asvg="http://schemas.microsoft.com/office/drawing/2016/SVG/main" r:embed="rId3"/>
              </a:ext>
            </a:extLst>
          </a:blip>
          <a:srcRect l="17291" t="32275" r="17135" b="30839"/>
          <a:stretch>
            <a:fillRect/>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2" name="Graphic 1">
            <a:extLst>
              <a:ext uri="{FF2B5EF4-FFF2-40B4-BE49-F238E27FC236}">
                <a16:creationId xmlns:a16="http://schemas.microsoft.com/office/drawing/2014/main" id="{4C85D623-E2F7-219D-4729-50DF575019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53328" y="2337534"/>
            <a:ext cx="4285343" cy="1965955"/>
          </a:xfrm>
          <a:prstGeom prst="rect">
            <a:avLst/>
          </a:prstGeom>
        </p:spPr>
      </p:pic>
    </p:spTree>
    <p:extLst>
      <p:ext uri="{BB962C8B-B14F-4D97-AF65-F5344CB8AC3E}">
        <p14:creationId xmlns:p14="http://schemas.microsoft.com/office/powerpoint/2010/main" val="4040620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Agenda_Dark Blue">
    <p:bg>
      <p:bgPr>
        <a:solidFill>
          <a:schemeClr val="accent2"/>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18"/>
            <a:ext cx="5832474" cy="4984761"/>
          </a:xfrm>
        </p:spPr>
        <p:txBody>
          <a:bodyPr wrap="square" anchor="ctr">
            <a:noAutofit/>
          </a:bodyPr>
          <a:lstStyle>
            <a:lvl1pPr marL="0" indent="0">
              <a:spcBef>
                <a:spcPts val="2000"/>
              </a:spcBef>
              <a:spcAft>
                <a:spcPts val="0"/>
              </a:spcAft>
              <a:buNone/>
              <a:defRPr sz="28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pic>
        <p:nvPicPr>
          <p:cNvPr id="4" name="Graphic 3">
            <a:extLst>
              <a:ext uri="{FF2B5EF4-FFF2-40B4-BE49-F238E27FC236}">
                <a16:creationId xmlns:a16="http://schemas.microsoft.com/office/drawing/2014/main" id="{87ECCFB4-6FEB-4786-7945-36916365351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2212" t="-1336" r="-341" b="1336"/>
          <a:stretch/>
        </p:blipFill>
        <p:spPr>
          <a:xfrm rot="721101">
            <a:off x="-455175" y="695050"/>
            <a:ext cx="4931282" cy="5595610"/>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
        <p:nvSpPr>
          <p:cNvPr id="3" name="TextBox 2">
            <a:extLst>
              <a:ext uri="{FF2B5EF4-FFF2-40B4-BE49-F238E27FC236}">
                <a16:creationId xmlns:a16="http://schemas.microsoft.com/office/drawing/2014/main" id="{DCF333EE-339A-2B10-12F5-EDCD3B9BB705}"/>
              </a:ext>
            </a:extLst>
          </p:cNvPr>
          <p:cNvSpPr txBox="1"/>
          <p:nvPr/>
        </p:nvSpPr>
        <p:spPr>
          <a:xfrm>
            <a:off x="876179" y="3150676"/>
            <a:ext cx="1687749" cy="661720"/>
          </a:xfrm>
          <a:prstGeom prst="rect">
            <a:avLst/>
          </a:prstGeom>
          <a:noFill/>
        </p:spPr>
        <p:txBody>
          <a:bodyPr wrap="square">
            <a:spAutoFit/>
          </a:bodyPr>
          <a:lstStyle/>
          <a:p>
            <a:r>
              <a:rPr kumimoji="0" lang="en-US" sz="3700" b="0" i="0" u="none" strike="noStrike" kern="2000" cap="none" spc="-50" normalizeH="0" baseline="0" noProof="0">
                <a:ln>
                  <a:noFill/>
                </a:ln>
                <a:solidFill>
                  <a:srgbClr val="FFFFFF"/>
                </a:solidFill>
                <a:effectLst/>
                <a:uLnTx/>
                <a:uFillTx/>
                <a:latin typeface="Aptos Display" panose="02110004020202020204"/>
                <a:ea typeface="+mj-ea"/>
                <a:cs typeface="+mj-cs"/>
              </a:rPr>
              <a:t>Agenda</a:t>
            </a:r>
            <a:endParaRPr lang="en-US" sz="3700"/>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8" y="6396925"/>
            <a:ext cx="6359648"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US"/>
          </a:p>
        </p:txBody>
      </p:sp>
    </p:spTree>
    <p:extLst>
      <p:ext uri="{BB962C8B-B14F-4D97-AF65-F5344CB8AC3E}">
        <p14:creationId xmlns:p14="http://schemas.microsoft.com/office/powerpoint/2010/main" val="261960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3681">
          <p15:clr>
            <a:srgbClr val="FBAE40"/>
          </p15:clr>
        </p15:guide>
        <p15:guide id="9" pos="6970">
          <p15:clr>
            <a:srgbClr val="FBAE40"/>
          </p15:clr>
        </p15:guide>
        <p15:guide id="12" orient="horz" pos="1752">
          <p15:clr>
            <a:srgbClr val="FBAE40"/>
          </p15:clr>
        </p15:guide>
        <p15:guide id="13" orient="horz" pos="2591">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Agenda_Qualcomm Blue">
    <p:bg>
      <p:bgPr>
        <a:solidFill>
          <a:schemeClr val="accent1"/>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18"/>
            <a:ext cx="5832474" cy="4984761"/>
          </a:xfrm>
        </p:spPr>
        <p:txBody>
          <a:bodyPr wrap="square" anchor="ctr">
            <a:noAutofit/>
          </a:bodyPr>
          <a:lstStyle>
            <a:lvl1pPr marL="0" indent="0">
              <a:spcBef>
                <a:spcPts val="2000"/>
              </a:spcBef>
              <a:spcAft>
                <a:spcPts val="0"/>
              </a:spcAft>
              <a:buNone/>
              <a:defRPr sz="28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pic>
        <p:nvPicPr>
          <p:cNvPr id="4" name="Graphic 3">
            <a:extLst>
              <a:ext uri="{FF2B5EF4-FFF2-40B4-BE49-F238E27FC236}">
                <a16:creationId xmlns:a16="http://schemas.microsoft.com/office/drawing/2014/main" id="{87ECCFB4-6FEB-4786-7945-36916365351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2212" t="-1336" r="-341" b="1336"/>
          <a:stretch/>
        </p:blipFill>
        <p:spPr>
          <a:xfrm rot="721101">
            <a:off x="-455175" y="695050"/>
            <a:ext cx="4931282" cy="5595610"/>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
        <p:nvSpPr>
          <p:cNvPr id="3" name="TextBox 2">
            <a:extLst>
              <a:ext uri="{FF2B5EF4-FFF2-40B4-BE49-F238E27FC236}">
                <a16:creationId xmlns:a16="http://schemas.microsoft.com/office/drawing/2014/main" id="{DCF333EE-339A-2B10-12F5-EDCD3B9BB705}"/>
              </a:ext>
            </a:extLst>
          </p:cNvPr>
          <p:cNvSpPr txBox="1"/>
          <p:nvPr/>
        </p:nvSpPr>
        <p:spPr>
          <a:xfrm>
            <a:off x="876179" y="3150676"/>
            <a:ext cx="1687749" cy="661720"/>
          </a:xfrm>
          <a:prstGeom prst="rect">
            <a:avLst/>
          </a:prstGeom>
          <a:noFill/>
        </p:spPr>
        <p:txBody>
          <a:bodyPr wrap="square">
            <a:spAutoFit/>
          </a:bodyPr>
          <a:lstStyle/>
          <a:p>
            <a:r>
              <a:rPr kumimoji="0" lang="en-US" sz="3700" b="0" i="0" u="none" strike="noStrike" kern="2000" cap="none" spc="-50" normalizeH="0" baseline="0" noProof="0">
                <a:ln>
                  <a:noFill/>
                </a:ln>
                <a:solidFill>
                  <a:srgbClr val="FFFFFF"/>
                </a:solidFill>
                <a:effectLst/>
                <a:uLnTx/>
                <a:uFillTx/>
                <a:latin typeface="Aptos Display" panose="02110004020202020204"/>
                <a:ea typeface="+mj-ea"/>
                <a:cs typeface="+mj-cs"/>
              </a:rPr>
              <a:t>Agenda</a:t>
            </a:r>
            <a:endParaRPr lang="en-US" sz="3700"/>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6" name="Footer Placeholder 2">
            <a:extLst>
              <a:ext uri="{FF2B5EF4-FFF2-40B4-BE49-F238E27FC236}">
                <a16:creationId xmlns:a16="http://schemas.microsoft.com/office/drawing/2014/main" id="{D50D6A8B-A66D-60C0-5A75-441CA5624F2D}"/>
              </a:ext>
            </a:extLst>
          </p:cNvPr>
          <p:cNvSpPr>
            <a:spLocks noGrp="1"/>
          </p:cNvSpPr>
          <p:nvPr>
            <p:ph type="ftr" sz="quarter" idx="3"/>
          </p:nvPr>
        </p:nvSpPr>
        <p:spPr>
          <a:xfrm>
            <a:off x="515938" y="6396925"/>
            <a:ext cx="6359648"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US"/>
          </a:p>
        </p:txBody>
      </p:sp>
    </p:spTree>
    <p:extLst>
      <p:ext uri="{BB962C8B-B14F-4D97-AF65-F5344CB8AC3E}">
        <p14:creationId xmlns:p14="http://schemas.microsoft.com/office/powerpoint/2010/main" val="391313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3681">
          <p15:clr>
            <a:srgbClr val="FBAE40"/>
          </p15:clr>
        </p15:guide>
        <p15:guide id="9" pos="6970">
          <p15:clr>
            <a:srgbClr val="FBAE40"/>
          </p15:clr>
        </p15:guide>
        <p15:guide id="12" orient="horz" pos="1752">
          <p15:clr>
            <a:srgbClr val="FBAE40"/>
          </p15:clr>
        </p15:guide>
        <p15:guide id="13" orient="horz" pos="2591">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p:cSld name="Divider_Dark Blue">
    <p:bg>
      <p:bgPr>
        <a:solidFill>
          <a:schemeClr val="accent2"/>
        </a:solid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56F4BB75-A65B-C928-4300-940A326B325A}"/>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Divider slide title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3 lines maximum lorem ipsum dolor sit </a:t>
            </a:r>
            <a:r>
              <a:rPr lang="en-US" sz="4800" spc="-110" err="1">
                <a:solidFill>
                  <a:srgbClr val="FFFFFE"/>
                </a:solidFill>
                <a:ea typeface="Alfabet" pitchFamily="2" charset="0"/>
                <a:cs typeface="Microsoft Sans Serif" panose="020B0604020202020204" pitchFamily="34" charset="0"/>
              </a:rPr>
              <a:t>amet</a:t>
            </a:r>
            <a:endParaRPr lang="en-US" sz="4800" spc="-110">
              <a:solidFill>
                <a:srgbClr val="FFFFFE"/>
              </a:solidFill>
              <a:ea typeface="Alfabet" pitchFamily="2" charset="0"/>
              <a:cs typeface="Microsoft Sans Serif" panose="020B0604020202020204" pitchFamily="34" charset="0"/>
            </a:endParaRPr>
          </a:p>
        </p:txBody>
      </p:sp>
      <p:pic>
        <p:nvPicPr>
          <p:cNvPr id="3" name="Graphic 2">
            <a:extLst>
              <a:ext uri="{FF2B5EF4-FFF2-40B4-BE49-F238E27FC236}">
                <a16:creationId xmlns:a16="http://schemas.microsoft.com/office/drawing/2014/main" id="{5FCC5857-127B-92B1-127D-549E125A84B7}"/>
              </a:ext>
            </a:extLst>
          </p:cNvPr>
          <p:cNvPicPr>
            <a:picLocks noChangeAspect="1"/>
          </p:cNvPicPr>
          <p:nvPr/>
        </p:nvPicPr>
        <p:blipFill>
          <a:blip r:embed="rId2">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6" name="Picture 2">
            <a:extLst>
              <a:ext uri="{FF2B5EF4-FFF2-40B4-BE49-F238E27FC236}">
                <a16:creationId xmlns:a16="http://schemas.microsoft.com/office/drawing/2014/main" id="{B4CD1440-8C09-3A2A-5025-11244190A58A}"/>
              </a:ext>
            </a:extLst>
          </p:cNvPr>
          <p:cNvPicPr>
            <a:picLocks noChangeAspect="1" noChangeArrowheads="1"/>
          </p:cNvPicPr>
          <p:nvPr/>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3838B8B-F1EE-7291-078D-4B7E230B21DC}"/>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271170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Divider_Qualcomm Blue">
    <p:bg>
      <p:bgPr>
        <a:solidFill>
          <a:schemeClr val="accent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Divider slide title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3 lines maximum lorem ipsum dolor sit </a:t>
            </a:r>
            <a:r>
              <a:rPr lang="en-US" sz="4800" spc="-110" err="1">
                <a:solidFill>
                  <a:srgbClr val="FFFFFE"/>
                </a:solidFill>
                <a:ea typeface="Alfabet" pitchFamily="2" charset="0"/>
                <a:cs typeface="Microsoft Sans Serif" panose="020B0604020202020204" pitchFamily="34" charset="0"/>
              </a:rPr>
              <a:t>amet</a:t>
            </a:r>
            <a:endParaRPr lang="en-US" sz="4800" spc="-110">
              <a:solidFill>
                <a:srgbClr val="FFFFFE"/>
              </a:solidFill>
              <a:ea typeface="Alfabet" pitchFamily="2" charset="0"/>
              <a:cs typeface="Microsoft Sans Serif" panose="020B0604020202020204" pitchFamily="34" charset="0"/>
            </a:endParaRPr>
          </a:p>
        </p:txBody>
      </p:sp>
      <p:pic>
        <p:nvPicPr>
          <p:cNvPr id="5" name="Graphic 4">
            <a:extLst>
              <a:ext uri="{FF2B5EF4-FFF2-40B4-BE49-F238E27FC236}">
                <a16:creationId xmlns:a16="http://schemas.microsoft.com/office/drawing/2014/main" id="{D0243FD1-3C4D-4017-97D3-97AAAB1E08EB}"/>
              </a:ext>
            </a:extLst>
          </p:cNvPr>
          <p:cNvPicPr>
            <a:picLocks noChangeAspect="1"/>
          </p:cNvPicPr>
          <p:nvPr/>
        </p:nvPicPr>
        <p:blipFill>
          <a:blip r:embed="rId2">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6" name="Picture 2">
            <a:extLst>
              <a:ext uri="{FF2B5EF4-FFF2-40B4-BE49-F238E27FC236}">
                <a16:creationId xmlns:a16="http://schemas.microsoft.com/office/drawing/2014/main" id="{4349F65B-6B2B-D03F-2060-AF18427437B5}"/>
              </a:ext>
            </a:extLst>
          </p:cNvPr>
          <p:cNvPicPr>
            <a:picLocks noChangeAspect="1" noChangeArrowheads="1"/>
          </p:cNvPicPr>
          <p:nvPr/>
        </p:nvPicPr>
        <p:blipFill rotWithShape="1">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892E9DB-0257-5502-D259-A20C1F6C91CC}"/>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1977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p:cSld name="Divider_Light Grey">
    <p:bg>
      <p:bgPr>
        <a:solidFill>
          <a:srgbClr val="EFF1F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C2CB9B-0078-BC2B-5AAC-4C2115035721}"/>
              </a:ext>
            </a:extLst>
          </p:cNvPr>
          <p:cNvPicPr>
            <a:picLocks noChangeAspect="1" noChangeArrowheads="1"/>
          </p:cNvPicPr>
          <p:nvPr/>
        </p:nvPicPr>
        <p:blipFill rotWithShape="1">
          <a:blip r:embed="rId2">
            <a:extLst>
              <a:ext uri="{96DAC541-7B7A-43D3-8B79-37D633B846F1}">
                <asvg:svgBlip xmlns:asvg="http://schemas.microsoft.com/office/drawing/2016/SVG/main" r:embed="rId3"/>
              </a:ext>
            </a:extLst>
          </a:blip>
          <a:srcRect t="-1567" b="-1567"/>
          <a:stretch/>
        </p:blipFill>
        <p:spPr bwMode="auto">
          <a:xfrm>
            <a:off x="9924064" y="4805346"/>
            <a:ext cx="894630" cy="1062179"/>
          </a:xfrm>
          <a:prstGeom prst="rect">
            <a:avLst/>
          </a:prstGeom>
          <a:noFill/>
        </p:spPr>
      </p:pic>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Divider slide title</a:t>
            </a:r>
            <a:br>
              <a:rPr lang="en-US"/>
            </a:br>
            <a:r>
              <a:rPr lang="en-US"/>
              <a:t>3 lines maximum lorem ipsum dolor sit </a:t>
            </a:r>
            <a:r>
              <a:rPr lang="en-US" err="1"/>
              <a:t>amet</a:t>
            </a:r>
            <a:endParaRPr lang="en-US" sz="4800" spc="-110">
              <a:solidFill>
                <a:srgbClr val="FFFFFE"/>
              </a:solidFill>
              <a:ea typeface="Alfabet" pitchFamily="2" charset="0"/>
              <a:cs typeface="Microsoft Sans Serif" panose="020B0604020202020204" pitchFamily="34" charset="0"/>
            </a:endParaRPr>
          </a:p>
        </p:txBody>
      </p:sp>
      <p:pic>
        <p:nvPicPr>
          <p:cNvPr id="5" name="Graphic 4">
            <a:extLst>
              <a:ext uri="{FF2B5EF4-FFF2-40B4-BE49-F238E27FC236}">
                <a16:creationId xmlns:a16="http://schemas.microsoft.com/office/drawing/2014/main" id="{D0243FD1-3C4D-4017-97D3-97AAAB1E08EB}"/>
              </a:ext>
            </a:extLst>
          </p:cNvPr>
          <p:cNvPicPr>
            <a:picLocks noChangeAspect="1"/>
          </p:cNvPicPr>
          <p:nvPr/>
        </p:nvPicPr>
        <p:blipFill>
          <a:blip r:embed="rId4">
            <a:extLst>
              <a:ext uri="{96DAC541-7B7A-43D3-8B79-37D633B846F1}">
                <asvg:svgBlip xmlns:asvg="http://schemas.microsoft.com/office/drawing/2016/SVG/main" r:embed="rId5"/>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sp>
        <p:nvSpPr>
          <p:cNvPr id="8" name="TextBox 7">
            <a:extLst>
              <a:ext uri="{FF2B5EF4-FFF2-40B4-BE49-F238E27FC236}">
                <a16:creationId xmlns:a16="http://schemas.microsoft.com/office/drawing/2014/main" id="{C95E88B4-3951-CD65-35CB-EAC17E30AEA5}"/>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5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6547444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Thank you_Dark Blue">
    <p:bg>
      <p:bgPr>
        <a:solidFill>
          <a:schemeClr val="accent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p:nvSpPr>
        <p:spPr bwMode="gray">
          <a:xfrm>
            <a:off x="343609" y="2435884"/>
            <a:ext cx="8725779" cy="130125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9600" u="none" strike="noStrike" kern="1200" cap="none" spc="-300" normalizeH="0" noProof="0">
                <a:ln>
                  <a:noFill/>
                </a:ln>
                <a:effectLst/>
                <a:uLnTx/>
                <a:uFillTx/>
                <a:latin typeface="Aptos" panose="020B0004020202020204" pitchFamily="34" charset="0"/>
                <a:ea typeface="Alfabet" pitchFamily="2" charset="0"/>
              </a:rPr>
              <a:t>T</a:t>
            </a:r>
            <a:r>
              <a:rPr kumimoji="0" lang="en-US" sz="9600" u="none" strike="noStrike" kern="1200" cap="none" spc="-300" normalizeH="0" baseline="0" noProof="0">
                <a:ln>
                  <a:noFill/>
                </a:ln>
                <a:effectLst/>
                <a:uLnTx/>
                <a:uFillTx/>
                <a:latin typeface="Aptos" panose="020B0004020202020204" pitchFamily="34" charset="0"/>
                <a:ea typeface="Alfabet" pitchFamily="2" charset="0"/>
              </a:rPr>
              <a:t>h</a:t>
            </a:r>
            <a:r>
              <a:rPr kumimoji="0" lang="en-US" sz="9600" u="none" strike="noStrike" kern="1200" cap="none" spc="-600" normalizeH="0" noProof="0">
                <a:ln>
                  <a:noFill/>
                </a:ln>
                <a:effectLst/>
                <a:uLnTx/>
                <a:uFillTx/>
                <a:latin typeface="Aptos" panose="020B0004020202020204" pitchFamily="34" charset="0"/>
                <a:ea typeface="Alfabet" pitchFamily="2" charset="0"/>
              </a:rPr>
              <a:t>a</a:t>
            </a:r>
            <a:r>
              <a:rPr kumimoji="0" lang="en-US" sz="9600" u="none" strike="noStrike" kern="1200" cap="none" spc="-450" normalizeH="0" noProof="0">
                <a:ln>
                  <a:noFill/>
                </a:ln>
                <a:effectLst/>
                <a:uLnTx/>
                <a:uFillTx/>
                <a:latin typeface="Aptos" panose="020B0004020202020204" pitchFamily="34" charset="0"/>
                <a:ea typeface="Alfabet" pitchFamily="2" charset="0"/>
              </a:rPr>
              <a:t>n</a:t>
            </a:r>
            <a:r>
              <a:rPr kumimoji="0" lang="en-US" sz="9600" u="none" strike="noStrike" kern="1200" cap="none" spc="-600" normalizeH="0" noProof="0">
                <a:ln>
                  <a:noFill/>
                </a:ln>
                <a:effectLst/>
                <a:uLnTx/>
                <a:uFillTx/>
                <a:latin typeface="Aptos" panose="020B0004020202020204" pitchFamily="34" charset="0"/>
                <a:ea typeface="Alfabet" pitchFamily="2" charset="0"/>
              </a:rPr>
              <a:t>k  </a:t>
            </a:r>
            <a:r>
              <a:rPr kumimoji="0" lang="en-US" sz="9600" u="none" strike="noStrike" kern="1200" cap="none" spc="-80" normalizeH="0" noProof="0">
                <a:ln>
                  <a:noFill/>
                </a:ln>
                <a:effectLst/>
                <a:uLnTx/>
                <a:uFillTx/>
                <a:latin typeface="Aptos" panose="020B0004020202020204" pitchFamily="34" charset="0"/>
                <a:ea typeface="Alfabet" pitchFamily="2" charset="0"/>
              </a:rPr>
              <a:t>y</a:t>
            </a:r>
            <a:r>
              <a:rPr lang="en-US" sz="9600" spc="-300">
                <a:latin typeface="Aptos" panose="020B0004020202020204" pitchFamily="34" charset="0"/>
                <a:ea typeface="Alfabet" pitchFamily="2" charset="0"/>
              </a:rPr>
              <a:t>o</a:t>
            </a:r>
            <a:r>
              <a:rPr kumimoji="0" lang="en-US" sz="9600" u="none" strike="noStrike" kern="1200" cap="none" spc="-300" normalizeH="0" noProof="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p:nvSpPr>
        <p:spPr bwMode="gray">
          <a:xfrm>
            <a:off x="480927" y="3934635"/>
            <a:ext cx="3789063" cy="654025"/>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Qualcomm</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and</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Snapdragon</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are</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or registered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of Qualcomm Incorporated. </a:t>
            </a:r>
            <a:b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p:nvSpPr>
        <p:spPr bwMode="gray">
          <a:xfrm>
            <a:off x="480927" y="4751064"/>
            <a:ext cx="4172353" cy="1002839"/>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patents are licensed by Qualcomm Incorporated. </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p:nvSpPr>
        <p:spPr bwMode="gray">
          <a:xfrm>
            <a:off x="481013" y="6100661"/>
            <a:ext cx="3127218" cy="150362"/>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p:nvSpPr>
        <p:spPr>
          <a:xfrm>
            <a:off x="389712" y="6209771"/>
            <a:ext cx="4184203" cy="242374"/>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For more information, visit us at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 &amp;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/blog</a:t>
            </a:r>
          </a:p>
        </p:txBody>
      </p:sp>
      <p:grpSp>
        <p:nvGrpSpPr>
          <p:cNvPr id="8" name="Group 7">
            <a:extLst>
              <a:ext uri="{FF2B5EF4-FFF2-40B4-BE49-F238E27FC236}">
                <a16:creationId xmlns:a16="http://schemas.microsoft.com/office/drawing/2014/main" id="{DC2BA5B9-32D0-B4D3-31C5-940933363930}"/>
              </a:ext>
            </a:extLst>
          </p:cNvPr>
          <p:cNvGrpSpPr/>
          <p:nvPr/>
        </p:nvGrpSpPr>
        <p:grpSpPr>
          <a:xfrm>
            <a:off x="1205032" y="6126885"/>
            <a:ext cx="817893" cy="93682"/>
            <a:chOff x="1300130" y="6126885"/>
            <a:chExt cx="817893" cy="93682"/>
          </a:xfrm>
        </p:grpSpPr>
        <p:grpSp>
          <p:nvGrpSpPr>
            <p:cNvPr id="9" name="Group 5">
              <a:extLst>
                <a:ext uri="{FF2B5EF4-FFF2-40B4-BE49-F238E27FC236}">
                  <a16:creationId xmlns:a16="http://schemas.microsoft.com/office/drawing/2014/main" id="{3BF5268F-6D68-1917-4372-D995E148B3D8}"/>
                </a:ext>
              </a:extLst>
            </p:cNvPr>
            <p:cNvGrpSpPr>
              <a:grpSpLocks noChangeAspect="1"/>
            </p:cNvGrpSpPr>
            <p:nvPr/>
          </p:nvGrpSpPr>
          <p:grpSpPr bwMode="gray">
            <a:xfrm>
              <a:off x="1300130" y="6126885"/>
              <a:ext cx="94798" cy="93682"/>
              <a:chOff x="3331" y="1656"/>
              <a:chExt cx="1020" cy="1008"/>
            </a:xfrm>
            <a:solidFill>
              <a:schemeClr val="tx1"/>
            </a:solidFill>
          </p:grpSpPr>
          <p:sp>
            <p:nvSpPr>
              <p:cNvPr id="17" name="Freeform 6">
                <a:extLst>
                  <a:ext uri="{FF2B5EF4-FFF2-40B4-BE49-F238E27FC236}">
                    <a16:creationId xmlns:a16="http://schemas.microsoft.com/office/drawing/2014/main" id="{3B4391A0-4D50-9169-D3E1-D5541F0F6095}"/>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18" name="Freeform 7">
                <a:extLst>
                  <a:ext uri="{FF2B5EF4-FFF2-40B4-BE49-F238E27FC236}">
                    <a16:creationId xmlns:a16="http://schemas.microsoft.com/office/drawing/2014/main" id="{40BEAF68-D3D4-D207-309D-6001397EE346}"/>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10" name="Group 4">
              <a:extLst>
                <a:ext uri="{FF2B5EF4-FFF2-40B4-BE49-F238E27FC236}">
                  <a16:creationId xmlns:a16="http://schemas.microsoft.com/office/drawing/2014/main" id="{274B1A01-2610-8398-DC38-5F6C0A50AF64}"/>
                </a:ext>
              </a:extLst>
            </p:cNvPr>
            <p:cNvGrpSpPr>
              <a:grpSpLocks noChangeAspect="1"/>
            </p:cNvGrpSpPr>
            <p:nvPr/>
          </p:nvGrpSpPr>
          <p:grpSpPr bwMode="auto">
            <a:xfrm>
              <a:off x="1640695" y="6127230"/>
              <a:ext cx="92914" cy="92992"/>
              <a:chOff x="2653" y="972"/>
              <a:chExt cx="2372" cy="2374"/>
            </a:xfrm>
            <a:solidFill>
              <a:schemeClr val="tx1"/>
            </a:solidFill>
          </p:grpSpPr>
          <p:sp>
            <p:nvSpPr>
              <p:cNvPr id="14" name="Freeform 5">
                <a:extLst>
                  <a:ext uri="{FF2B5EF4-FFF2-40B4-BE49-F238E27FC236}">
                    <a16:creationId xmlns:a16="http://schemas.microsoft.com/office/drawing/2014/main" id="{68802D42-C0F1-DAF9-8B74-77C13FA40FE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5" name="Freeform 6">
                <a:extLst>
                  <a:ext uri="{FF2B5EF4-FFF2-40B4-BE49-F238E27FC236}">
                    <a16:creationId xmlns:a16="http://schemas.microsoft.com/office/drawing/2014/main" id="{511AB5E8-AF45-535E-DBEE-21EA3AA4AC1B}"/>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6" name="Oval 7">
                <a:extLst>
                  <a:ext uri="{FF2B5EF4-FFF2-40B4-BE49-F238E27FC236}">
                    <a16:creationId xmlns:a16="http://schemas.microsoft.com/office/drawing/2014/main" id="{5A2B3252-69E6-21D8-7B9C-8CACF53B9BA3}"/>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11" name="Graphic 10">
              <a:extLst>
                <a:ext uri="{FF2B5EF4-FFF2-40B4-BE49-F238E27FC236}">
                  <a16:creationId xmlns:a16="http://schemas.microsoft.com/office/drawing/2014/main" id="{EDEA13E0-DF26-3A35-755F-EB1D2F7140E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10838" y="6131300"/>
              <a:ext cx="122931" cy="84852"/>
            </a:xfrm>
            <a:prstGeom prst="rect">
              <a:avLst/>
            </a:prstGeom>
          </p:spPr>
        </p:pic>
        <p:pic>
          <p:nvPicPr>
            <p:cNvPr id="12" name="Graphic 11">
              <a:extLst>
                <a:ext uri="{FF2B5EF4-FFF2-40B4-BE49-F238E27FC236}">
                  <a16:creationId xmlns:a16="http://schemas.microsoft.com/office/drawing/2014/main" id="{B54DF270-EBC5-95DA-8346-7100B18EC91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023789" y="6126885"/>
              <a:ext cx="94234" cy="93682"/>
            </a:xfrm>
            <a:prstGeom prst="rect">
              <a:avLst/>
            </a:prstGeom>
          </p:spPr>
        </p:pic>
        <p:pic>
          <p:nvPicPr>
            <p:cNvPr id="13" name="Graphic 12">
              <a:extLst>
                <a:ext uri="{FF2B5EF4-FFF2-40B4-BE49-F238E27FC236}">
                  <a16:creationId xmlns:a16="http://schemas.microsoft.com/office/drawing/2014/main" id="{1D7C89CA-3D39-A79E-E143-FE65F0C89E2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476872" y="6131572"/>
              <a:ext cx="84309" cy="84309"/>
            </a:xfrm>
            <a:prstGeom prst="rect">
              <a:avLst/>
            </a:prstGeom>
          </p:spPr>
        </p:pic>
      </p:grpSp>
      <p:pic>
        <p:nvPicPr>
          <p:cNvPr id="24" name="Graphic 23">
            <a:extLst>
              <a:ext uri="{FF2B5EF4-FFF2-40B4-BE49-F238E27FC236}">
                <a16:creationId xmlns:a16="http://schemas.microsoft.com/office/drawing/2014/main" id="{1EBB4BF9-FEEC-4175-585A-2715E84D1EB5}"/>
              </a:ext>
            </a:extLst>
          </p:cNvPr>
          <p:cNvPicPr>
            <a:picLocks noChangeAspect="1"/>
          </p:cNvPicPr>
          <p:nvPr/>
        </p:nvPicPr>
        <p:blipFill>
          <a:blip r:embed="rId8">
            <a:extLst>
              <a:ext uri="{96DAC541-7B7A-43D3-8B79-37D633B846F1}">
                <asvg:svgBlip xmlns:asvg="http://schemas.microsoft.com/office/drawing/2016/SVG/main" r:embed="rId9"/>
              </a:ext>
            </a:extLst>
          </a:blip>
          <a:srcRect t="31605" r="39224"/>
          <a:stretch>
            <a:fillRect/>
          </a:stretch>
        </p:blipFill>
        <p:spPr>
          <a:xfrm>
            <a:off x="6684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1" name="Picture 2">
            <a:extLst>
              <a:ext uri="{FF2B5EF4-FFF2-40B4-BE49-F238E27FC236}">
                <a16:creationId xmlns:a16="http://schemas.microsoft.com/office/drawing/2014/main" id="{7FDF1ADE-EF76-ABDC-A94C-B4B22DDF49A4}"/>
              </a:ext>
            </a:extLst>
          </p:cNvPr>
          <p:cNvPicPr>
            <a:picLocks noChangeAspect="1" noChangeArrowheads="1"/>
          </p:cNvPicPr>
          <p:nvPr/>
        </p:nvPicPr>
        <p:blipFill rotWithShape="1">
          <a:blip r:embed="rId10" cstate="email">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p:blipFill>
        <p:spPr bwMode="auto">
          <a:xfrm>
            <a:off x="10895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642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Thank you_Qualcomm Blue">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p:nvSpPr>
        <p:spPr bwMode="gray">
          <a:xfrm>
            <a:off x="343609" y="2435884"/>
            <a:ext cx="8725779" cy="130125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9600" u="none" strike="noStrike" kern="1200" cap="none" spc="-300" normalizeH="0" noProof="0">
                <a:ln>
                  <a:noFill/>
                </a:ln>
                <a:effectLst/>
                <a:uLnTx/>
                <a:uFillTx/>
                <a:latin typeface="Aptos" panose="020B0004020202020204" pitchFamily="34" charset="0"/>
                <a:ea typeface="Alfabet" pitchFamily="2" charset="0"/>
              </a:rPr>
              <a:t>T</a:t>
            </a:r>
            <a:r>
              <a:rPr kumimoji="0" lang="en-US" sz="9600" u="none" strike="noStrike" kern="1200" cap="none" spc="-300" normalizeH="0" baseline="0" noProof="0">
                <a:ln>
                  <a:noFill/>
                </a:ln>
                <a:effectLst/>
                <a:uLnTx/>
                <a:uFillTx/>
                <a:latin typeface="Aptos" panose="020B0004020202020204" pitchFamily="34" charset="0"/>
                <a:ea typeface="Alfabet" pitchFamily="2" charset="0"/>
              </a:rPr>
              <a:t>h</a:t>
            </a:r>
            <a:r>
              <a:rPr kumimoji="0" lang="en-US" sz="9600" u="none" strike="noStrike" kern="1200" cap="none" spc="-600" normalizeH="0" noProof="0">
                <a:ln>
                  <a:noFill/>
                </a:ln>
                <a:effectLst/>
                <a:uLnTx/>
                <a:uFillTx/>
                <a:latin typeface="Aptos" panose="020B0004020202020204" pitchFamily="34" charset="0"/>
                <a:ea typeface="Alfabet" pitchFamily="2" charset="0"/>
              </a:rPr>
              <a:t>a</a:t>
            </a:r>
            <a:r>
              <a:rPr kumimoji="0" lang="en-US" sz="9600" u="none" strike="noStrike" kern="1200" cap="none" spc="-450" normalizeH="0" noProof="0">
                <a:ln>
                  <a:noFill/>
                </a:ln>
                <a:effectLst/>
                <a:uLnTx/>
                <a:uFillTx/>
                <a:latin typeface="Aptos" panose="020B0004020202020204" pitchFamily="34" charset="0"/>
                <a:ea typeface="Alfabet" pitchFamily="2" charset="0"/>
              </a:rPr>
              <a:t>n</a:t>
            </a:r>
            <a:r>
              <a:rPr kumimoji="0" lang="en-US" sz="9600" u="none" strike="noStrike" kern="1200" cap="none" spc="-600" normalizeH="0" noProof="0">
                <a:ln>
                  <a:noFill/>
                </a:ln>
                <a:effectLst/>
                <a:uLnTx/>
                <a:uFillTx/>
                <a:latin typeface="Aptos" panose="020B0004020202020204" pitchFamily="34" charset="0"/>
                <a:ea typeface="Alfabet" pitchFamily="2" charset="0"/>
              </a:rPr>
              <a:t>k  </a:t>
            </a:r>
            <a:r>
              <a:rPr kumimoji="0" lang="en-US" sz="9600" u="none" strike="noStrike" kern="1200" cap="none" spc="-80" normalizeH="0" noProof="0">
                <a:ln>
                  <a:noFill/>
                </a:ln>
                <a:effectLst/>
                <a:uLnTx/>
                <a:uFillTx/>
                <a:latin typeface="Aptos" panose="020B0004020202020204" pitchFamily="34" charset="0"/>
                <a:ea typeface="Alfabet" pitchFamily="2" charset="0"/>
              </a:rPr>
              <a:t>y</a:t>
            </a:r>
            <a:r>
              <a:rPr lang="en-US" sz="9600" spc="-300">
                <a:latin typeface="Aptos" panose="020B0004020202020204" pitchFamily="34" charset="0"/>
                <a:ea typeface="Alfabet" pitchFamily="2" charset="0"/>
              </a:rPr>
              <a:t>o</a:t>
            </a:r>
            <a:r>
              <a:rPr kumimoji="0" lang="en-US" sz="9600" u="none" strike="noStrike" kern="1200" cap="none" spc="-300" normalizeH="0" noProof="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p:nvSpPr>
        <p:spPr bwMode="gray">
          <a:xfrm>
            <a:off x="480927" y="3934635"/>
            <a:ext cx="3789063" cy="654025"/>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Qualcomm</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and</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Snapdragon</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are</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or registered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of Qualcomm Incorporated. </a:t>
            </a:r>
            <a:b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p:nvSpPr>
        <p:spPr bwMode="gray">
          <a:xfrm>
            <a:off x="480927" y="4751064"/>
            <a:ext cx="4172353" cy="1002839"/>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patents are licensed by Qualcomm Incorporated. </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p:nvSpPr>
        <p:spPr bwMode="gray">
          <a:xfrm>
            <a:off x="481013" y="6100661"/>
            <a:ext cx="3127218" cy="150362"/>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p:nvSpPr>
        <p:spPr>
          <a:xfrm>
            <a:off x="389712" y="6209771"/>
            <a:ext cx="4184203" cy="242374"/>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For more information, visit us at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 &amp;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/blog</a:t>
            </a:r>
          </a:p>
        </p:txBody>
      </p:sp>
      <p:grpSp>
        <p:nvGrpSpPr>
          <p:cNvPr id="8" name="Group 7">
            <a:extLst>
              <a:ext uri="{FF2B5EF4-FFF2-40B4-BE49-F238E27FC236}">
                <a16:creationId xmlns:a16="http://schemas.microsoft.com/office/drawing/2014/main" id="{DC2BA5B9-32D0-B4D3-31C5-940933363930}"/>
              </a:ext>
            </a:extLst>
          </p:cNvPr>
          <p:cNvGrpSpPr/>
          <p:nvPr/>
        </p:nvGrpSpPr>
        <p:grpSpPr>
          <a:xfrm>
            <a:off x="1205032" y="6126885"/>
            <a:ext cx="817893" cy="93682"/>
            <a:chOff x="1300130" y="6126885"/>
            <a:chExt cx="817893" cy="93682"/>
          </a:xfrm>
        </p:grpSpPr>
        <p:grpSp>
          <p:nvGrpSpPr>
            <p:cNvPr id="9" name="Group 5">
              <a:extLst>
                <a:ext uri="{FF2B5EF4-FFF2-40B4-BE49-F238E27FC236}">
                  <a16:creationId xmlns:a16="http://schemas.microsoft.com/office/drawing/2014/main" id="{3BF5268F-6D68-1917-4372-D995E148B3D8}"/>
                </a:ext>
              </a:extLst>
            </p:cNvPr>
            <p:cNvGrpSpPr>
              <a:grpSpLocks noChangeAspect="1"/>
            </p:cNvGrpSpPr>
            <p:nvPr/>
          </p:nvGrpSpPr>
          <p:grpSpPr bwMode="gray">
            <a:xfrm>
              <a:off x="1300130" y="6126885"/>
              <a:ext cx="94798" cy="93682"/>
              <a:chOff x="3331" y="1656"/>
              <a:chExt cx="1020" cy="1008"/>
            </a:xfrm>
            <a:solidFill>
              <a:schemeClr val="tx1"/>
            </a:solidFill>
          </p:grpSpPr>
          <p:sp>
            <p:nvSpPr>
              <p:cNvPr id="17" name="Freeform 6">
                <a:extLst>
                  <a:ext uri="{FF2B5EF4-FFF2-40B4-BE49-F238E27FC236}">
                    <a16:creationId xmlns:a16="http://schemas.microsoft.com/office/drawing/2014/main" id="{3B4391A0-4D50-9169-D3E1-D5541F0F6095}"/>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18" name="Freeform 7">
                <a:extLst>
                  <a:ext uri="{FF2B5EF4-FFF2-40B4-BE49-F238E27FC236}">
                    <a16:creationId xmlns:a16="http://schemas.microsoft.com/office/drawing/2014/main" id="{40BEAF68-D3D4-D207-309D-6001397EE346}"/>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10" name="Group 4">
              <a:extLst>
                <a:ext uri="{FF2B5EF4-FFF2-40B4-BE49-F238E27FC236}">
                  <a16:creationId xmlns:a16="http://schemas.microsoft.com/office/drawing/2014/main" id="{274B1A01-2610-8398-DC38-5F6C0A50AF64}"/>
                </a:ext>
              </a:extLst>
            </p:cNvPr>
            <p:cNvGrpSpPr>
              <a:grpSpLocks noChangeAspect="1"/>
            </p:cNvGrpSpPr>
            <p:nvPr/>
          </p:nvGrpSpPr>
          <p:grpSpPr bwMode="auto">
            <a:xfrm>
              <a:off x="1640695" y="6127230"/>
              <a:ext cx="92914" cy="92992"/>
              <a:chOff x="2653" y="972"/>
              <a:chExt cx="2372" cy="2374"/>
            </a:xfrm>
            <a:solidFill>
              <a:schemeClr val="tx1"/>
            </a:solidFill>
          </p:grpSpPr>
          <p:sp>
            <p:nvSpPr>
              <p:cNvPr id="14" name="Freeform 5">
                <a:extLst>
                  <a:ext uri="{FF2B5EF4-FFF2-40B4-BE49-F238E27FC236}">
                    <a16:creationId xmlns:a16="http://schemas.microsoft.com/office/drawing/2014/main" id="{68802D42-C0F1-DAF9-8B74-77C13FA40FE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5" name="Freeform 6">
                <a:extLst>
                  <a:ext uri="{FF2B5EF4-FFF2-40B4-BE49-F238E27FC236}">
                    <a16:creationId xmlns:a16="http://schemas.microsoft.com/office/drawing/2014/main" id="{511AB5E8-AF45-535E-DBEE-21EA3AA4AC1B}"/>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6" name="Oval 7">
                <a:extLst>
                  <a:ext uri="{FF2B5EF4-FFF2-40B4-BE49-F238E27FC236}">
                    <a16:creationId xmlns:a16="http://schemas.microsoft.com/office/drawing/2014/main" id="{5A2B3252-69E6-21D8-7B9C-8CACF53B9BA3}"/>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11" name="Graphic 10">
              <a:extLst>
                <a:ext uri="{FF2B5EF4-FFF2-40B4-BE49-F238E27FC236}">
                  <a16:creationId xmlns:a16="http://schemas.microsoft.com/office/drawing/2014/main" id="{EDEA13E0-DF26-3A35-755F-EB1D2F7140E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10838" y="6131300"/>
              <a:ext cx="122931" cy="84852"/>
            </a:xfrm>
            <a:prstGeom prst="rect">
              <a:avLst/>
            </a:prstGeom>
          </p:spPr>
        </p:pic>
        <p:pic>
          <p:nvPicPr>
            <p:cNvPr id="12" name="Graphic 11">
              <a:extLst>
                <a:ext uri="{FF2B5EF4-FFF2-40B4-BE49-F238E27FC236}">
                  <a16:creationId xmlns:a16="http://schemas.microsoft.com/office/drawing/2014/main" id="{B54DF270-EBC5-95DA-8346-7100B18EC91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023789" y="6126885"/>
              <a:ext cx="94234" cy="93682"/>
            </a:xfrm>
            <a:prstGeom prst="rect">
              <a:avLst/>
            </a:prstGeom>
          </p:spPr>
        </p:pic>
        <p:pic>
          <p:nvPicPr>
            <p:cNvPr id="13" name="Graphic 12">
              <a:extLst>
                <a:ext uri="{FF2B5EF4-FFF2-40B4-BE49-F238E27FC236}">
                  <a16:creationId xmlns:a16="http://schemas.microsoft.com/office/drawing/2014/main" id="{1D7C89CA-3D39-A79E-E143-FE65F0C89E2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476872" y="6131572"/>
              <a:ext cx="84309" cy="84309"/>
            </a:xfrm>
            <a:prstGeom prst="rect">
              <a:avLst/>
            </a:prstGeom>
          </p:spPr>
        </p:pic>
      </p:grpSp>
      <p:pic>
        <p:nvPicPr>
          <p:cNvPr id="24" name="Graphic 23">
            <a:extLst>
              <a:ext uri="{FF2B5EF4-FFF2-40B4-BE49-F238E27FC236}">
                <a16:creationId xmlns:a16="http://schemas.microsoft.com/office/drawing/2014/main" id="{1EBB4BF9-FEEC-4175-585A-2715E84D1EB5}"/>
              </a:ext>
            </a:extLst>
          </p:cNvPr>
          <p:cNvPicPr>
            <a:picLocks noChangeAspect="1"/>
          </p:cNvPicPr>
          <p:nvPr/>
        </p:nvPicPr>
        <p:blipFill>
          <a:blip r:embed="rId8">
            <a:extLst>
              <a:ext uri="{96DAC541-7B7A-43D3-8B79-37D633B846F1}">
                <asvg:svgBlip xmlns:asvg="http://schemas.microsoft.com/office/drawing/2016/SVG/main" r:embed="rId9"/>
              </a:ext>
            </a:extLst>
          </a:blip>
          <a:srcRect t="31605" r="39224"/>
          <a:stretch>
            <a:fillRect/>
          </a:stretch>
        </p:blipFill>
        <p:spPr>
          <a:xfrm>
            <a:off x="6684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1" name="Picture 2">
            <a:extLst>
              <a:ext uri="{FF2B5EF4-FFF2-40B4-BE49-F238E27FC236}">
                <a16:creationId xmlns:a16="http://schemas.microsoft.com/office/drawing/2014/main" id="{7FDF1ADE-EF76-ABDC-A94C-B4B22DDF49A4}"/>
              </a:ext>
            </a:extLst>
          </p:cNvPr>
          <p:cNvPicPr>
            <a:picLocks noChangeAspect="1" noChangeArrowheads="1"/>
          </p:cNvPicPr>
          <p:nvPr/>
        </p:nvPicPr>
        <p:blipFill rotWithShape="1">
          <a:blip r:embed="rId10" cstate="email">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p:blipFill>
        <p:spPr bwMode="auto">
          <a:xfrm>
            <a:off x="10895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38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p:cSld name="Photo+Content_Dark Blue">
    <p:bg>
      <p:bgPr>
        <a:solidFill>
          <a:schemeClr val="accent2"/>
        </a:solidFill>
        <a:effectLst/>
      </p:bgPr>
    </p:bg>
    <p:spTree>
      <p:nvGrpSpPr>
        <p:cNvPr id="1" name=""/>
        <p:cNvGrpSpPr/>
        <p:nvPr/>
      </p:nvGrpSpPr>
      <p:grpSpPr>
        <a:xfrm>
          <a:off x="0" y="0"/>
          <a:ext cx="0" cy="0"/>
          <a:chOff x="0" y="0"/>
          <a:chExt cx="0" cy="0"/>
        </a:xfrm>
      </p:grpSpPr>
      <p:sp>
        <p:nvSpPr>
          <p:cNvPr id="34" name="Text Placeholder 9">
            <a:extLst>
              <a:ext uri="{FF2B5EF4-FFF2-40B4-BE49-F238E27FC236}">
                <a16:creationId xmlns:a16="http://schemas.microsoft.com/office/drawing/2014/main" id="{C4E6416A-9559-FB3E-0BBF-7EA0AD461D64}"/>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35" name="Title 13">
            <a:extLst>
              <a:ext uri="{FF2B5EF4-FFF2-40B4-BE49-F238E27FC236}">
                <a16:creationId xmlns:a16="http://schemas.microsoft.com/office/drawing/2014/main" id="{6E52DE1D-E1C5-FA43-157D-B6DB44997581}"/>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tx2"/>
                </a:solidFill>
                <a:latin typeface="+mj-lt"/>
                <a:ea typeface="+mj-ea"/>
                <a:cs typeface="+mj-cs"/>
              </a:defRPr>
            </a:lvl1pPr>
          </a:lstStyle>
          <a:p>
            <a:r>
              <a:rPr lang="en-US"/>
              <a:t>2:1 Content &amp; Photo layout </a:t>
            </a:r>
            <a:br>
              <a:rPr lang="en-US"/>
            </a:br>
            <a:r>
              <a:rPr lang="en-US"/>
              <a:t>Title 2 lines maximum</a:t>
            </a:r>
          </a:p>
        </p:txBody>
      </p:sp>
      <p:sp>
        <p:nvSpPr>
          <p:cNvPr id="5" name="Picture Placeholder 4">
            <a:extLst>
              <a:ext uri="{FF2B5EF4-FFF2-40B4-BE49-F238E27FC236}">
                <a16:creationId xmlns:a16="http://schemas.microsoft.com/office/drawing/2014/main" id="{9ECAE361-7F8C-900A-EC59-0A43B1F58E51}"/>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2800">
                <a:latin typeface="+mj-lt"/>
              </a:defRPr>
            </a:lvl1pPr>
          </a:lstStyle>
          <a:p>
            <a:r>
              <a:rPr lang="en-US"/>
              <a:t>Click the icon to insert photo</a:t>
            </a:r>
          </a:p>
        </p:txBody>
      </p:sp>
      <p:sp>
        <p:nvSpPr>
          <p:cNvPr id="3" name="Text Placeholder 16">
            <a:extLst>
              <a:ext uri="{FF2B5EF4-FFF2-40B4-BE49-F238E27FC236}">
                <a16:creationId xmlns:a16="http://schemas.microsoft.com/office/drawing/2014/main" id="{761E5387-0FB0-19C2-FA98-97B449918263}"/>
              </a:ext>
            </a:extLst>
          </p:cNvPr>
          <p:cNvSpPr>
            <a:spLocks noGrp="1"/>
          </p:cNvSpPr>
          <p:nvPr>
            <p:ph type="body" sz="quarter" idx="15" hasCustomPrompt="1"/>
          </p:nvPr>
        </p:nvSpPr>
        <p:spPr>
          <a:xfrm>
            <a:off x="515938" y="3581401"/>
            <a:ext cx="5327650" cy="2435086"/>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0" name="Footer Placeholder 129">
            <a:extLst>
              <a:ext uri="{FF2B5EF4-FFF2-40B4-BE49-F238E27FC236}">
                <a16:creationId xmlns:a16="http://schemas.microsoft.com/office/drawing/2014/main" id="{6E955ECC-94BE-5FD6-AD77-43B7140E9EA4}"/>
              </a:ext>
            </a:extLst>
          </p:cNvPr>
          <p:cNvSpPr>
            <a:spLocks noGrp="1"/>
          </p:cNvSpPr>
          <p:nvPr>
            <p:ph type="ftr" sz="quarter" idx="22"/>
          </p:nvPr>
        </p:nvSpPr>
        <p:spPr>
          <a:xfrm>
            <a:off x="515938" y="6173304"/>
            <a:ext cx="6480175" cy="118174"/>
          </a:xfrm>
        </p:spPr>
        <p:txBody>
          <a:bodyPr/>
          <a:lstStyle>
            <a:lvl1pPr>
              <a:defRPr>
                <a:solidFill>
                  <a:schemeClr val="accent6">
                    <a:lumMod val="90000"/>
                  </a:schemeClr>
                </a:solidFill>
              </a:defRPr>
            </a:lvl1pPr>
          </a:lstStyle>
          <a:p>
            <a:endParaRPr lang="en-US"/>
          </a:p>
        </p:txBody>
      </p:sp>
      <p:sp>
        <p:nvSpPr>
          <p:cNvPr id="14" name="TextBox 13">
            <a:extLst>
              <a:ext uri="{FF2B5EF4-FFF2-40B4-BE49-F238E27FC236}">
                <a16:creationId xmlns:a16="http://schemas.microsoft.com/office/drawing/2014/main" id="{FB477151-6700-F983-29B2-C649178C3192}"/>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918227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3681">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Title+4Contents_Dark Blue">
    <p:bg>
      <p:bgPr>
        <a:solidFill>
          <a:schemeClr val="accent2"/>
        </a:solidFill>
        <a:effectLst/>
      </p:bgPr>
    </p:bg>
    <p:spTree>
      <p:nvGrpSpPr>
        <p:cNvPr id="1" name=""/>
        <p:cNvGrpSpPr/>
        <p:nvPr/>
      </p:nvGrpSpPr>
      <p:grpSpPr>
        <a:xfrm>
          <a:off x="0" y="0"/>
          <a:ext cx="0" cy="0"/>
          <a:chOff x="0" y="0"/>
          <a:chExt cx="0" cy="0"/>
        </a:xfrm>
      </p:grpSpPr>
      <p:sp>
        <p:nvSpPr>
          <p:cNvPr id="121" name="Title 120">
            <a:extLst>
              <a:ext uri="{FF2B5EF4-FFF2-40B4-BE49-F238E27FC236}">
                <a16:creationId xmlns:a16="http://schemas.microsoft.com/office/drawing/2014/main" id="{69A0FF75-14D8-E32A-7063-C9748A3C9F91}"/>
              </a:ext>
            </a:extLst>
          </p:cNvPr>
          <p:cNvSpPr>
            <a:spLocks noGrp="1"/>
          </p:cNvSpPr>
          <p:nvPr>
            <p:ph type="title" hasCustomPrompt="1"/>
          </p:nvPr>
        </p:nvSpPr>
        <p:spPr>
          <a:xfrm>
            <a:off x="515938" y="2795081"/>
            <a:ext cx="3556709" cy="1294408"/>
          </a:xfrm>
        </p:spPr>
        <p:txBody>
          <a:bodyPr anchor="ctr"/>
          <a:lstStyle>
            <a:lvl1pPr algn="l" defTabSz="914400" rtl="0" eaLnBrk="1" latinLnBrk="0" hangingPunct="1">
              <a:lnSpc>
                <a:spcPct val="85000"/>
              </a:lnSpc>
              <a:spcBef>
                <a:spcPct val="0"/>
              </a:spcBef>
              <a:buNone/>
              <a:defRPr lang="en-US" sz="2800" kern="2000" spc="-50" baseline="0" dirty="0">
                <a:solidFill>
                  <a:schemeClr val="tx2"/>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3" name="Picture Placeholder 2">
            <a:extLst>
              <a:ext uri="{FF2B5EF4-FFF2-40B4-BE49-F238E27FC236}">
                <a16:creationId xmlns:a16="http://schemas.microsoft.com/office/drawing/2014/main" id="{F0B8F96D-FD44-F171-A9D8-DBDAC78FC8E4}"/>
              </a:ext>
            </a:extLst>
          </p:cNvPr>
          <p:cNvSpPr>
            <a:spLocks noGrp="1" noChangeAspect="1"/>
          </p:cNvSpPr>
          <p:nvPr>
            <p:ph type="pic" sz="quarter" idx="23" hasCustomPrompt="1"/>
          </p:nvPr>
        </p:nvSpPr>
        <p:spPr>
          <a:xfrm>
            <a:off x="4629921" y="691208"/>
            <a:ext cx="759113" cy="759113"/>
          </a:xfrm>
        </p:spPr>
        <p:txBody>
          <a:bodyPr lIns="144000"/>
          <a:lstStyle>
            <a:lvl1pPr marL="0" indent="0">
              <a:buNone/>
              <a:defRPr sz="1400"/>
            </a:lvl1pPr>
          </a:lstStyle>
          <a:p>
            <a:r>
              <a:rPr lang="en-US"/>
              <a:t>Icon</a:t>
            </a:r>
          </a:p>
        </p:txBody>
      </p:sp>
      <p:sp>
        <p:nvSpPr>
          <p:cNvPr id="7" name="Text Placeholder 22">
            <a:extLst>
              <a:ext uri="{FF2B5EF4-FFF2-40B4-BE49-F238E27FC236}">
                <a16:creationId xmlns:a16="http://schemas.microsoft.com/office/drawing/2014/main" id="{540F481F-27E2-9596-6618-0167AE789EB7}"/>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1" name="Text Placeholder 16">
            <a:extLst>
              <a:ext uri="{FF2B5EF4-FFF2-40B4-BE49-F238E27FC236}">
                <a16:creationId xmlns:a16="http://schemas.microsoft.com/office/drawing/2014/main" id="{5AD3B09A-9879-9D06-43BD-4EA317213C47}"/>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 name="Picture Placeholder 2">
            <a:extLst>
              <a:ext uri="{FF2B5EF4-FFF2-40B4-BE49-F238E27FC236}">
                <a16:creationId xmlns:a16="http://schemas.microsoft.com/office/drawing/2014/main" id="{A9FF6113-EF3A-1576-D73C-A52A121FAB1C}"/>
              </a:ext>
            </a:extLst>
          </p:cNvPr>
          <p:cNvSpPr>
            <a:spLocks noGrp="1" noChangeAspect="1"/>
          </p:cNvSpPr>
          <p:nvPr>
            <p:ph type="pic" sz="quarter" idx="24" hasCustomPrompt="1"/>
          </p:nvPr>
        </p:nvSpPr>
        <p:spPr>
          <a:xfrm>
            <a:off x="4629921" y="2138783"/>
            <a:ext cx="759113" cy="759113"/>
          </a:xfrm>
        </p:spPr>
        <p:txBody>
          <a:bodyPr lIns="144000"/>
          <a:lstStyle>
            <a:lvl1pPr marL="0" indent="0">
              <a:buNone/>
              <a:defRPr sz="1400"/>
            </a:lvl1pPr>
          </a:lstStyle>
          <a:p>
            <a:r>
              <a:rPr lang="en-US"/>
              <a:t>Icon</a:t>
            </a:r>
          </a:p>
        </p:txBody>
      </p:sp>
      <p:sp>
        <p:nvSpPr>
          <p:cNvPr id="8" name="Text Placeholder 22">
            <a:extLst>
              <a:ext uri="{FF2B5EF4-FFF2-40B4-BE49-F238E27FC236}">
                <a16:creationId xmlns:a16="http://schemas.microsoft.com/office/drawing/2014/main" id="{0D18EACE-127B-6B06-AD25-4A2241813BAF}"/>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2" name="Text Placeholder 16">
            <a:extLst>
              <a:ext uri="{FF2B5EF4-FFF2-40B4-BE49-F238E27FC236}">
                <a16:creationId xmlns:a16="http://schemas.microsoft.com/office/drawing/2014/main" id="{FE68A898-D303-8D55-DAE9-354A3ADEF94C}"/>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2">
            <a:extLst>
              <a:ext uri="{FF2B5EF4-FFF2-40B4-BE49-F238E27FC236}">
                <a16:creationId xmlns:a16="http://schemas.microsoft.com/office/drawing/2014/main" id="{B81CC10C-2479-2172-4790-C33A7D0FDF87}"/>
              </a:ext>
            </a:extLst>
          </p:cNvPr>
          <p:cNvSpPr>
            <a:spLocks noGrp="1" noChangeAspect="1"/>
          </p:cNvSpPr>
          <p:nvPr>
            <p:ph type="pic" sz="quarter" idx="25" hasCustomPrompt="1"/>
          </p:nvPr>
        </p:nvSpPr>
        <p:spPr>
          <a:xfrm>
            <a:off x="4629921" y="3586358"/>
            <a:ext cx="759113" cy="759113"/>
          </a:xfrm>
        </p:spPr>
        <p:txBody>
          <a:bodyPr lIns="144000"/>
          <a:lstStyle>
            <a:lvl1pPr marL="0" indent="0">
              <a:buNone/>
              <a:defRPr sz="1400"/>
            </a:lvl1pPr>
          </a:lstStyle>
          <a:p>
            <a:r>
              <a:rPr lang="en-US"/>
              <a:t>Icon</a:t>
            </a:r>
          </a:p>
        </p:txBody>
      </p:sp>
      <p:sp>
        <p:nvSpPr>
          <p:cNvPr id="9" name="Text Placeholder 22">
            <a:extLst>
              <a:ext uri="{FF2B5EF4-FFF2-40B4-BE49-F238E27FC236}">
                <a16:creationId xmlns:a16="http://schemas.microsoft.com/office/drawing/2014/main" id="{9D4E19AD-AAFC-4CA9-0DD1-B7CB4DF0A72F}"/>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3" name="Text Placeholder 16">
            <a:extLst>
              <a:ext uri="{FF2B5EF4-FFF2-40B4-BE49-F238E27FC236}">
                <a16:creationId xmlns:a16="http://schemas.microsoft.com/office/drawing/2014/main" id="{EA88F319-A94C-7FA8-D23A-48F40D533176}"/>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2">
            <a:extLst>
              <a:ext uri="{FF2B5EF4-FFF2-40B4-BE49-F238E27FC236}">
                <a16:creationId xmlns:a16="http://schemas.microsoft.com/office/drawing/2014/main" id="{36FDE296-B561-8BFB-75AC-DF9E526B6014}"/>
              </a:ext>
            </a:extLst>
          </p:cNvPr>
          <p:cNvSpPr>
            <a:spLocks noGrp="1" noChangeAspect="1"/>
          </p:cNvSpPr>
          <p:nvPr>
            <p:ph type="pic" sz="quarter" idx="26" hasCustomPrompt="1"/>
          </p:nvPr>
        </p:nvSpPr>
        <p:spPr>
          <a:xfrm>
            <a:off x="4629921" y="5033933"/>
            <a:ext cx="759113" cy="759113"/>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D992648B-AB2D-7A33-2295-0C1C75B319F2}"/>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4" name="Text Placeholder 16">
            <a:extLst>
              <a:ext uri="{FF2B5EF4-FFF2-40B4-BE49-F238E27FC236}">
                <a16:creationId xmlns:a16="http://schemas.microsoft.com/office/drawing/2014/main" id="{650DFDAE-2409-3A42-4F81-05073BC1CAE7}"/>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 name="TextBox 1">
            <a:extLst>
              <a:ext uri="{FF2B5EF4-FFF2-40B4-BE49-F238E27FC236}">
                <a16:creationId xmlns:a16="http://schemas.microsoft.com/office/drawing/2014/main" id="{BDBEE89A-B45C-7D54-BFA0-559F4BC62BC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42" name="Footer Placeholder 2">
            <a:extLst>
              <a:ext uri="{FF2B5EF4-FFF2-40B4-BE49-F238E27FC236}">
                <a16:creationId xmlns:a16="http://schemas.microsoft.com/office/drawing/2014/main" id="{920B862D-804D-E51A-93CC-90FE3076AA3F}"/>
              </a:ext>
            </a:extLst>
          </p:cNvPr>
          <p:cNvSpPr>
            <a:spLocks noGrp="1"/>
          </p:cNvSpPr>
          <p:nvPr>
            <p:ph type="ftr" sz="quarter" idx="3"/>
          </p:nvPr>
        </p:nvSpPr>
        <p:spPr>
          <a:xfrm>
            <a:off x="515938" y="6396925"/>
            <a:ext cx="6359648"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US"/>
          </a:p>
        </p:txBody>
      </p:sp>
    </p:spTree>
    <p:extLst>
      <p:ext uri="{BB962C8B-B14F-4D97-AF65-F5344CB8AC3E}">
        <p14:creationId xmlns:p14="http://schemas.microsoft.com/office/powerpoint/2010/main" val="1874444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2570">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Two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1462792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Three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2202765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Four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403477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wo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420723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hree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2600024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Four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4070216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Quote_Dark Blue">
    <p:bg>
      <p:bgPr>
        <a:solidFill>
          <a:schemeClr val="accent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sz="2800" spc="-50" baseline="0">
                <a:latin typeface="+mj-lt"/>
              </a:defRPr>
            </a:lvl1pPr>
          </a:lstStyle>
          <a:p>
            <a:pPr lvl="0"/>
            <a:r>
              <a:rPr lang="en-US"/>
              <a:t>Quote attribution</a:t>
            </a:r>
          </a:p>
        </p:txBody>
      </p:sp>
      <p:sp>
        <p:nvSpPr>
          <p:cNvPr id="6" name="TextBox 5">
            <a:extLst>
              <a:ext uri="{FF2B5EF4-FFF2-40B4-BE49-F238E27FC236}">
                <a16:creationId xmlns:a16="http://schemas.microsoft.com/office/drawing/2014/main" id="{84739A76-C8B6-CADD-ACBA-17389E4E17CB}"/>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F16C6448-AB08-7665-09DF-C32961CFFB7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841243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Title+Content_Dark Blue">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F8DD13-BEA9-2C60-4EDB-8044D82F4225}"/>
              </a:ext>
            </a:extLst>
          </p:cNvPr>
          <p:cNvSpPr>
            <a:spLocks noGrp="1"/>
          </p:cNvSpPr>
          <p:nvPr>
            <p:ph type="title" hasCustomPrompt="1"/>
          </p:nvPr>
        </p:nvSpPr>
        <p:spPr/>
        <p:txBody>
          <a:bodyPr/>
          <a:lstStyle/>
          <a:p>
            <a:r>
              <a:rPr lang="en-US"/>
              <a:t>Title + Content layout</a:t>
            </a:r>
            <a:br>
              <a:rPr lang="en-US"/>
            </a:br>
            <a:r>
              <a:rPr lang="en-US"/>
              <a:t>Title 2 lines maximum</a:t>
            </a:r>
            <a:endParaRPr lang="en-CA"/>
          </a:p>
        </p:txBody>
      </p:sp>
      <p:sp>
        <p:nvSpPr>
          <p:cNvPr id="3" name="Footer Placeholder 2">
            <a:extLst>
              <a:ext uri="{FF2B5EF4-FFF2-40B4-BE49-F238E27FC236}">
                <a16:creationId xmlns:a16="http://schemas.microsoft.com/office/drawing/2014/main" id="{575466BB-39CC-C85B-590E-1C209388959A}"/>
              </a:ext>
            </a:extLst>
          </p:cNvPr>
          <p:cNvSpPr>
            <a:spLocks noGrp="1"/>
          </p:cNvSpPr>
          <p:nvPr>
            <p:ph type="ftr" sz="quarter" idx="10"/>
          </p:nvPr>
        </p:nvSpPr>
        <p:spPr/>
        <p:txBody>
          <a:bodyPr/>
          <a:lstStyle/>
          <a:p>
            <a:endParaRPr lang="en-US"/>
          </a:p>
        </p:txBody>
      </p:sp>
      <p:sp>
        <p:nvSpPr>
          <p:cNvPr id="2" name="Text Placeholder 3">
            <a:extLst>
              <a:ext uri="{FF2B5EF4-FFF2-40B4-BE49-F238E27FC236}">
                <a16:creationId xmlns:a16="http://schemas.microsoft.com/office/drawing/2014/main" id="{78EBEF18-027F-EE19-DBC3-5DC0B50554D0}"/>
              </a:ext>
            </a:extLst>
          </p:cNvPr>
          <p:cNvSpPr>
            <a:spLocks noGrp="1"/>
          </p:cNvSpPr>
          <p:nvPr>
            <p:ph idx="1" hasCustomPrompt="1"/>
          </p:nvPr>
        </p:nvSpPr>
        <p:spPr>
          <a:xfrm>
            <a:off x="515938" y="1820860"/>
            <a:ext cx="11160126"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461C6F2B-E74D-C23D-F292-9AE7A5E92539}"/>
              </a:ext>
            </a:extLst>
          </p:cNvPr>
          <p:cNvSpPr>
            <a:spLocks noGrp="1"/>
          </p:cNvSpPr>
          <p:nvPr>
            <p:ph type="body" sz="quarter" idx="11" hasCustomPrompt="1"/>
          </p:nvPr>
        </p:nvSpPr>
        <p:spPr>
          <a:xfrm>
            <a:off x="515938" y="1387475"/>
            <a:ext cx="11160125" cy="233910"/>
          </a:xfrm>
        </p:spPr>
        <p:txBody>
          <a:bodyPr>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83186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p:cSld name="50/50 Title+Content_Dark Blue">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tx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CA" sz="800" kern="1200" baseline="0" dirty="0" smtClean="0">
                <a:solidFill>
                  <a:schemeClr val="accent6">
                    <a:lumMod val="90000"/>
                  </a:schemeClr>
                </a:solidFill>
                <a:latin typeface="+mn-lt"/>
                <a:ea typeface="+mn-ea"/>
                <a:cs typeface="+mn-cs"/>
              </a:defRPr>
            </a:lvl1pPr>
          </a:lstStyle>
          <a:p>
            <a:endParaRPr lang="en-US"/>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tx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38105433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2/1 Title+Content_Dark Blue">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tx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CA" sz="800" kern="1200" baseline="0" dirty="0" smtClean="0">
                <a:solidFill>
                  <a:schemeClr val="accent6">
                    <a:lumMod val="90000"/>
                  </a:schemeClr>
                </a:solidFill>
                <a:latin typeface="+mn-lt"/>
                <a:ea typeface="+mn-ea"/>
                <a:cs typeface="+mn-cs"/>
              </a:defRPr>
            </a:lvl1pPr>
          </a:lstStyle>
          <a:p>
            <a:endParaRPr lang="en-US"/>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p:nvSpPr>
        <p:spPr>
          <a:xfrm>
            <a:off x="8640762" y="6279571"/>
            <a:ext cx="2897862"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tx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10985857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Blank_Dark Blue">
    <p:bg>
      <p:bgPr>
        <a:solidFill>
          <a:schemeClr val="accent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6D27F9-CF30-5B0A-BEC1-BF74B6CB4CB7}"/>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11053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p:cSld name="Photo+Content_Black">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B69D9101-5103-BD0B-DC2D-41CB0A78D249}"/>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4" name="Title 13">
            <a:extLst>
              <a:ext uri="{FF2B5EF4-FFF2-40B4-BE49-F238E27FC236}">
                <a16:creationId xmlns:a16="http://schemas.microsoft.com/office/drawing/2014/main" id="{9C2E6A67-498D-55F2-44A0-AEB73181C1F5}"/>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r>
              <a:rPr lang="en-US"/>
              <a:t>2:1 Content &amp; Photo layout </a:t>
            </a:r>
            <a:br>
              <a:rPr lang="en-US"/>
            </a:br>
            <a:r>
              <a:rPr lang="en-US"/>
              <a:t>Title 2 lines maximum</a:t>
            </a:r>
          </a:p>
        </p:txBody>
      </p:sp>
      <p:sp>
        <p:nvSpPr>
          <p:cNvPr id="5" name="Text Placeholder 16">
            <a:extLst>
              <a:ext uri="{FF2B5EF4-FFF2-40B4-BE49-F238E27FC236}">
                <a16:creationId xmlns:a16="http://schemas.microsoft.com/office/drawing/2014/main" id="{567A0B54-1429-39DB-5A18-7783AC1134DD}"/>
              </a:ext>
            </a:extLst>
          </p:cNvPr>
          <p:cNvSpPr>
            <a:spLocks noGrp="1"/>
          </p:cNvSpPr>
          <p:nvPr>
            <p:ph type="body" sz="quarter" idx="15" hasCustomPrompt="1"/>
          </p:nvPr>
        </p:nvSpPr>
        <p:spPr>
          <a:xfrm>
            <a:off x="515938" y="3581401"/>
            <a:ext cx="5327650" cy="2435086"/>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Footer Placeholder 129">
            <a:extLst>
              <a:ext uri="{FF2B5EF4-FFF2-40B4-BE49-F238E27FC236}">
                <a16:creationId xmlns:a16="http://schemas.microsoft.com/office/drawing/2014/main" id="{8D80928B-7E3D-8479-1AC2-7A221DBC66EF}"/>
              </a:ext>
            </a:extLst>
          </p:cNvPr>
          <p:cNvSpPr>
            <a:spLocks noGrp="1"/>
          </p:cNvSpPr>
          <p:nvPr>
            <p:ph type="ftr" sz="quarter" idx="22"/>
          </p:nvPr>
        </p:nvSpPr>
        <p:spPr>
          <a:xfrm>
            <a:off x="515938" y="6173304"/>
            <a:ext cx="6480175" cy="118174"/>
          </a:xfrm>
        </p:spPr>
        <p:txBody>
          <a:bodyPr/>
          <a:lstStyle>
            <a:lvl1pPr>
              <a:defRPr>
                <a:solidFill>
                  <a:schemeClr val="accent6">
                    <a:lumMod val="90000"/>
                  </a:schemeClr>
                </a:solidFill>
              </a:defRPr>
            </a:lvl1pPr>
          </a:lstStyle>
          <a:p>
            <a:endParaRPr lang="en-US"/>
          </a:p>
        </p:txBody>
      </p:sp>
      <p:sp>
        <p:nvSpPr>
          <p:cNvPr id="2" name="Picture Placeholder 1">
            <a:extLst>
              <a:ext uri="{FF2B5EF4-FFF2-40B4-BE49-F238E27FC236}">
                <a16:creationId xmlns:a16="http://schemas.microsoft.com/office/drawing/2014/main" id="{68EEC9EC-FC4A-92E3-C233-D049AA444FB1}"/>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3000"/>
            </a:lvl1pPr>
          </a:lstStyle>
          <a:p>
            <a:r>
              <a:rPr lang="en-US"/>
              <a:t>Click the icon to insert photo</a:t>
            </a:r>
          </a:p>
        </p:txBody>
      </p:sp>
      <p:sp>
        <p:nvSpPr>
          <p:cNvPr id="34" name="TextBox 33">
            <a:extLst>
              <a:ext uri="{FF2B5EF4-FFF2-40B4-BE49-F238E27FC236}">
                <a16:creationId xmlns:a16="http://schemas.microsoft.com/office/drawing/2014/main" id="{7F3D7402-E0CE-0143-D338-79309FAA2D22}"/>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385244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3681">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itle+4Contents_Black">
    <p:spTree>
      <p:nvGrpSpPr>
        <p:cNvPr id="1" name=""/>
        <p:cNvGrpSpPr/>
        <p:nvPr/>
      </p:nvGrpSpPr>
      <p:grpSpPr>
        <a:xfrm>
          <a:off x="0" y="0"/>
          <a:ext cx="0" cy="0"/>
          <a:chOff x="0" y="0"/>
          <a:chExt cx="0" cy="0"/>
        </a:xfrm>
      </p:grpSpPr>
      <p:sp>
        <p:nvSpPr>
          <p:cNvPr id="6" name="Title 120">
            <a:extLst>
              <a:ext uri="{FF2B5EF4-FFF2-40B4-BE49-F238E27FC236}">
                <a16:creationId xmlns:a16="http://schemas.microsoft.com/office/drawing/2014/main" id="{3276C3D4-8D41-C551-27C2-6A5602A09853}"/>
              </a:ext>
            </a:extLst>
          </p:cNvPr>
          <p:cNvSpPr>
            <a:spLocks noGrp="1"/>
          </p:cNvSpPr>
          <p:nvPr>
            <p:ph type="title" hasCustomPrompt="1"/>
          </p:nvPr>
        </p:nvSpPr>
        <p:spPr>
          <a:xfrm>
            <a:off x="515938" y="2795081"/>
            <a:ext cx="3556709" cy="1294408"/>
          </a:xfrm>
        </p:spPr>
        <p:txBody>
          <a:bodyPr anchor="ctr"/>
          <a:lstStyle>
            <a:lvl1pPr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0" name="Picture Placeholder 2">
            <a:extLst>
              <a:ext uri="{FF2B5EF4-FFF2-40B4-BE49-F238E27FC236}">
                <a16:creationId xmlns:a16="http://schemas.microsoft.com/office/drawing/2014/main" id="{F553BB1F-5F28-5D3B-A5A8-60721AE4DD2D}"/>
              </a:ext>
            </a:extLst>
          </p:cNvPr>
          <p:cNvSpPr>
            <a:spLocks noGrp="1" noChangeAspect="1"/>
          </p:cNvSpPr>
          <p:nvPr>
            <p:ph type="pic" sz="quarter" idx="23" hasCustomPrompt="1"/>
          </p:nvPr>
        </p:nvSpPr>
        <p:spPr>
          <a:xfrm>
            <a:off x="4629921" y="691208"/>
            <a:ext cx="759113" cy="759113"/>
          </a:xfrm>
        </p:spPr>
        <p:txBody>
          <a:bodyPr lIns="144000"/>
          <a:lstStyle>
            <a:lvl1pPr marL="0" indent="0">
              <a:buNone/>
              <a:defRPr sz="140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2" name="Text Placeholder 16">
            <a:extLst>
              <a:ext uri="{FF2B5EF4-FFF2-40B4-BE49-F238E27FC236}">
                <a16:creationId xmlns:a16="http://schemas.microsoft.com/office/drawing/2014/main" id="{3F0EB458-EDD6-6AD3-B1AB-24A4EA15A9FC}"/>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1" name="Picture Placeholder 2">
            <a:extLst>
              <a:ext uri="{FF2B5EF4-FFF2-40B4-BE49-F238E27FC236}">
                <a16:creationId xmlns:a16="http://schemas.microsoft.com/office/drawing/2014/main" id="{A5166B55-3C52-CF01-705A-E2BE18679F21}"/>
              </a:ext>
            </a:extLst>
          </p:cNvPr>
          <p:cNvSpPr>
            <a:spLocks noGrp="1" noChangeAspect="1"/>
          </p:cNvSpPr>
          <p:nvPr>
            <p:ph type="pic" sz="quarter" idx="24" hasCustomPrompt="1"/>
          </p:nvPr>
        </p:nvSpPr>
        <p:spPr>
          <a:xfrm>
            <a:off x="4629921" y="2138783"/>
            <a:ext cx="759113" cy="759113"/>
          </a:xfrm>
        </p:spPr>
        <p:txBody>
          <a:bodyPr lIns="144000"/>
          <a:lstStyle>
            <a:lvl1pPr marL="0" indent="0">
              <a:buNone/>
              <a:defRPr sz="140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3" name="Text Placeholder 16">
            <a:extLst>
              <a:ext uri="{FF2B5EF4-FFF2-40B4-BE49-F238E27FC236}">
                <a16:creationId xmlns:a16="http://schemas.microsoft.com/office/drawing/2014/main" id="{FC2D4270-2921-E9A2-9D7C-4ECAF4952D88}"/>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2" name="Picture Placeholder 2">
            <a:extLst>
              <a:ext uri="{FF2B5EF4-FFF2-40B4-BE49-F238E27FC236}">
                <a16:creationId xmlns:a16="http://schemas.microsoft.com/office/drawing/2014/main" id="{D45478F2-FA52-8705-D73C-3B5C90BEA1CE}"/>
              </a:ext>
            </a:extLst>
          </p:cNvPr>
          <p:cNvSpPr>
            <a:spLocks noGrp="1" noChangeAspect="1"/>
          </p:cNvSpPr>
          <p:nvPr>
            <p:ph type="pic" sz="quarter" idx="25" hasCustomPrompt="1"/>
          </p:nvPr>
        </p:nvSpPr>
        <p:spPr>
          <a:xfrm>
            <a:off x="4629921" y="3586358"/>
            <a:ext cx="759113" cy="759113"/>
          </a:xfrm>
        </p:spPr>
        <p:txBody>
          <a:bodyPr lIns="144000"/>
          <a:lstStyle>
            <a:lvl1pPr marL="0" indent="0">
              <a:buNone/>
              <a:defRPr sz="140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4" name="Text Placeholder 16">
            <a:extLst>
              <a:ext uri="{FF2B5EF4-FFF2-40B4-BE49-F238E27FC236}">
                <a16:creationId xmlns:a16="http://schemas.microsoft.com/office/drawing/2014/main" id="{43953901-F943-9352-2352-77D74F5FD39F}"/>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3" name="Picture Placeholder 2">
            <a:extLst>
              <a:ext uri="{FF2B5EF4-FFF2-40B4-BE49-F238E27FC236}">
                <a16:creationId xmlns:a16="http://schemas.microsoft.com/office/drawing/2014/main" id="{1BD308BA-E994-8363-C02C-E51BC3E1FF56}"/>
              </a:ext>
            </a:extLst>
          </p:cNvPr>
          <p:cNvSpPr>
            <a:spLocks noGrp="1" noChangeAspect="1"/>
          </p:cNvSpPr>
          <p:nvPr>
            <p:ph type="pic" sz="quarter" idx="26" hasCustomPrompt="1"/>
          </p:nvPr>
        </p:nvSpPr>
        <p:spPr>
          <a:xfrm>
            <a:off x="4629921" y="5033933"/>
            <a:ext cx="759113" cy="759113"/>
          </a:xfrm>
        </p:spPr>
        <p:txBody>
          <a:bodyPr lIns="144000"/>
          <a:lstStyle>
            <a:lvl1pPr marL="0" indent="0">
              <a:buNone/>
              <a:defRPr sz="140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79788385-4F41-23CE-C80D-DBA35A324839}"/>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9" name="TextBox 8">
            <a:extLst>
              <a:ext uri="{FF2B5EF4-FFF2-40B4-BE49-F238E27FC236}">
                <a16:creationId xmlns:a16="http://schemas.microsoft.com/office/drawing/2014/main" id="{2B352B48-B98A-418B-8943-940ABA2B2152}"/>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7" name="Footer Placeholder 6">
            <a:extLst>
              <a:ext uri="{FF2B5EF4-FFF2-40B4-BE49-F238E27FC236}">
                <a16:creationId xmlns:a16="http://schemas.microsoft.com/office/drawing/2014/main" id="{F8DFBB3D-0AE5-69F5-A9EF-C49A7246D3AF}"/>
              </a:ext>
            </a:extLst>
          </p:cNvPr>
          <p:cNvSpPr>
            <a:spLocks noGrp="1"/>
          </p:cNvSpPr>
          <p:nvPr>
            <p:ph type="ftr" sz="quarter" idx="27"/>
          </p:nvPr>
        </p:nvSpPr>
        <p:spPr/>
        <p:txBody>
          <a:bodyPr/>
          <a:lstStyle/>
          <a:p>
            <a:endParaRPr lang="en-US"/>
          </a:p>
        </p:txBody>
      </p:sp>
    </p:spTree>
    <p:extLst>
      <p:ext uri="{BB962C8B-B14F-4D97-AF65-F5344CB8AC3E}">
        <p14:creationId xmlns:p14="http://schemas.microsoft.com/office/powerpoint/2010/main" val="3514859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257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Two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4031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Three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64295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Four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873769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wo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1168084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Three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248120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Four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6" name="TextBox 5">
            <a:extLst>
              <a:ext uri="{FF2B5EF4-FFF2-40B4-BE49-F238E27FC236}">
                <a16:creationId xmlns:a16="http://schemas.microsoft.com/office/drawing/2014/main" id="{CD417586-D17D-B05D-5384-E37636F2EE2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374540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Quote_Black">
    <p:bg>
      <p:bgRef idx="1001">
        <a:schemeClr val="bg1"/>
      </p:bgRef>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lang="en-US" sz="2800" kern="1200" spc="-50" baseline="0">
                <a:solidFill>
                  <a:schemeClr val="tx2"/>
                </a:solidFill>
                <a:latin typeface="+mj-lt"/>
                <a:ea typeface="+mn-ea"/>
                <a:cs typeface="+mn-cs"/>
              </a:defRPr>
            </a:lvl1pPr>
          </a:lstStyle>
          <a:p>
            <a:pPr marL="0" lvl="0" indent="0" algn="ctr" defTabSz="914400" rtl="0" eaLnBrk="1" latinLnBrk="0" hangingPunct="1">
              <a:lnSpc>
                <a:spcPct val="95000"/>
              </a:lnSpc>
              <a:spcBef>
                <a:spcPts val="900"/>
              </a:spcBef>
              <a:spcAft>
                <a:spcPts val="300"/>
              </a:spcAft>
              <a:buClrTx/>
              <a:buFont typeface="Arial" panose="020B0604020202020204" pitchFamily="34" charset="0"/>
              <a:buNone/>
            </a:pPr>
            <a:r>
              <a:rPr lang="en-US"/>
              <a:t>Quote attribution</a:t>
            </a:r>
          </a:p>
        </p:txBody>
      </p:sp>
      <p:sp>
        <p:nvSpPr>
          <p:cNvPr id="6" name="TextBox 5">
            <a:extLst>
              <a:ext uri="{FF2B5EF4-FFF2-40B4-BE49-F238E27FC236}">
                <a16:creationId xmlns:a16="http://schemas.microsoft.com/office/drawing/2014/main" id="{84739A76-C8B6-CADD-ACBA-17389E4E17CB}"/>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5D806993-100D-D470-0D3C-99BE6D7559CA}"/>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5760175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Title+Content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2A7B7-7C67-00A2-4D04-4DC5AFBFB433}"/>
              </a:ext>
            </a:extLst>
          </p:cNvPr>
          <p:cNvSpPr>
            <a:spLocks noGrp="1"/>
          </p:cNvSpPr>
          <p:nvPr>
            <p:ph type="title" hasCustomPrompt="1"/>
          </p:nvPr>
        </p:nvSpPr>
        <p:spPr/>
        <p:txBody>
          <a:bodyPr/>
          <a:lstStyle/>
          <a:p>
            <a:r>
              <a:rPr lang="en-US"/>
              <a:t>Title + Content layout</a:t>
            </a:r>
            <a:br>
              <a:rPr lang="en-US"/>
            </a:br>
            <a:r>
              <a:rPr lang="en-US"/>
              <a:t>Title 2 lines maximum</a:t>
            </a:r>
            <a:endParaRPr lang="en-CA"/>
          </a:p>
        </p:txBody>
      </p:sp>
      <p:sp>
        <p:nvSpPr>
          <p:cNvPr id="6" name="Text Placeholder 3">
            <a:extLst>
              <a:ext uri="{FF2B5EF4-FFF2-40B4-BE49-F238E27FC236}">
                <a16:creationId xmlns:a16="http://schemas.microsoft.com/office/drawing/2014/main" id="{48787576-727E-0D7E-9B9E-4C6C5BCD08C7}"/>
              </a:ext>
            </a:extLst>
          </p:cNvPr>
          <p:cNvSpPr>
            <a:spLocks noGrp="1"/>
          </p:cNvSpPr>
          <p:nvPr>
            <p:ph idx="1" hasCustomPrompt="1"/>
          </p:nvPr>
        </p:nvSpPr>
        <p:spPr>
          <a:xfrm>
            <a:off x="515938" y="1820860"/>
            <a:ext cx="11160126"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US"/>
          </a:p>
        </p:txBody>
      </p:sp>
      <p:sp>
        <p:nvSpPr>
          <p:cNvPr id="5" name="Text Placeholder 4">
            <a:extLst>
              <a:ext uri="{FF2B5EF4-FFF2-40B4-BE49-F238E27FC236}">
                <a16:creationId xmlns:a16="http://schemas.microsoft.com/office/drawing/2014/main" id="{658377F3-F33B-60A4-268C-1F7C81890196}"/>
              </a:ext>
            </a:extLst>
          </p:cNvPr>
          <p:cNvSpPr>
            <a:spLocks noGrp="1"/>
          </p:cNvSpPr>
          <p:nvPr>
            <p:ph type="body" sz="quarter" idx="11" hasCustomPrompt="1"/>
          </p:nvPr>
        </p:nvSpPr>
        <p:spPr>
          <a:xfrm>
            <a:off x="515938" y="1387475"/>
            <a:ext cx="11160125" cy="233910"/>
          </a:xfrm>
        </p:spPr>
        <p:txBody>
          <a:bodyPr>
            <a:spAutoFit/>
          </a:bodyPr>
          <a:lstStyle>
            <a:lvl1pPr marL="0" indent="0">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95000"/>
              </a:lnSpc>
              <a:spcBef>
                <a:spcPts val="900"/>
              </a:spcBef>
              <a:spcAft>
                <a:spcPts val="300"/>
              </a:spcAft>
              <a:buClrTx/>
              <a:buFont typeface="Arial" panose="020B0604020202020204" pitchFamily="34" charset="0"/>
              <a:buNone/>
            </a:pPr>
            <a:r>
              <a:rPr lang="en-US" err="1"/>
              <a:t>Subheader</a:t>
            </a:r>
            <a:endParaRPr lang="en-US"/>
          </a:p>
        </p:txBody>
      </p:sp>
    </p:spTree>
    <p:extLst>
      <p:ext uri="{BB962C8B-B14F-4D97-AF65-F5344CB8AC3E}">
        <p14:creationId xmlns:p14="http://schemas.microsoft.com/office/powerpoint/2010/main" val="1780857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50/50 Title+Content_Black">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tx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CA" sz="800" kern="1200" baseline="0" dirty="0" smtClean="0">
                <a:solidFill>
                  <a:schemeClr val="accent6">
                    <a:lumMod val="90000"/>
                  </a:schemeClr>
                </a:solidFill>
                <a:latin typeface="+mn-lt"/>
                <a:ea typeface="+mn-ea"/>
                <a:cs typeface="+mn-cs"/>
              </a:defRPr>
            </a:lvl1pPr>
          </a:lstStyle>
          <a:p>
            <a:endParaRPr lang="en-US"/>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tx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2738066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p:cSld name="2/1 Title+Content_Black">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tx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CA" sz="800" kern="1200" baseline="0" dirty="0" smtClean="0">
                <a:solidFill>
                  <a:schemeClr val="accent6">
                    <a:lumMod val="90000"/>
                  </a:schemeClr>
                </a:solidFill>
                <a:latin typeface="+mn-lt"/>
                <a:ea typeface="+mn-ea"/>
                <a:cs typeface="+mn-cs"/>
              </a:defRPr>
            </a:lvl1pPr>
          </a:lstStyle>
          <a:p>
            <a:endParaRPr lang="en-US"/>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p:nvSpPr>
        <p:spPr>
          <a:xfrm>
            <a:off x="8640762" y="6279571"/>
            <a:ext cx="2897862"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tx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3885307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Blank_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US"/>
          </a:p>
        </p:txBody>
      </p:sp>
    </p:spTree>
    <p:extLst>
      <p:ext uri="{BB962C8B-B14F-4D97-AF65-F5344CB8AC3E}">
        <p14:creationId xmlns:p14="http://schemas.microsoft.com/office/powerpoint/2010/main" val="3152370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p:cSld name="Photo+Content_Grey">
    <p:bg>
      <p:bgPr>
        <a:solidFill>
          <a:srgbClr val="EFF1F5"/>
        </a:solidFill>
        <a:effectLst/>
      </p:bgPr>
    </p:bg>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1EF4F402-80EC-EAD4-D6B0-92C2479FFEFA}"/>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8" name="Title 13">
            <a:extLst>
              <a:ext uri="{FF2B5EF4-FFF2-40B4-BE49-F238E27FC236}">
                <a16:creationId xmlns:a16="http://schemas.microsoft.com/office/drawing/2014/main" id="{916C630D-BED9-DA86-9AE9-767BC6DB8DF6}"/>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accent1"/>
                </a:solidFill>
                <a:latin typeface="+mj-lt"/>
                <a:ea typeface="+mj-ea"/>
                <a:cs typeface="+mj-cs"/>
              </a:defRPr>
            </a:lvl1pPr>
          </a:lstStyle>
          <a:p>
            <a:r>
              <a:rPr lang="en-US"/>
              <a:t>2:1 Content &amp; Photo layout </a:t>
            </a:r>
            <a:br>
              <a:rPr lang="en-US"/>
            </a:br>
            <a:r>
              <a:rPr lang="en-US"/>
              <a:t>Title 2 lines maximum</a:t>
            </a:r>
          </a:p>
        </p:txBody>
      </p:sp>
      <p:sp>
        <p:nvSpPr>
          <p:cNvPr id="6" name="Picture Placeholder 5">
            <a:extLst>
              <a:ext uri="{FF2B5EF4-FFF2-40B4-BE49-F238E27FC236}">
                <a16:creationId xmlns:a16="http://schemas.microsoft.com/office/drawing/2014/main" id="{DA15A8F4-EB1B-C6FB-9726-07ED95F48A6D}"/>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3000">
                <a:solidFill>
                  <a:schemeClr val="accent1"/>
                </a:solidFill>
              </a:defRPr>
            </a:lvl1pPr>
          </a:lstStyle>
          <a:p>
            <a:r>
              <a:rPr lang="en-US"/>
              <a:t>Click the icon to insert photo</a:t>
            </a:r>
          </a:p>
        </p:txBody>
      </p:sp>
      <p:sp>
        <p:nvSpPr>
          <p:cNvPr id="3" name="Footer Placeholder 129">
            <a:extLst>
              <a:ext uri="{FF2B5EF4-FFF2-40B4-BE49-F238E27FC236}">
                <a16:creationId xmlns:a16="http://schemas.microsoft.com/office/drawing/2014/main" id="{32F39D03-559B-5939-909B-FF65EEA162BF}"/>
              </a:ext>
            </a:extLst>
          </p:cNvPr>
          <p:cNvSpPr>
            <a:spLocks noGrp="1"/>
          </p:cNvSpPr>
          <p:nvPr>
            <p:ph type="ftr" sz="quarter" idx="22"/>
          </p:nvPr>
        </p:nvSpPr>
        <p:spPr>
          <a:xfrm>
            <a:off x="515938" y="6173304"/>
            <a:ext cx="6480175" cy="118174"/>
          </a:xfrm>
        </p:spPr>
        <p:txBody>
          <a:bodyPr/>
          <a:lstStyle>
            <a:lvl1pPr>
              <a:defRPr>
                <a:solidFill>
                  <a:schemeClr val="accent6">
                    <a:lumMod val="50000"/>
                  </a:schemeClr>
                </a:solidFill>
              </a:defRPr>
            </a:lvl1pPr>
          </a:lstStyle>
          <a:p>
            <a:endParaRPr lang="en-US"/>
          </a:p>
        </p:txBody>
      </p:sp>
      <p:sp>
        <p:nvSpPr>
          <p:cNvPr id="4" name="TextBox 3">
            <a:extLst>
              <a:ext uri="{FF2B5EF4-FFF2-40B4-BE49-F238E27FC236}">
                <a16:creationId xmlns:a16="http://schemas.microsoft.com/office/drawing/2014/main" id="{78E6E1DA-8D2E-B11D-8AED-2EB2021311AE}"/>
              </a:ext>
            </a:extLst>
          </p:cNvPr>
          <p:cNvSpPr txBox="1"/>
          <p:nvPr/>
        </p:nvSpPr>
        <p:spPr>
          <a:xfrm>
            <a:off x="515938"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a:solidFill>
                  <a:schemeClr val="accent6">
                    <a:lumMod val="50000"/>
                  </a:schemeClr>
                </a:solidFill>
              </a:rPr>
              <a:t>Confidential – Qualcomm Technologies, Inc. and/or its affiliated companies – May Contain Trade Secrets</a:t>
            </a:r>
          </a:p>
        </p:txBody>
      </p:sp>
      <p:sp>
        <p:nvSpPr>
          <p:cNvPr id="10" name="Text Placeholder 16">
            <a:extLst>
              <a:ext uri="{FF2B5EF4-FFF2-40B4-BE49-F238E27FC236}">
                <a16:creationId xmlns:a16="http://schemas.microsoft.com/office/drawing/2014/main" id="{1ECC5A24-E1C0-4F84-B8A6-C64730DC9F39}"/>
              </a:ext>
            </a:extLst>
          </p:cNvPr>
          <p:cNvSpPr>
            <a:spLocks noGrp="1"/>
          </p:cNvSpPr>
          <p:nvPr>
            <p:ph type="body" sz="quarter" idx="15" hasCustomPrompt="1"/>
          </p:nvPr>
        </p:nvSpPr>
        <p:spPr>
          <a:xfrm>
            <a:off x="515938" y="3581401"/>
            <a:ext cx="5327650" cy="2435086"/>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21018793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3681">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p:cSld name="Title+4Contents_Third Grey">
    <p:bg>
      <p:bgPr>
        <a:solidFill>
          <a:srgbClr val="EFF1F5"/>
        </a:solidFill>
        <a:effectLst/>
      </p:bgPr>
    </p:bg>
    <p:spTree>
      <p:nvGrpSpPr>
        <p:cNvPr id="1" name=""/>
        <p:cNvGrpSpPr/>
        <p:nvPr/>
      </p:nvGrpSpPr>
      <p:grpSpPr>
        <a:xfrm>
          <a:off x="0" y="0"/>
          <a:ext cx="0" cy="0"/>
          <a:chOff x="0" y="0"/>
          <a:chExt cx="0" cy="0"/>
        </a:xfrm>
      </p:grpSpPr>
      <p:sp>
        <p:nvSpPr>
          <p:cNvPr id="9" name="Title 120">
            <a:extLst>
              <a:ext uri="{FF2B5EF4-FFF2-40B4-BE49-F238E27FC236}">
                <a16:creationId xmlns:a16="http://schemas.microsoft.com/office/drawing/2014/main" id="{7A1F75E5-8E3D-DF45-926F-E6E5FD4D70FC}"/>
              </a:ext>
            </a:extLst>
          </p:cNvPr>
          <p:cNvSpPr>
            <a:spLocks noGrp="1"/>
          </p:cNvSpPr>
          <p:nvPr>
            <p:ph type="title" hasCustomPrompt="1"/>
          </p:nvPr>
        </p:nvSpPr>
        <p:spPr>
          <a:xfrm>
            <a:off x="515937" y="2795081"/>
            <a:ext cx="3556800" cy="1294408"/>
          </a:xfrm>
        </p:spPr>
        <p:txBody>
          <a:bodyPr anchor="ctr"/>
          <a:lstStyle>
            <a:lvl1pPr algn="l" defTabSz="914400" rtl="0" eaLnBrk="1" latinLnBrk="0" hangingPunct="1">
              <a:lnSpc>
                <a:spcPct val="85000"/>
              </a:lnSpc>
              <a:spcBef>
                <a:spcPct val="0"/>
              </a:spcBef>
              <a:buNone/>
              <a:defRPr lang="en-US" sz="2800" kern="2000" spc="-50" baseline="0" dirty="0">
                <a:solidFill>
                  <a:schemeClr val="accent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6" name="Picture Placeholder 2">
            <a:extLst>
              <a:ext uri="{FF2B5EF4-FFF2-40B4-BE49-F238E27FC236}">
                <a16:creationId xmlns:a16="http://schemas.microsoft.com/office/drawing/2014/main" id="{803614D6-B3A1-6731-7DA2-2F082C0110CD}"/>
              </a:ext>
            </a:extLst>
          </p:cNvPr>
          <p:cNvSpPr>
            <a:spLocks noGrp="1" noChangeAspect="1"/>
          </p:cNvSpPr>
          <p:nvPr>
            <p:ph type="pic" sz="quarter" idx="24" hasCustomPrompt="1"/>
          </p:nvPr>
        </p:nvSpPr>
        <p:spPr>
          <a:xfrm>
            <a:off x="4629921" y="677141"/>
            <a:ext cx="759113" cy="759113"/>
          </a:xfrm>
        </p:spPr>
        <p:txBody>
          <a:bodyPr lIns="144000"/>
          <a:lstStyle>
            <a:lvl1pPr marL="0" indent="0">
              <a:buNone/>
              <a:defRPr sz="140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C38DCFD6-5A0E-E9F5-0958-4B8735F209AC}"/>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158234DD-C86A-C0A3-F309-C819BEF18C2A}"/>
              </a:ext>
            </a:extLst>
          </p:cNvPr>
          <p:cNvSpPr>
            <a:spLocks noGrp="1" noChangeAspect="1"/>
          </p:cNvSpPr>
          <p:nvPr>
            <p:ph type="pic" sz="quarter" idx="25" hasCustomPrompt="1"/>
          </p:nvPr>
        </p:nvSpPr>
        <p:spPr>
          <a:xfrm>
            <a:off x="4629921" y="2124716"/>
            <a:ext cx="759113" cy="759113"/>
          </a:xfrm>
        </p:spPr>
        <p:txBody>
          <a:bodyPr lIns="144000"/>
          <a:lstStyle>
            <a:lvl1pPr marL="0" indent="0">
              <a:buNone/>
              <a:defRPr sz="140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6" name="Text Placeholder 16">
            <a:extLst>
              <a:ext uri="{FF2B5EF4-FFF2-40B4-BE49-F238E27FC236}">
                <a16:creationId xmlns:a16="http://schemas.microsoft.com/office/drawing/2014/main" id="{752D1B24-3191-2FDC-5F67-93401195900D}"/>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Picture Placeholder 2">
            <a:extLst>
              <a:ext uri="{FF2B5EF4-FFF2-40B4-BE49-F238E27FC236}">
                <a16:creationId xmlns:a16="http://schemas.microsoft.com/office/drawing/2014/main" id="{F5047FAA-2D67-8C54-D972-5689E483F426}"/>
              </a:ext>
            </a:extLst>
          </p:cNvPr>
          <p:cNvSpPr>
            <a:spLocks noGrp="1" noChangeAspect="1"/>
          </p:cNvSpPr>
          <p:nvPr>
            <p:ph type="pic" sz="quarter" idx="26" hasCustomPrompt="1"/>
          </p:nvPr>
        </p:nvSpPr>
        <p:spPr>
          <a:xfrm>
            <a:off x="4629921" y="3572291"/>
            <a:ext cx="759113" cy="759113"/>
          </a:xfrm>
        </p:spPr>
        <p:txBody>
          <a:bodyPr lIns="144000"/>
          <a:lstStyle>
            <a:lvl1pPr marL="0" indent="0">
              <a:buNone/>
              <a:defRPr sz="140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7" name="Text Placeholder 16">
            <a:extLst>
              <a:ext uri="{FF2B5EF4-FFF2-40B4-BE49-F238E27FC236}">
                <a16:creationId xmlns:a16="http://schemas.microsoft.com/office/drawing/2014/main" id="{DBD55430-B9A6-6E76-5A88-93B8CBAFCF32}"/>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9" name="Picture Placeholder 2">
            <a:extLst>
              <a:ext uri="{FF2B5EF4-FFF2-40B4-BE49-F238E27FC236}">
                <a16:creationId xmlns:a16="http://schemas.microsoft.com/office/drawing/2014/main" id="{155B8295-23B1-4FAB-6989-040F56EEACDD}"/>
              </a:ext>
            </a:extLst>
          </p:cNvPr>
          <p:cNvSpPr>
            <a:spLocks noGrp="1" noChangeAspect="1"/>
          </p:cNvSpPr>
          <p:nvPr>
            <p:ph type="pic" sz="quarter" idx="27" hasCustomPrompt="1"/>
          </p:nvPr>
        </p:nvSpPr>
        <p:spPr>
          <a:xfrm>
            <a:off x="4629921" y="5019866"/>
            <a:ext cx="759113" cy="759113"/>
          </a:xfrm>
        </p:spPr>
        <p:txBody>
          <a:bodyPr lIns="144000"/>
          <a:lstStyle>
            <a:lvl1pPr marL="0" indent="0">
              <a:buNone/>
              <a:defRPr sz="140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8" name="Text Placeholder 16">
            <a:extLst>
              <a:ext uri="{FF2B5EF4-FFF2-40B4-BE49-F238E27FC236}">
                <a16:creationId xmlns:a16="http://schemas.microsoft.com/office/drawing/2014/main" id="{A305BFC7-1DCB-DA0D-B9D5-073230BAC218}"/>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TextBox 14">
            <a:extLst>
              <a:ext uri="{FF2B5EF4-FFF2-40B4-BE49-F238E27FC236}">
                <a16:creationId xmlns:a16="http://schemas.microsoft.com/office/drawing/2014/main" id="{DA40CD1A-60BD-05D8-7970-B07C826C1D80}"/>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 name="Footer Placeholder 3">
            <a:extLst>
              <a:ext uri="{FF2B5EF4-FFF2-40B4-BE49-F238E27FC236}">
                <a16:creationId xmlns:a16="http://schemas.microsoft.com/office/drawing/2014/main" id="{0C61BEB9-0856-A8B3-E6F6-CC8CF273C00B}"/>
              </a:ext>
            </a:extLst>
          </p:cNvPr>
          <p:cNvSpPr>
            <a:spLocks noGrp="1"/>
          </p:cNvSpPr>
          <p:nvPr>
            <p:ph type="ftr" sz="quarter" idx="28"/>
          </p:nvPr>
        </p:nvSpPr>
        <p:spPr/>
        <p:txBody>
          <a:bodyPr/>
          <a:lstStyle>
            <a:lvl1pPr>
              <a:defRPr>
                <a:solidFill>
                  <a:schemeClr val="accent6">
                    <a:lumMod val="50000"/>
                  </a:schemeClr>
                </a:solidFill>
              </a:defRPr>
            </a:lvl1pPr>
          </a:lstStyle>
          <a:p>
            <a:endParaRPr lang="en-US"/>
          </a:p>
        </p:txBody>
      </p:sp>
      <p:sp>
        <p:nvSpPr>
          <p:cNvPr id="2" name="TextBox 1">
            <a:extLst>
              <a:ext uri="{FF2B5EF4-FFF2-40B4-BE49-F238E27FC236}">
                <a16:creationId xmlns:a16="http://schemas.microsoft.com/office/drawing/2014/main" id="{9E4EAC14-4640-7AFF-B3CB-D5C2E97E6642}"/>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82285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4" pos="2320">
          <p15:clr>
            <a:srgbClr val="FBAE40"/>
          </p15:clr>
        </p15:guide>
        <p15:guide id="15" pos="2094">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p:cSld name="Two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lvl1pPr>
              <a:defRPr>
                <a:solidFill>
                  <a:schemeClr val="accent6">
                    <a:lumMod val="50000"/>
                  </a:schemeClr>
                </a:solidFill>
              </a:defRPr>
            </a:lvl1pPr>
          </a:lstStyle>
          <a:p>
            <a:endParaRPr lang="en-US"/>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38" name="TextBox 37">
            <a:extLst>
              <a:ext uri="{FF2B5EF4-FFF2-40B4-BE49-F238E27FC236}">
                <a16:creationId xmlns:a16="http://schemas.microsoft.com/office/drawing/2014/main" id="{F3258392-167B-4CF7-BE39-C4B01FB79396}"/>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39" name="TextBox 38">
            <a:extLst>
              <a:ext uri="{FF2B5EF4-FFF2-40B4-BE49-F238E27FC236}">
                <a16:creationId xmlns:a16="http://schemas.microsoft.com/office/drawing/2014/main" id="{0CF0E7DC-61EC-85C7-C1A6-AA709B4DC3D4}"/>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987705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p:cSld name="Three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lvl1pPr>
              <a:defRPr>
                <a:solidFill>
                  <a:schemeClr val="accent6">
                    <a:lumMod val="50000"/>
                  </a:schemeClr>
                </a:solidFill>
              </a:defRPr>
            </a:lvl1p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0" name="TextBox 39">
            <a:extLst>
              <a:ext uri="{FF2B5EF4-FFF2-40B4-BE49-F238E27FC236}">
                <a16:creationId xmlns:a16="http://schemas.microsoft.com/office/drawing/2014/main" id="{520969B7-224E-2F38-7C3E-D5755C48D09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1" name="TextBox 40">
            <a:extLst>
              <a:ext uri="{FF2B5EF4-FFF2-40B4-BE49-F238E27FC236}">
                <a16:creationId xmlns:a16="http://schemas.microsoft.com/office/drawing/2014/main" id="{AAC0DA89-A530-42D5-C08B-342B93F70AE2}"/>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6486424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p:cSld name="Four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lvl1pPr>
              <a:defRPr>
                <a:solidFill>
                  <a:schemeClr val="accent6">
                    <a:lumMod val="50000"/>
                  </a:schemeClr>
                </a:solidFill>
              </a:defRPr>
            </a:lvl1p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3" name="TextBox 42">
            <a:extLst>
              <a:ext uri="{FF2B5EF4-FFF2-40B4-BE49-F238E27FC236}">
                <a16:creationId xmlns:a16="http://schemas.microsoft.com/office/drawing/2014/main" id="{760DBA6B-DE9D-AE45-238E-FC9603DD6DEA}"/>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4" name="TextBox 43">
            <a:extLst>
              <a:ext uri="{FF2B5EF4-FFF2-40B4-BE49-F238E27FC236}">
                <a16:creationId xmlns:a16="http://schemas.microsoft.com/office/drawing/2014/main" id="{C19F306B-EE14-1634-A7EA-9BC48C60BD9F}"/>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6735796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p:cSld name="Two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lvl1pPr>
              <a:defRPr>
                <a:solidFill>
                  <a:schemeClr val="accent6">
                    <a:lumMod val="50000"/>
                  </a:schemeClr>
                </a:solidFill>
              </a:defRPr>
            </a:lvl1pPr>
          </a:lstStyle>
          <a:p>
            <a:endParaRPr lang="en-US"/>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8" name="TextBox 7">
            <a:extLst>
              <a:ext uri="{FF2B5EF4-FFF2-40B4-BE49-F238E27FC236}">
                <a16:creationId xmlns:a16="http://schemas.microsoft.com/office/drawing/2014/main" id="{6C182914-E405-9E07-DF0D-8AEF3CD888E3}"/>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9" name="TextBox 8">
            <a:extLst>
              <a:ext uri="{FF2B5EF4-FFF2-40B4-BE49-F238E27FC236}">
                <a16:creationId xmlns:a16="http://schemas.microsoft.com/office/drawing/2014/main" id="{DC888CA0-7251-59CE-BB46-6A2394817998}"/>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32893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p:cSld name="Three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Three column layout</a:t>
            </a:r>
            <a:br>
              <a:rPr lang="en-US"/>
            </a:br>
            <a:r>
              <a:rPr lang="en-US"/>
              <a:t>Title 2 lines maximum</a:t>
            </a:r>
            <a:endParaRPr lang="en-CA"/>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lvl1pPr>
              <a:defRPr>
                <a:solidFill>
                  <a:schemeClr val="accent6">
                    <a:lumMod val="50000"/>
                  </a:schemeClr>
                </a:solidFill>
              </a:defRPr>
            </a:lvl1pPr>
          </a:lstStyle>
          <a:p>
            <a:endParaRPr lang="en-US"/>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TextBox 5">
            <a:extLst>
              <a:ext uri="{FF2B5EF4-FFF2-40B4-BE49-F238E27FC236}">
                <a16:creationId xmlns:a16="http://schemas.microsoft.com/office/drawing/2014/main" id="{EF017086-5CF7-0DE3-32C9-26242C84824D}"/>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26" name="TextBox 25">
            <a:extLst>
              <a:ext uri="{FF2B5EF4-FFF2-40B4-BE49-F238E27FC236}">
                <a16:creationId xmlns:a16="http://schemas.microsoft.com/office/drawing/2014/main" id="{A72FC029-1BF6-2110-59F0-5998F3168A60}"/>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2666722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p:cSld name="Four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Four column layout</a:t>
            </a:r>
            <a:br>
              <a:rPr lang="en-US"/>
            </a:br>
            <a:r>
              <a:rPr lang="en-US"/>
              <a:t>Title 2 lines maximum</a:t>
            </a:r>
            <a:endParaRPr lang="en-CA"/>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lvl1pPr>
              <a:defRPr>
                <a:solidFill>
                  <a:schemeClr val="accent6">
                    <a:lumMod val="50000"/>
                  </a:schemeClr>
                </a:solidFill>
              </a:defRPr>
            </a:lvl1pPr>
          </a:lstStyle>
          <a:p>
            <a:endParaRPr lang="en-US"/>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 name="TextBox 3">
            <a:extLst>
              <a:ext uri="{FF2B5EF4-FFF2-40B4-BE49-F238E27FC236}">
                <a16:creationId xmlns:a16="http://schemas.microsoft.com/office/drawing/2014/main" id="{21E289CB-343B-0FF5-1F2F-45C114F2F2E1}"/>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17" name="TextBox 16">
            <a:extLst>
              <a:ext uri="{FF2B5EF4-FFF2-40B4-BE49-F238E27FC236}">
                <a16:creationId xmlns:a16="http://schemas.microsoft.com/office/drawing/2014/main" id="{B9939663-F772-3D5D-3302-22B372E52538}"/>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664864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p:cSld name="Quote_Grey">
    <p:bg>
      <p:bgPr>
        <a:solidFill>
          <a:srgbClr val="EFF1F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solidFill>
                  <a:schemeClr val="accent1"/>
                </a:solidFill>
              </a:defRPr>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lang="en-US" sz="2800" kern="1200" spc="-50" baseline="0" dirty="0">
                <a:solidFill>
                  <a:schemeClr val="tx2"/>
                </a:solidFill>
                <a:latin typeface="+mj-lt"/>
                <a:ea typeface="+mn-ea"/>
                <a:cs typeface="+mn-cs"/>
              </a:defRPr>
            </a:lvl1pPr>
          </a:lstStyle>
          <a:p>
            <a:pPr lvl="0"/>
            <a:r>
              <a:rPr lang="en-US"/>
              <a:t>Quote attribution</a:t>
            </a:r>
          </a:p>
        </p:txBody>
      </p:sp>
      <p:sp>
        <p:nvSpPr>
          <p:cNvPr id="3" name="Footer Placeholder 2">
            <a:extLst>
              <a:ext uri="{FF2B5EF4-FFF2-40B4-BE49-F238E27FC236}">
                <a16:creationId xmlns:a16="http://schemas.microsoft.com/office/drawing/2014/main" id="{61557233-3B17-FEA2-60BE-6985A7AFDAB0}"/>
              </a:ext>
            </a:extLst>
          </p:cNvPr>
          <p:cNvSpPr>
            <a:spLocks noGrp="1"/>
          </p:cNvSpPr>
          <p:nvPr>
            <p:ph type="ftr" sz="quarter" idx="14"/>
          </p:nvPr>
        </p:nvSpPr>
        <p:spPr/>
        <p:txBody>
          <a:bodyPr/>
          <a:lstStyle>
            <a:lvl1pPr>
              <a:defRPr>
                <a:solidFill>
                  <a:schemeClr val="accent6">
                    <a:lumMod val="50000"/>
                  </a:schemeClr>
                </a:solidFill>
              </a:defRPr>
            </a:lvl1pPr>
          </a:lstStyle>
          <a:p>
            <a:endParaRPr lang="en-US"/>
          </a:p>
        </p:txBody>
      </p:sp>
      <p:sp>
        <p:nvSpPr>
          <p:cNvPr id="4" name="TextBox 3">
            <a:extLst>
              <a:ext uri="{FF2B5EF4-FFF2-40B4-BE49-F238E27FC236}">
                <a16:creationId xmlns:a16="http://schemas.microsoft.com/office/drawing/2014/main" id="{4D4BB44A-F67D-49FB-3E85-19CDFE282856}"/>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5" name="TextBox 4">
            <a:extLst>
              <a:ext uri="{FF2B5EF4-FFF2-40B4-BE49-F238E27FC236}">
                <a16:creationId xmlns:a16="http://schemas.microsoft.com/office/drawing/2014/main" id="{55383CCA-6EDF-D737-5F70-36F4A350AB7D}"/>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363483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Content_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p:txBody>
          <a:bodyPr/>
          <a:lstStyle>
            <a:lvl1pPr>
              <a:lnSpc>
                <a:spcPct val="85000"/>
              </a:lnSpc>
              <a:defRPr>
                <a:solidFill>
                  <a:schemeClr val="accent1"/>
                </a:solidFill>
              </a:defRPr>
            </a:lvl1pPr>
          </a:lstStyle>
          <a:p>
            <a:r>
              <a:rPr lang="en-US"/>
              <a:t>Title + Content layout</a:t>
            </a:r>
            <a:br>
              <a:rPr lang="en-US"/>
            </a:br>
            <a:r>
              <a:rPr lang="en-US"/>
              <a:t>Title 2 lines maximum</a:t>
            </a:r>
            <a:endParaRPr lang="en-CA"/>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p:txBody>
          <a:bodyPr/>
          <a:lstStyle>
            <a:lvl1pPr>
              <a:defRPr>
                <a:solidFill>
                  <a:schemeClr val="accent6">
                    <a:lumMod val="50000"/>
                  </a:schemeClr>
                </a:solidFill>
              </a:defRPr>
            </a:lvl1pPr>
          </a:lstStyle>
          <a:p>
            <a:endParaRPr lang="en-US"/>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8" y="1820860"/>
            <a:ext cx="11160126"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8" y="1387475"/>
            <a:ext cx="11160125" cy="233910"/>
          </a:xfrm>
        </p:spPr>
        <p:txBody>
          <a:bodyPr>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158891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p:cSld name="50/50 Title+Content_Grey">
    <p:bg>
      <p:bgPr>
        <a:solidFill>
          <a:srgbClr val="EFF1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bg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accent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a:defRPr>
                <a:solidFill>
                  <a:schemeClr val="accent6">
                    <a:lumMod val="50000"/>
                  </a:schemeClr>
                </a:solidFill>
              </a:defRPr>
            </a:lvl1pPr>
          </a:lstStyle>
          <a:p>
            <a:endParaRPr lang="en-US"/>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l" defTabSz="914400" rtl="0" eaLnBrk="1" latinLnBrk="0" hangingPunct="1">
                <a:lnSpc>
                  <a:spcPct val="125000"/>
                </a:lnSpc>
              </a:pPr>
              <a:t>‹#›</a:t>
            </a:fld>
            <a:endParaRPr lang="en-US" sz="800" kern="1200">
              <a:solidFill>
                <a:schemeClr val="bg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bg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p>
        </p:txBody>
      </p:sp>
      <p:sp>
        <p:nvSpPr>
          <p:cNvPr id="13" name="Text Placeholder 6">
            <a:extLst>
              <a:ext uri="{FF2B5EF4-FFF2-40B4-BE49-F238E27FC236}">
                <a16:creationId xmlns:a16="http://schemas.microsoft.com/office/drawing/2014/main" id="{76E4617A-E4E0-90D8-EBDE-4EE5196FA4F2}"/>
              </a:ext>
            </a:extLst>
          </p:cNvPr>
          <p:cNvSpPr txBox="1">
            <a:spLocks/>
          </p:cNvSpPr>
          <p:nvPr/>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bg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bg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31835753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p:cSld name="2/1 Title+Content_Grey">
    <p:bg>
      <p:bgPr>
        <a:solidFill>
          <a:srgbClr val="EFF1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bg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accent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a:defRPr>
                <a:solidFill>
                  <a:schemeClr val="accent6">
                    <a:lumMod val="50000"/>
                  </a:schemeClr>
                </a:solidFill>
              </a:defRPr>
            </a:lvl1pPr>
          </a:lstStyle>
          <a:p>
            <a:endParaRPr lang="en-US"/>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l" defTabSz="914400" rtl="0" eaLnBrk="1" latinLnBrk="0" hangingPunct="1">
                <a:lnSpc>
                  <a:spcPct val="125000"/>
                </a:lnSpc>
              </a:pPr>
              <a:t>‹#›</a:t>
            </a:fld>
            <a:endParaRPr lang="en-US" sz="800" kern="1200">
              <a:solidFill>
                <a:schemeClr val="bg1"/>
              </a:solidFill>
              <a:latin typeface="+mn-lt"/>
              <a:ea typeface="+mn-ea"/>
              <a:cs typeface="+mn-cs"/>
            </a:endParaRPr>
          </a:p>
        </p:txBody>
      </p:sp>
      <p:sp>
        <p:nvSpPr>
          <p:cNvPr id="7" name="TextBox 6">
            <a:extLst>
              <a:ext uri="{FF2B5EF4-FFF2-40B4-BE49-F238E27FC236}">
                <a16:creationId xmlns:a16="http://schemas.microsoft.com/office/drawing/2014/main" id="{B8D9ACE2-2765-F3B0-D6F0-6EEB06E3BF04}"/>
              </a:ext>
            </a:extLst>
          </p:cNvPr>
          <p:cNvSpPr txBox="1"/>
          <p:nvPr/>
        </p:nvSpPr>
        <p:spPr>
          <a:xfrm>
            <a:off x="8640762" y="6279571"/>
            <a:ext cx="2897862"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bg1"/>
                </a:solidFill>
                <a:latin typeface="+mn-lt"/>
                <a:ea typeface="+mn-ea"/>
                <a:cs typeface="+mn-cs"/>
              </a:rPr>
              <a:t>Confidential – Qualcomm Technologies, Inc. and/or its affiliated companies – May Contain Trade Secrets</a:t>
            </a:r>
          </a:p>
        </p:txBody>
      </p:sp>
      <p:sp>
        <p:nvSpPr>
          <p:cNvPr id="12" name="Content Placeholder 5">
            <a:extLst>
              <a:ext uri="{FF2B5EF4-FFF2-40B4-BE49-F238E27FC236}">
                <a16:creationId xmlns:a16="http://schemas.microsoft.com/office/drawing/2014/main" id="{6ED21770-A267-5772-4EFF-0944DDD34920}"/>
              </a:ext>
            </a:extLst>
          </p:cNvPr>
          <p:cNvSpPr txBox="1">
            <a:spLocks/>
          </p:cNvSpPr>
          <p:nvPr/>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p>
        </p:txBody>
      </p:sp>
      <p:sp>
        <p:nvSpPr>
          <p:cNvPr id="13" name="Text Placeholder 6">
            <a:extLst>
              <a:ext uri="{FF2B5EF4-FFF2-40B4-BE49-F238E27FC236}">
                <a16:creationId xmlns:a16="http://schemas.microsoft.com/office/drawing/2014/main" id="{76E4617A-E4E0-90D8-EBDE-4EE5196FA4F2}"/>
              </a:ext>
            </a:extLst>
          </p:cNvPr>
          <p:cNvSpPr txBox="1">
            <a:spLocks/>
          </p:cNvSpPr>
          <p:nvPr/>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bg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bg1"/>
                </a:solidFill>
                <a:latin typeface="+mn-lt"/>
                <a:ea typeface="+mn-ea"/>
                <a:cs typeface="+mn-cs"/>
              </a:defRPr>
            </a:lvl1pPr>
          </a:lstStyle>
          <a:p>
            <a:pPr lvl="0"/>
            <a:r>
              <a:rPr lang="en-US" err="1"/>
              <a:t>Subheader</a:t>
            </a:r>
            <a:endParaRPr lang="en-US"/>
          </a:p>
        </p:txBody>
      </p:sp>
    </p:spTree>
    <p:extLst>
      <p:ext uri="{BB962C8B-B14F-4D97-AF65-F5344CB8AC3E}">
        <p14:creationId xmlns:p14="http://schemas.microsoft.com/office/powerpoint/2010/main" val="3007697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p:cSld name="Blank_Grey">
    <p:bg>
      <p:bgPr>
        <a:solidFill>
          <a:srgbClr val="EFF1F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8A5DA2-E1FA-00EF-0AFD-DE21046BAF6B}"/>
              </a:ext>
            </a:extLst>
          </p:cNvPr>
          <p:cNvSpPr>
            <a:spLocks noGrp="1"/>
          </p:cNvSpPr>
          <p:nvPr>
            <p:ph type="ftr" sz="quarter" idx="10"/>
          </p:nvPr>
        </p:nvSpPr>
        <p:spPr/>
        <p:txBody>
          <a:bodyPr/>
          <a:lstStyle>
            <a:lvl1pPr>
              <a:defRPr>
                <a:solidFill>
                  <a:schemeClr val="accent6">
                    <a:lumMod val="50000"/>
                  </a:schemeClr>
                </a:solidFill>
              </a:defRPr>
            </a:lvl1pPr>
          </a:lstStyle>
          <a:p>
            <a:endParaRPr lang="en-US"/>
          </a:p>
        </p:txBody>
      </p:sp>
      <p:sp>
        <p:nvSpPr>
          <p:cNvPr id="3" name="TextBox 2">
            <a:extLst>
              <a:ext uri="{FF2B5EF4-FFF2-40B4-BE49-F238E27FC236}">
                <a16:creationId xmlns:a16="http://schemas.microsoft.com/office/drawing/2014/main" id="{7B756E7D-68E6-A6E1-2CB2-40D99C8F1CAA}"/>
              </a:ext>
            </a:extLst>
          </p:cNvPr>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 name="TextBox 3">
            <a:extLst>
              <a:ext uri="{FF2B5EF4-FFF2-40B4-BE49-F238E27FC236}">
                <a16:creationId xmlns:a16="http://schemas.microsoft.com/office/drawing/2014/main" id="{12D9A902-6CA1-0255-3256-D2D0596CA794}"/>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800" kern="1200" baseline="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8748978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9276925"/>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4AAD347D-5ACD-4C99-B74B-A9C85AD731AF}" type="datetimeFigureOut">
              <a:rPr lang="en-US" smtClean="0"/>
              <a:t>8/14/2026</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3047286375"/>
      </p:ext>
    </p:extLst>
  </p:cSld>
  <p:clrMapOvr>
    <a:overrideClrMapping bg1="lt1" tx1="dk1" bg2="lt2" tx2="dk2" accent1="accent1" accent2="accent2" accent3="accent3" accent4="accent4" accent5="accent5" accent6="accent6" hlink="hlink" folHlink="folHlink"/>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8/14/2026</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1023086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9796027F-7875-4030-9381-8BD8C4F21935}" type="datetimeFigureOut">
              <a:rPr lang="en-US" smtClean="0"/>
              <a:t>8/14/2026</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5629225"/>
      </p:ext>
    </p:extLst>
  </p:cSld>
  <p:clrMapOvr>
    <a:overrideClrMapping bg1="lt1" tx1="dk1" bg2="lt2" tx2="dk2" accent1="accent1" accent2="accent2" accent3="accent3" accent4="accent4" accent5="accent5" accent6="accent6" hlink="hlink" folHlink="folHlink"/>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8/14/2026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3442570"/>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8/14/2026</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36336789"/>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8/14/2026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50186354"/>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56893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4509A250-FF31-4206-8172-F9D3106AACB1}" type="datetimeFigureOut">
              <a:rPr lang="en-US" smtClean="0"/>
              <a:t>8/14/2026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D57F1E4F-1CFF-5643-939E-02111984F565}" type="slidenum">
              <a:rPr lang="en-US" smtClean="0"/>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06888689"/>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4509A250-FF31-4206-8172-F9D3106AACB1}" type="datetimeFigureOut">
              <a:rPr lang="en-US" smtClean="0"/>
              <a:t>8/14/2026</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D57F1E4F-1CFF-5643-939E-02111984F565}" type="slidenum">
              <a:rPr lang="en-US" smtClean="0"/>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55526021"/>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8/14/2026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66641471"/>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8/14/2026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20786227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slideLayout" Target="../slideLayouts/slideLayout85.xml"/><Relationship Id="rId39" Type="http://schemas.openxmlformats.org/officeDocument/2006/relationships/slideLayout" Target="../slideLayouts/slideLayout98.xml"/><Relationship Id="rId21" Type="http://schemas.openxmlformats.org/officeDocument/2006/relationships/slideLayout" Target="../slideLayouts/slideLayout80.xml"/><Relationship Id="rId34" Type="http://schemas.openxmlformats.org/officeDocument/2006/relationships/slideLayout" Target="../slideLayouts/slideLayout93.xml"/><Relationship Id="rId42" Type="http://schemas.openxmlformats.org/officeDocument/2006/relationships/slideLayout" Target="../slideLayouts/slideLayout101.xml"/><Relationship Id="rId47" Type="http://schemas.openxmlformats.org/officeDocument/2006/relationships/slideLayout" Target="../slideLayouts/slideLayout106.xml"/><Relationship Id="rId50" Type="http://schemas.openxmlformats.org/officeDocument/2006/relationships/slideLayout" Target="../slideLayouts/slideLayout109.xml"/><Relationship Id="rId55" Type="http://schemas.openxmlformats.org/officeDocument/2006/relationships/slideLayout" Target="../slideLayouts/slideLayout114.xml"/><Relationship Id="rId7" Type="http://schemas.openxmlformats.org/officeDocument/2006/relationships/slideLayout" Target="../slideLayouts/slideLayout6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9" Type="http://schemas.openxmlformats.org/officeDocument/2006/relationships/slideLayout" Target="../slideLayouts/slideLayout88.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32" Type="http://schemas.openxmlformats.org/officeDocument/2006/relationships/slideLayout" Target="../slideLayouts/slideLayout91.xml"/><Relationship Id="rId37" Type="http://schemas.openxmlformats.org/officeDocument/2006/relationships/slideLayout" Target="../slideLayouts/slideLayout96.xml"/><Relationship Id="rId40" Type="http://schemas.openxmlformats.org/officeDocument/2006/relationships/slideLayout" Target="../slideLayouts/slideLayout99.xml"/><Relationship Id="rId45" Type="http://schemas.openxmlformats.org/officeDocument/2006/relationships/slideLayout" Target="../slideLayouts/slideLayout104.xml"/><Relationship Id="rId53" Type="http://schemas.openxmlformats.org/officeDocument/2006/relationships/slideLayout" Target="../slideLayouts/slideLayout112.xml"/><Relationship Id="rId58" Type="http://schemas.openxmlformats.org/officeDocument/2006/relationships/slideLayout" Target="../slideLayouts/slideLayout117.xml"/><Relationship Id="rId5" Type="http://schemas.openxmlformats.org/officeDocument/2006/relationships/slideLayout" Target="../slideLayouts/slideLayout64.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slideLayout" Target="../slideLayouts/slideLayout86.xml"/><Relationship Id="rId30" Type="http://schemas.openxmlformats.org/officeDocument/2006/relationships/slideLayout" Target="../slideLayouts/slideLayout89.xml"/><Relationship Id="rId35" Type="http://schemas.openxmlformats.org/officeDocument/2006/relationships/slideLayout" Target="../slideLayouts/slideLayout94.xml"/><Relationship Id="rId43" Type="http://schemas.openxmlformats.org/officeDocument/2006/relationships/slideLayout" Target="../slideLayouts/slideLayout102.xml"/><Relationship Id="rId48" Type="http://schemas.openxmlformats.org/officeDocument/2006/relationships/slideLayout" Target="../slideLayouts/slideLayout107.xml"/><Relationship Id="rId56" Type="http://schemas.openxmlformats.org/officeDocument/2006/relationships/slideLayout" Target="../slideLayouts/slideLayout115.xml"/><Relationship Id="rId8" Type="http://schemas.openxmlformats.org/officeDocument/2006/relationships/slideLayout" Target="../slideLayouts/slideLayout67.xml"/><Relationship Id="rId51" Type="http://schemas.openxmlformats.org/officeDocument/2006/relationships/slideLayout" Target="../slideLayouts/slideLayout110.xml"/><Relationship Id="rId3" Type="http://schemas.openxmlformats.org/officeDocument/2006/relationships/slideLayout" Target="../slideLayouts/slideLayout62.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33" Type="http://schemas.openxmlformats.org/officeDocument/2006/relationships/slideLayout" Target="../slideLayouts/slideLayout92.xml"/><Relationship Id="rId38" Type="http://schemas.openxmlformats.org/officeDocument/2006/relationships/slideLayout" Target="../slideLayouts/slideLayout97.xml"/><Relationship Id="rId46" Type="http://schemas.openxmlformats.org/officeDocument/2006/relationships/slideLayout" Target="../slideLayouts/slideLayout105.xml"/><Relationship Id="rId59" Type="http://schemas.openxmlformats.org/officeDocument/2006/relationships/slideLayout" Target="../slideLayouts/slideLayout118.xml"/><Relationship Id="rId20" Type="http://schemas.openxmlformats.org/officeDocument/2006/relationships/slideLayout" Target="../slideLayouts/slideLayout79.xml"/><Relationship Id="rId41" Type="http://schemas.openxmlformats.org/officeDocument/2006/relationships/slideLayout" Target="../slideLayouts/slideLayout100.xml"/><Relationship Id="rId54" Type="http://schemas.openxmlformats.org/officeDocument/2006/relationships/slideLayout" Target="../slideLayouts/slideLayout113.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slideLayout" Target="../slideLayouts/slideLayout87.xml"/><Relationship Id="rId36" Type="http://schemas.openxmlformats.org/officeDocument/2006/relationships/slideLayout" Target="../slideLayouts/slideLayout95.xml"/><Relationship Id="rId49" Type="http://schemas.openxmlformats.org/officeDocument/2006/relationships/slideLayout" Target="../slideLayouts/slideLayout108.xml"/><Relationship Id="rId57" Type="http://schemas.openxmlformats.org/officeDocument/2006/relationships/slideLayout" Target="../slideLayouts/slideLayout116.xml"/><Relationship Id="rId10" Type="http://schemas.openxmlformats.org/officeDocument/2006/relationships/slideLayout" Target="../slideLayouts/slideLayout69.xml"/><Relationship Id="rId31" Type="http://schemas.openxmlformats.org/officeDocument/2006/relationships/slideLayout" Target="../slideLayouts/slideLayout90.xml"/><Relationship Id="rId44" Type="http://schemas.openxmlformats.org/officeDocument/2006/relationships/slideLayout" Target="../slideLayouts/slideLayout103.xml"/><Relationship Id="rId52" Type="http://schemas.openxmlformats.org/officeDocument/2006/relationships/slideLayout" Target="../slideLayouts/slideLayout111.xml"/><Relationship Id="rId6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26" Type="http://schemas.openxmlformats.org/officeDocument/2006/relationships/slideLayout" Target="../slideLayouts/slideLayout144.xml"/><Relationship Id="rId39" Type="http://schemas.openxmlformats.org/officeDocument/2006/relationships/slideLayout" Target="../slideLayouts/slideLayout157.xml"/><Relationship Id="rId21" Type="http://schemas.openxmlformats.org/officeDocument/2006/relationships/slideLayout" Target="../slideLayouts/slideLayout139.xml"/><Relationship Id="rId34" Type="http://schemas.openxmlformats.org/officeDocument/2006/relationships/slideLayout" Target="../slideLayouts/slideLayout152.xml"/><Relationship Id="rId42" Type="http://schemas.openxmlformats.org/officeDocument/2006/relationships/slideLayout" Target="../slideLayouts/slideLayout160.xml"/><Relationship Id="rId47" Type="http://schemas.openxmlformats.org/officeDocument/2006/relationships/slideLayout" Target="../slideLayouts/slideLayout165.xml"/><Relationship Id="rId50" Type="http://schemas.openxmlformats.org/officeDocument/2006/relationships/slideLayout" Target="../slideLayouts/slideLayout168.xml"/><Relationship Id="rId55" Type="http://schemas.openxmlformats.org/officeDocument/2006/relationships/slideLayout" Target="../slideLayouts/slideLayout173.xml"/><Relationship Id="rId7" Type="http://schemas.openxmlformats.org/officeDocument/2006/relationships/slideLayout" Target="../slideLayouts/slideLayout125.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9" Type="http://schemas.openxmlformats.org/officeDocument/2006/relationships/slideLayout" Target="../slideLayouts/slideLayout147.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32" Type="http://schemas.openxmlformats.org/officeDocument/2006/relationships/slideLayout" Target="../slideLayouts/slideLayout150.xml"/><Relationship Id="rId37" Type="http://schemas.openxmlformats.org/officeDocument/2006/relationships/slideLayout" Target="../slideLayouts/slideLayout155.xml"/><Relationship Id="rId40" Type="http://schemas.openxmlformats.org/officeDocument/2006/relationships/slideLayout" Target="../slideLayouts/slideLayout158.xml"/><Relationship Id="rId45" Type="http://schemas.openxmlformats.org/officeDocument/2006/relationships/slideLayout" Target="../slideLayouts/slideLayout163.xml"/><Relationship Id="rId53" Type="http://schemas.openxmlformats.org/officeDocument/2006/relationships/slideLayout" Target="../slideLayouts/slideLayout171.xml"/><Relationship Id="rId58" Type="http://schemas.openxmlformats.org/officeDocument/2006/relationships/slideLayout" Target="../slideLayouts/slideLayout176.xml"/><Relationship Id="rId5" Type="http://schemas.openxmlformats.org/officeDocument/2006/relationships/slideLayout" Target="../slideLayouts/slideLayout123.xml"/><Relationship Id="rId19" Type="http://schemas.openxmlformats.org/officeDocument/2006/relationships/slideLayout" Target="../slideLayouts/slideLayout137.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30" Type="http://schemas.openxmlformats.org/officeDocument/2006/relationships/slideLayout" Target="../slideLayouts/slideLayout148.xml"/><Relationship Id="rId35" Type="http://schemas.openxmlformats.org/officeDocument/2006/relationships/slideLayout" Target="../slideLayouts/slideLayout153.xml"/><Relationship Id="rId43" Type="http://schemas.openxmlformats.org/officeDocument/2006/relationships/slideLayout" Target="../slideLayouts/slideLayout161.xml"/><Relationship Id="rId48" Type="http://schemas.openxmlformats.org/officeDocument/2006/relationships/slideLayout" Target="../slideLayouts/slideLayout166.xml"/><Relationship Id="rId56" Type="http://schemas.openxmlformats.org/officeDocument/2006/relationships/slideLayout" Target="../slideLayouts/slideLayout174.xml"/><Relationship Id="rId8" Type="http://schemas.openxmlformats.org/officeDocument/2006/relationships/slideLayout" Target="../slideLayouts/slideLayout126.xml"/><Relationship Id="rId51" Type="http://schemas.openxmlformats.org/officeDocument/2006/relationships/slideLayout" Target="../slideLayouts/slideLayout169.xml"/><Relationship Id="rId3" Type="http://schemas.openxmlformats.org/officeDocument/2006/relationships/slideLayout" Target="../slideLayouts/slideLayout121.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33" Type="http://schemas.openxmlformats.org/officeDocument/2006/relationships/slideLayout" Target="../slideLayouts/slideLayout151.xml"/><Relationship Id="rId38" Type="http://schemas.openxmlformats.org/officeDocument/2006/relationships/slideLayout" Target="../slideLayouts/slideLayout156.xml"/><Relationship Id="rId46" Type="http://schemas.openxmlformats.org/officeDocument/2006/relationships/slideLayout" Target="../slideLayouts/slideLayout164.xml"/><Relationship Id="rId59" Type="http://schemas.openxmlformats.org/officeDocument/2006/relationships/slideLayout" Target="../slideLayouts/slideLayout177.xml"/><Relationship Id="rId20" Type="http://schemas.openxmlformats.org/officeDocument/2006/relationships/slideLayout" Target="../slideLayouts/slideLayout138.xml"/><Relationship Id="rId41" Type="http://schemas.openxmlformats.org/officeDocument/2006/relationships/slideLayout" Target="../slideLayouts/slideLayout159.xml"/><Relationship Id="rId54" Type="http://schemas.openxmlformats.org/officeDocument/2006/relationships/slideLayout" Target="../slideLayouts/slideLayout172.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slideLayout" Target="../slideLayouts/slideLayout146.xml"/><Relationship Id="rId36" Type="http://schemas.openxmlformats.org/officeDocument/2006/relationships/slideLayout" Target="../slideLayouts/slideLayout154.xml"/><Relationship Id="rId49" Type="http://schemas.openxmlformats.org/officeDocument/2006/relationships/slideLayout" Target="../slideLayouts/slideLayout167.xml"/><Relationship Id="rId57" Type="http://schemas.openxmlformats.org/officeDocument/2006/relationships/slideLayout" Target="../slideLayouts/slideLayout175.xml"/><Relationship Id="rId10" Type="http://schemas.openxmlformats.org/officeDocument/2006/relationships/slideLayout" Target="../slideLayouts/slideLayout128.xml"/><Relationship Id="rId31" Type="http://schemas.openxmlformats.org/officeDocument/2006/relationships/slideLayout" Target="../slideLayouts/slideLayout149.xml"/><Relationship Id="rId44" Type="http://schemas.openxmlformats.org/officeDocument/2006/relationships/slideLayout" Target="../slideLayouts/slideLayout162.xml"/><Relationship Id="rId52" Type="http://schemas.openxmlformats.org/officeDocument/2006/relationships/slideLayout" Target="../slideLayouts/slideLayout170.xml"/><Relationship Id="rId60"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90.xml"/><Relationship Id="rId18" Type="http://schemas.openxmlformats.org/officeDocument/2006/relationships/slideLayout" Target="../slideLayouts/slideLayout195.xml"/><Relationship Id="rId26" Type="http://schemas.openxmlformats.org/officeDocument/2006/relationships/slideLayout" Target="../slideLayouts/slideLayout203.xml"/><Relationship Id="rId39" Type="http://schemas.openxmlformats.org/officeDocument/2006/relationships/slideLayout" Target="../slideLayouts/slideLayout216.xml"/><Relationship Id="rId21" Type="http://schemas.openxmlformats.org/officeDocument/2006/relationships/slideLayout" Target="../slideLayouts/slideLayout198.xml"/><Relationship Id="rId34" Type="http://schemas.openxmlformats.org/officeDocument/2006/relationships/slideLayout" Target="../slideLayouts/slideLayout211.xml"/><Relationship Id="rId42" Type="http://schemas.openxmlformats.org/officeDocument/2006/relationships/slideLayout" Target="../slideLayouts/slideLayout219.xml"/><Relationship Id="rId47" Type="http://schemas.openxmlformats.org/officeDocument/2006/relationships/slideLayout" Target="../slideLayouts/slideLayout224.xml"/><Relationship Id="rId50" Type="http://schemas.openxmlformats.org/officeDocument/2006/relationships/slideLayout" Target="../slideLayouts/slideLayout227.xml"/><Relationship Id="rId55" Type="http://schemas.openxmlformats.org/officeDocument/2006/relationships/slideLayout" Target="../slideLayouts/slideLayout232.xml"/><Relationship Id="rId7" Type="http://schemas.openxmlformats.org/officeDocument/2006/relationships/slideLayout" Target="../slideLayouts/slideLayout184.xml"/><Relationship Id="rId2" Type="http://schemas.openxmlformats.org/officeDocument/2006/relationships/slideLayout" Target="../slideLayouts/slideLayout179.xml"/><Relationship Id="rId16" Type="http://schemas.openxmlformats.org/officeDocument/2006/relationships/slideLayout" Target="../slideLayouts/slideLayout193.xml"/><Relationship Id="rId29" Type="http://schemas.openxmlformats.org/officeDocument/2006/relationships/slideLayout" Target="../slideLayouts/slideLayout206.xml"/><Relationship Id="rId11" Type="http://schemas.openxmlformats.org/officeDocument/2006/relationships/slideLayout" Target="../slideLayouts/slideLayout188.xml"/><Relationship Id="rId24" Type="http://schemas.openxmlformats.org/officeDocument/2006/relationships/slideLayout" Target="../slideLayouts/slideLayout201.xml"/><Relationship Id="rId32" Type="http://schemas.openxmlformats.org/officeDocument/2006/relationships/slideLayout" Target="../slideLayouts/slideLayout209.xml"/><Relationship Id="rId37" Type="http://schemas.openxmlformats.org/officeDocument/2006/relationships/slideLayout" Target="../slideLayouts/slideLayout214.xml"/><Relationship Id="rId40" Type="http://schemas.openxmlformats.org/officeDocument/2006/relationships/slideLayout" Target="../slideLayouts/slideLayout217.xml"/><Relationship Id="rId45" Type="http://schemas.openxmlformats.org/officeDocument/2006/relationships/slideLayout" Target="../slideLayouts/slideLayout222.xml"/><Relationship Id="rId53" Type="http://schemas.openxmlformats.org/officeDocument/2006/relationships/slideLayout" Target="../slideLayouts/slideLayout230.xml"/><Relationship Id="rId5" Type="http://schemas.openxmlformats.org/officeDocument/2006/relationships/slideLayout" Target="../slideLayouts/slideLayout182.xml"/><Relationship Id="rId19" Type="http://schemas.openxmlformats.org/officeDocument/2006/relationships/slideLayout" Target="../slideLayouts/slideLayout196.xml"/><Relationship Id="rId4" Type="http://schemas.openxmlformats.org/officeDocument/2006/relationships/slideLayout" Target="../slideLayouts/slideLayout181.xml"/><Relationship Id="rId9" Type="http://schemas.openxmlformats.org/officeDocument/2006/relationships/slideLayout" Target="../slideLayouts/slideLayout186.xml"/><Relationship Id="rId14" Type="http://schemas.openxmlformats.org/officeDocument/2006/relationships/slideLayout" Target="../slideLayouts/slideLayout191.xml"/><Relationship Id="rId22" Type="http://schemas.openxmlformats.org/officeDocument/2006/relationships/slideLayout" Target="../slideLayouts/slideLayout199.xml"/><Relationship Id="rId27" Type="http://schemas.openxmlformats.org/officeDocument/2006/relationships/slideLayout" Target="../slideLayouts/slideLayout204.xml"/><Relationship Id="rId30" Type="http://schemas.openxmlformats.org/officeDocument/2006/relationships/slideLayout" Target="../slideLayouts/slideLayout207.xml"/><Relationship Id="rId35" Type="http://schemas.openxmlformats.org/officeDocument/2006/relationships/slideLayout" Target="../slideLayouts/slideLayout212.xml"/><Relationship Id="rId43" Type="http://schemas.openxmlformats.org/officeDocument/2006/relationships/slideLayout" Target="../slideLayouts/slideLayout220.xml"/><Relationship Id="rId48" Type="http://schemas.openxmlformats.org/officeDocument/2006/relationships/slideLayout" Target="../slideLayouts/slideLayout225.xml"/><Relationship Id="rId56" Type="http://schemas.openxmlformats.org/officeDocument/2006/relationships/slideLayout" Target="../slideLayouts/slideLayout233.xml"/><Relationship Id="rId8" Type="http://schemas.openxmlformats.org/officeDocument/2006/relationships/slideLayout" Target="../slideLayouts/slideLayout185.xml"/><Relationship Id="rId51" Type="http://schemas.openxmlformats.org/officeDocument/2006/relationships/slideLayout" Target="../slideLayouts/slideLayout228.xml"/><Relationship Id="rId3" Type="http://schemas.openxmlformats.org/officeDocument/2006/relationships/slideLayout" Target="../slideLayouts/slideLayout180.xml"/><Relationship Id="rId12" Type="http://schemas.openxmlformats.org/officeDocument/2006/relationships/slideLayout" Target="../slideLayouts/slideLayout189.xml"/><Relationship Id="rId17" Type="http://schemas.openxmlformats.org/officeDocument/2006/relationships/slideLayout" Target="../slideLayouts/slideLayout194.xml"/><Relationship Id="rId25" Type="http://schemas.openxmlformats.org/officeDocument/2006/relationships/slideLayout" Target="../slideLayouts/slideLayout202.xml"/><Relationship Id="rId33" Type="http://schemas.openxmlformats.org/officeDocument/2006/relationships/slideLayout" Target="../slideLayouts/slideLayout210.xml"/><Relationship Id="rId38" Type="http://schemas.openxmlformats.org/officeDocument/2006/relationships/slideLayout" Target="../slideLayouts/slideLayout215.xml"/><Relationship Id="rId46" Type="http://schemas.openxmlformats.org/officeDocument/2006/relationships/slideLayout" Target="../slideLayouts/slideLayout223.xml"/><Relationship Id="rId20" Type="http://schemas.openxmlformats.org/officeDocument/2006/relationships/slideLayout" Target="../slideLayouts/slideLayout197.xml"/><Relationship Id="rId41" Type="http://schemas.openxmlformats.org/officeDocument/2006/relationships/slideLayout" Target="../slideLayouts/slideLayout218.xml"/><Relationship Id="rId54" Type="http://schemas.openxmlformats.org/officeDocument/2006/relationships/slideLayout" Target="../slideLayouts/slideLayout231.xml"/><Relationship Id="rId1" Type="http://schemas.openxmlformats.org/officeDocument/2006/relationships/slideLayout" Target="../slideLayouts/slideLayout178.xml"/><Relationship Id="rId6" Type="http://schemas.openxmlformats.org/officeDocument/2006/relationships/slideLayout" Target="../slideLayouts/slideLayout183.xml"/><Relationship Id="rId15" Type="http://schemas.openxmlformats.org/officeDocument/2006/relationships/slideLayout" Target="../slideLayouts/slideLayout192.xml"/><Relationship Id="rId23" Type="http://schemas.openxmlformats.org/officeDocument/2006/relationships/slideLayout" Target="../slideLayouts/slideLayout200.xml"/><Relationship Id="rId28" Type="http://schemas.openxmlformats.org/officeDocument/2006/relationships/slideLayout" Target="../slideLayouts/slideLayout205.xml"/><Relationship Id="rId36" Type="http://schemas.openxmlformats.org/officeDocument/2006/relationships/slideLayout" Target="../slideLayouts/slideLayout213.xml"/><Relationship Id="rId49" Type="http://schemas.openxmlformats.org/officeDocument/2006/relationships/slideLayout" Target="../slideLayouts/slideLayout226.xml"/><Relationship Id="rId57" Type="http://schemas.openxmlformats.org/officeDocument/2006/relationships/theme" Target="../theme/theme4.xml"/><Relationship Id="rId10" Type="http://schemas.openxmlformats.org/officeDocument/2006/relationships/slideLayout" Target="../slideLayouts/slideLayout187.xml"/><Relationship Id="rId31" Type="http://schemas.openxmlformats.org/officeDocument/2006/relationships/slideLayout" Target="../slideLayouts/slideLayout208.xml"/><Relationship Id="rId44" Type="http://schemas.openxmlformats.org/officeDocument/2006/relationships/slideLayout" Target="../slideLayouts/slideLayout221.xml"/><Relationship Id="rId52" Type="http://schemas.openxmlformats.org/officeDocument/2006/relationships/slideLayout" Target="../slideLayouts/slideLayout22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41.xml"/><Relationship Id="rId3" Type="http://schemas.openxmlformats.org/officeDocument/2006/relationships/slideLayout" Target="../slideLayouts/slideLayout236.xml"/><Relationship Id="rId7" Type="http://schemas.openxmlformats.org/officeDocument/2006/relationships/slideLayout" Target="../slideLayouts/slideLayout240.xml"/><Relationship Id="rId12" Type="http://schemas.openxmlformats.org/officeDocument/2006/relationships/theme" Target="../theme/theme5.xml"/><Relationship Id="rId2" Type="http://schemas.openxmlformats.org/officeDocument/2006/relationships/slideLayout" Target="../slideLayouts/slideLayout235.xml"/><Relationship Id="rId1" Type="http://schemas.openxmlformats.org/officeDocument/2006/relationships/slideLayout" Target="../slideLayouts/slideLayout234.xml"/><Relationship Id="rId6" Type="http://schemas.openxmlformats.org/officeDocument/2006/relationships/slideLayout" Target="../slideLayouts/slideLayout239.xml"/><Relationship Id="rId11" Type="http://schemas.openxmlformats.org/officeDocument/2006/relationships/slideLayout" Target="../slideLayouts/slideLayout244.xml"/><Relationship Id="rId5" Type="http://schemas.openxmlformats.org/officeDocument/2006/relationships/slideLayout" Target="../slideLayouts/slideLayout238.xml"/><Relationship Id="rId10" Type="http://schemas.openxmlformats.org/officeDocument/2006/relationships/slideLayout" Target="../slideLayouts/slideLayout243.xml"/><Relationship Id="rId4" Type="http://schemas.openxmlformats.org/officeDocument/2006/relationships/slideLayout" Target="../slideLayouts/slideLayout237.xml"/><Relationship Id="rId9" Type="http://schemas.openxmlformats.org/officeDocument/2006/relationships/slideLayout" Target="../slideLayouts/slideLayout2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5938" y="441325"/>
            <a:ext cx="11160127" cy="539750"/>
          </a:xfrm>
          <a:prstGeom prst="rect">
            <a:avLst/>
          </a:prstGeom>
        </p:spPr>
        <p:txBody>
          <a:bodyPr vert="horz" wrap="square" lIns="0" tIns="0" rIns="0" bIns="0" rtlCol="0" anchor="t">
            <a:noAutofit/>
          </a:bodyPr>
          <a:lstStyle/>
          <a:p>
            <a:r>
              <a:rPr lang="en-US" dirty="0"/>
              <a:t>Click to edit Parent title style</a:t>
            </a:r>
          </a:p>
        </p:txBody>
      </p:sp>
      <p:sp>
        <p:nvSpPr>
          <p:cNvPr id="5" name="Footer Placeholder 2">
            <a:extLst>
              <a:ext uri="{FF2B5EF4-FFF2-40B4-BE49-F238E27FC236}">
                <a16:creationId xmlns:a16="http://schemas.microsoft.com/office/drawing/2014/main" id="{E149C81B-6BB7-4307-8233-8B2113C697AE}"/>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sp>
        <p:nvSpPr>
          <p:cNvPr id="98" name="TextBox 97"/>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dirty="0">
              <a:solidFill>
                <a:schemeClr val="accent6">
                  <a:lumMod val="90000"/>
                </a:schemeClr>
              </a:solidFill>
              <a:latin typeface="+mn-lt"/>
              <a:ea typeface="+mn-ea"/>
              <a:cs typeface="+mn-cs"/>
            </a:endParaRPr>
          </a:p>
        </p:txBody>
      </p:sp>
      <p:sp>
        <p:nvSpPr>
          <p:cNvPr id="3" name="TextBox 2">
            <a:extLst>
              <a:ext uri="{FF2B5EF4-FFF2-40B4-BE49-F238E27FC236}">
                <a16:creationId xmlns:a16="http://schemas.microsoft.com/office/drawing/2014/main" id="{5D9A06F0-52F5-5018-408C-11D669066032}"/>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90000"/>
                  </a:schemeClr>
                </a:solidFill>
              </a:rPr>
              <a:t>Confidential – Qualcomm Technologies, Inc. and/or its affiliated companies – May Contain Trade Secrets</a:t>
            </a:r>
          </a:p>
        </p:txBody>
      </p:sp>
      <p:sp>
        <p:nvSpPr>
          <p:cNvPr id="6" name="Text Placeholder 3">
            <a:extLst>
              <a:ext uri="{FF2B5EF4-FFF2-40B4-BE49-F238E27FC236}">
                <a16:creationId xmlns:a16="http://schemas.microsoft.com/office/drawing/2014/main" id="{FF9604FA-06B0-7E92-03D0-703936C45442}"/>
              </a:ext>
            </a:extLst>
          </p:cNvPr>
          <p:cNvSpPr>
            <a:spLocks noGrp="1"/>
          </p:cNvSpPr>
          <p:nvPr>
            <p:ph type="body" idx="1"/>
          </p:nvPr>
        </p:nvSpPr>
        <p:spPr>
          <a:xfrm>
            <a:off x="515938" y="1178560"/>
            <a:ext cx="11160127" cy="4987290"/>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Tree>
    <p:extLst>
      <p:ext uri="{BB962C8B-B14F-4D97-AF65-F5344CB8AC3E}">
        <p14:creationId xmlns:p14="http://schemas.microsoft.com/office/powerpoint/2010/main" val="183303482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84000"/>
        </a:lnSpc>
        <a:spcBef>
          <a:spcPct val="0"/>
        </a:spcBef>
        <a:buNone/>
        <a:defRPr sz="2100" kern="2000" spc="-38" baseline="0">
          <a:solidFill>
            <a:schemeClr val="tx2"/>
          </a:solidFill>
          <a:latin typeface="+mj-lt"/>
          <a:ea typeface="+mj-ea"/>
          <a:cs typeface="+mj-cs"/>
        </a:defRPr>
      </a:lvl1pPr>
    </p:titleStyle>
    <p:bodyStyle>
      <a:lvl1pPr marL="128588" indent="-128588" algn="l" defTabSz="685800" rtl="0" eaLnBrk="1" latinLnBrk="0" hangingPunct="1">
        <a:lnSpc>
          <a:spcPct val="95000"/>
        </a:lnSpc>
        <a:spcBef>
          <a:spcPts val="675"/>
        </a:spcBef>
        <a:spcAft>
          <a:spcPts val="225"/>
        </a:spcAft>
        <a:buClrTx/>
        <a:buFont typeface="Arial" panose="020B0604020202020204" pitchFamily="34" charset="0"/>
        <a:buChar char="•"/>
        <a:defRPr sz="1800" kern="1200" baseline="0">
          <a:solidFill>
            <a:schemeClr val="tx2"/>
          </a:solidFill>
          <a:latin typeface="+mn-lt"/>
          <a:ea typeface="+mn-ea"/>
          <a:cs typeface="+mn-cs"/>
        </a:defRPr>
      </a:lvl1pPr>
      <a:lvl2pPr marL="301229" indent="-164306" algn="l" defTabSz="685800" rtl="0" eaLnBrk="1" latinLnBrk="0" hangingPunct="1">
        <a:lnSpc>
          <a:spcPct val="100000"/>
        </a:lnSpc>
        <a:spcBef>
          <a:spcPts val="225"/>
        </a:spcBef>
        <a:spcAft>
          <a:spcPts val="0"/>
        </a:spcAft>
        <a:buClrTx/>
        <a:buFont typeface="Arial" panose="020B0604020202020204" pitchFamily="34" charset="0"/>
        <a:buChar char="•"/>
        <a:tabLst>
          <a:tab pos="1502569" algn="l"/>
        </a:tabLst>
        <a:defRPr sz="1400" kern="1200" baseline="0">
          <a:solidFill>
            <a:schemeClr val="tx2"/>
          </a:solidFill>
          <a:latin typeface="+mn-lt"/>
          <a:ea typeface="+mn-ea"/>
          <a:cs typeface="+mn-cs"/>
        </a:defRPr>
      </a:lvl2pPr>
      <a:lvl3pPr marL="403622" indent="-102394" algn="l" defTabSz="685800" rtl="0" eaLnBrk="1" latinLnBrk="0" hangingPunct="1">
        <a:lnSpc>
          <a:spcPct val="105000"/>
        </a:lnSpc>
        <a:spcBef>
          <a:spcPts val="225"/>
        </a:spcBef>
        <a:spcAft>
          <a:spcPts val="0"/>
        </a:spcAft>
        <a:buClrTx/>
        <a:buFont typeface="Arial" panose="020B0604020202020204" pitchFamily="34" charset="0"/>
        <a:buChar char="•"/>
        <a:tabLst/>
        <a:defRPr lang="en-US" sz="1100" kern="1200" dirty="0" smtClean="0">
          <a:solidFill>
            <a:schemeClr val="tx2"/>
          </a:solidFill>
          <a:latin typeface="+mn-lt"/>
          <a:ea typeface="+mn-ea"/>
          <a:cs typeface="+mn-cs"/>
        </a:defRPr>
      </a:lvl3pPr>
      <a:lvl4pPr marL="500063" indent="-96441" algn="l" defTabSz="685800" rtl="0" eaLnBrk="1" latinLnBrk="0" hangingPunct="1">
        <a:lnSpc>
          <a:spcPct val="105000"/>
        </a:lnSpc>
        <a:spcBef>
          <a:spcPts val="113"/>
        </a:spcBef>
        <a:spcAft>
          <a:spcPts val="0"/>
        </a:spcAft>
        <a:buClrTx/>
        <a:buFont typeface="Arial" panose="020B0604020202020204" pitchFamily="34" charset="0"/>
        <a:buChar char="•"/>
        <a:tabLst/>
        <a:defRPr sz="1000" kern="1200">
          <a:solidFill>
            <a:schemeClr val="tx2"/>
          </a:solidFill>
          <a:latin typeface="+mn-lt"/>
          <a:ea typeface="+mn-ea"/>
          <a:cs typeface="+mn-cs"/>
        </a:defRPr>
      </a:lvl4pPr>
      <a:lvl5pPr marL="628650" indent="-128588" algn="l" defTabSz="685800" rtl="0" eaLnBrk="1" latinLnBrk="0" hangingPunct="1">
        <a:lnSpc>
          <a:spcPct val="95000"/>
        </a:lnSpc>
        <a:spcBef>
          <a:spcPts val="150"/>
        </a:spcBef>
        <a:spcAft>
          <a:spcPts val="0"/>
        </a:spcAft>
        <a:buClrTx/>
        <a:buFont typeface="Arial" panose="020B0604020202020204" pitchFamily="34" charset="0"/>
        <a:buChar char="•"/>
        <a:tabLst/>
        <a:defRPr sz="900" b="0" i="0" kern="1200" spc="0" baseline="0">
          <a:solidFill>
            <a:schemeClr val="tx2"/>
          </a:solidFill>
          <a:latin typeface="+mn-lt"/>
          <a:ea typeface="+mn-ea"/>
          <a:cs typeface="+mn-cs"/>
        </a:defRPr>
      </a:lvl5pPr>
      <a:lvl6pPr marL="629100" indent="-129600" algn="l" defTabSz="685800" rtl="0" eaLnBrk="1" latinLnBrk="0" hangingPunct="1">
        <a:lnSpc>
          <a:spcPct val="95000"/>
        </a:lnSpc>
        <a:spcBef>
          <a:spcPts val="150"/>
        </a:spcBef>
        <a:buFont typeface="Arial" panose="020B0604020202020204" pitchFamily="34" charset="0"/>
        <a:buChar char="•"/>
        <a:defRPr sz="900" kern="1200">
          <a:solidFill>
            <a:schemeClr val="tx1"/>
          </a:solidFill>
          <a:latin typeface="+mn-lt"/>
          <a:ea typeface="+mn-ea"/>
          <a:cs typeface="+mn-cs"/>
        </a:defRPr>
      </a:lvl6pPr>
      <a:lvl7pPr marL="629100" indent="-129600" algn="l" defTabSz="685800" rtl="0" eaLnBrk="1" latinLnBrk="0" hangingPunct="1">
        <a:lnSpc>
          <a:spcPct val="95000"/>
        </a:lnSpc>
        <a:spcBef>
          <a:spcPts val="150"/>
        </a:spcBef>
        <a:buFont typeface="Arial" panose="020B0604020202020204" pitchFamily="34" charset="0"/>
        <a:buChar char="•"/>
        <a:defRPr sz="900" kern="1200" baseline="0">
          <a:solidFill>
            <a:schemeClr val="tx1"/>
          </a:solidFill>
          <a:latin typeface="+mn-lt"/>
          <a:ea typeface="+mn-ea"/>
          <a:cs typeface="+mn-cs"/>
        </a:defRPr>
      </a:lvl7pPr>
      <a:lvl8pPr marL="629100" indent="-129600" algn="l" defTabSz="685800" rtl="0" eaLnBrk="1" latinLnBrk="0" hangingPunct="1">
        <a:lnSpc>
          <a:spcPct val="95000"/>
        </a:lnSpc>
        <a:spcBef>
          <a:spcPts val="150"/>
        </a:spcBef>
        <a:buSzPct val="100000"/>
        <a:buFont typeface="Arial" panose="020B0604020202020204" pitchFamily="34" charset="0"/>
        <a:buChar char="•"/>
        <a:defRPr lang="en-US" sz="900" kern="1200" baseline="0" dirty="0" smtClean="0">
          <a:solidFill>
            <a:schemeClr val="tx1"/>
          </a:solidFill>
          <a:latin typeface="+mn-lt"/>
          <a:ea typeface="+mn-ea"/>
          <a:cs typeface="+mn-cs"/>
        </a:defRPr>
      </a:lvl8pPr>
      <a:lvl9pPr marL="628088" indent="-128588" algn="l" defTabSz="685800" rtl="0" eaLnBrk="1" latinLnBrk="0" hangingPunct="1">
        <a:lnSpc>
          <a:spcPct val="95000"/>
        </a:lnSpc>
        <a:spcBef>
          <a:spcPts val="150"/>
        </a:spcBef>
        <a:buFont typeface="Arial" panose="020B060402020202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4">
          <p15:clr>
            <a:srgbClr val="F26B43"/>
          </p15:clr>
        </p15:guide>
        <p15:guide id="4" orient="horz" pos="278">
          <p15:clr>
            <a:srgbClr val="F26B43"/>
          </p15:clr>
        </p15:guide>
        <p15:guide id="6" pos="5516">
          <p15:clr>
            <a:srgbClr val="F26B43"/>
          </p15:clr>
        </p15:guide>
        <p15:guide id="10" orient="horz" pos="4020">
          <p15:clr>
            <a:srgbClr val="F26B43"/>
          </p15:clr>
        </p15:guide>
        <p15:guide id="11" orient="horz" pos="388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5938" y="441325"/>
            <a:ext cx="11160127" cy="539750"/>
          </a:xfrm>
          <a:prstGeom prst="rect">
            <a:avLst/>
          </a:prstGeom>
        </p:spPr>
        <p:txBody>
          <a:bodyPr vert="horz" wrap="square" lIns="0" tIns="0" rIns="0" bIns="0" rtlCol="0" anchor="t">
            <a:noAutofit/>
          </a:bodyPr>
          <a:lstStyle/>
          <a:p>
            <a:r>
              <a:rPr lang="en-US" dirty="0"/>
              <a:t>Click to edit Parent title style</a:t>
            </a:r>
          </a:p>
        </p:txBody>
      </p:sp>
      <p:sp>
        <p:nvSpPr>
          <p:cNvPr id="5" name="Footer Placeholder 2">
            <a:extLst>
              <a:ext uri="{FF2B5EF4-FFF2-40B4-BE49-F238E27FC236}">
                <a16:creationId xmlns:a16="http://schemas.microsoft.com/office/drawing/2014/main" id="{E149C81B-6BB7-4307-8233-8B2113C697AE}"/>
              </a:ext>
            </a:extLst>
          </p:cNvPr>
          <p:cNvSpPr>
            <a:spLocks noGrp="1"/>
          </p:cNvSpPr>
          <p:nvPr>
            <p:ph type="ftr" sz="quarter" idx="3"/>
          </p:nvPr>
        </p:nvSpPr>
        <p:spPr>
          <a:xfrm>
            <a:off x="515939" y="6396925"/>
            <a:ext cx="11160000"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sp>
        <p:nvSpPr>
          <p:cNvPr id="98" name="TextBox 97"/>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dirty="0">
              <a:solidFill>
                <a:schemeClr val="accent6">
                  <a:lumMod val="90000"/>
                </a:schemeClr>
              </a:solidFill>
              <a:latin typeface="+mn-lt"/>
              <a:ea typeface="+mn-ea"/>
              <a:cs typeface="+mn-cs"/>
            </a:endParaRPr>
          </a:p>
        </p:txBody>
      </p:sp>
      <p:sp>
        <p:nvSpPr>
          <p:cNvPr id="6" name="Text Placeholder 3">
            <a:extLst>
              <a:ext uri="{FF2B5EF4-FFF2-40B4-BE49-F238E27FC236}">
                <a16:creationId xmlns:a16="http://schemas.microsoft.com/office/drawing/2014/main" id="{FF9604FA-06B0-7E92-03D0-703936C45442}"/>
              </a:ext>
            </a:extLst>
          </p:cNvPr>
          <p:cNvSpPr>
            <a:spLocks noGrp="1"/>
          </p:cNvSpPr>
          <p:nvPr>
            <p:ph type="body" idx="1"/>
          </p:nvPr>
        </p:nvSpPr>
        <p:spPr>
          <a:xfrm>
            <a:off x="515938" y="1178560"/>
            <a:ext cx="11160127" cy="4987290"/>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Tree>
    <p:extLst>
      <p:ext uri="{BB962C8B-B14F-4D97-AF65-F5344CB8AC3E}">
        <p14:creationId xmlns:p14="http://schemas.microsoft.com/office/powerpoint/2010/main" val="3831157129"/>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4" r:id="rId34"/>
    <p:sldLayoutId id="2147483755" r:id="rId35"/>
    <p:sldLayoutId id="2147483756" r:id="rId36"/>
    <p:sldLayoutId id="2147483757" r:id="rId37"/>
    <p:sldLayoutId id="2147483758" r:id="rId38"/>
    <p:sldLayoutId id="2147483759" r:id="rId39"/>
    <p:sldLayoutId id="2147483760" r:id="rId40"/>
    <p:sldLayoutId id="2147483761" r:id="rId41"/>
    <p:sldLayoutId id="2147483762" r:id="rId42"/>
    <p:sldLayoutId id="2147483763" r:id="rId43"/>
    <p:sldLayoutId id="2147483764" r:id="rId44"/>
    <p:sldLayoutId id="2147483765" r:id="rId45"/>
    <p:sldLayoutId id="2147483766" r:id="rId46"/>
    <p:sldLayoutId id="2147483767" r:id="rId47"/>
    <p:sldLayoutId id="2147483768" r:id="rId48"/>
    <p:sldLayoutId id="2147483769" r:id="rId49"/>
    <p:sldLayoutId id="2147483770" r:id="rId50"/>
    <p:sldLayoutId id="2147483771" r:id="rId51"/>
    <p:sldLayoutId id="2147483772" r:id="rId52"/>
    <p:sldLayoutId id="2147483773" r:id="rId53"/>
    <p:sldLayoutId id="2147483774" r:id="rId54"/>
    <p:sldLayoutId id="2147483775" r:id="rId55"/>
    <p:sldLayoutId id="2147483776" r:id="rId56"/>
    <p:sldLayoutId id="2147483777" r:id="rId57"/>
    <p:sldLayoutId id="2147483778" r:id="rId58"/>
    <p:sldLayoutId id="2147483779" r:id="rId5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84000"/>
        </a:lnSpc>
        <a:spcBef>
          <a:spcPct val="0"/>
        </a:spcBef>
        <a:buNone/>
        <a:defRPr sz="2100" kern="2000" spc="-38" baseline="0">
          <a:solidFill>
            <a:schemeClr val="tx2"/>
          </a:solidFill>
          <a:latin typeface="+mj-lt"/>
          <a:ea typeface="+mj-ea"/>
          <a:cs typeface="+mj-cs"/>
        </a:defRPr>
      </a:lvl1pPr>
    </p:titleStyle>
    <p:bodyStyle>
      <a:lvl1pPr marL="128588" indent="-128588" algn="l" defTabSz="685800" rtl="0" eaLnBrk="1" latinLnBrk="0" hangingPunct="1">
        <a:lnSpc>
          <a:spcPct val="95000"/>
        </a:lnSpc>
        <a:spcBef>
          <a:spcPts val="675"/>
        </a:spcBef>
        <a:spcAft>
          <a:spcPts val="225"/>
        </a:spcAft>
        <a:buClrTx/>
        <a:buFont typeface="Arial" panose="020B0604020202020204" pitchFamily="34" charset="0"/>
        <a:buChar char="•"/>
        <a:defRPr sz="1800" kern="1200" baseline="0">
          <a:solidFill>
            <a:schemeClr val="tx2"/>
          </a:solidFill>
          <a:latin typeface="+mn-lt"/>
          <a:ea typeface="+mn-ea"/>
          <a:cs typeface="+mn-cs"/>
        </a:defRPr>
      </a:lvl1pPr>
      <a:lvl2pPr marL="301229" indent="-164306" algn="l" defTabSz="685800" rtl="0" eaLnBrk="1" latinLnBrk="0" hangingPunct="1">
        <a:lnSpc>
          <a:spcPct val="100000"/>
        </a:lnSpc>
        <a:spcBef>
          <a:spcPts val="225"/>
        </a:spcBef>
        <a:spcAft>
          <a:spcPts val="0"/>
        </a:spcAft>
        <a:buClrTx/>
        <a:buFont typeface="Arial" panose="020B0604020202020204" pitchFamily="34" charset="0"/>
        <a:buChar char="•"/>
        <a:tabLst>
          <a:tab pos="1502569" algn="l"/>
        </a:tabLst>
        <a:defRPr sz="1400" kern="1200" baseline="0">
          <a:solidFill>
            <a:schemeClr val="tx2"/>
          </a:solidFill>
          <a:latin typeface="+mn-lt"/>
          <a:ea typeface="+mn-ea"/>
          <a:cs typeface="+mn-cs"/>
        </a:defRPr>
      </a:lvl2pPr>
      <a:lvl3pPr marL="403622" indent="-102394" algn="l" defTabSz="685800" rtl="0" eaLnBrk="1" latinLnBrk="0" hangingPunct="1">
        <a:lnSpc>
          <a:spcPct val="105000"/>
        </a:lnSpc>
        <a:spcBef>
          <a:spcPts val="225"/>
        </a:spcBef>
        <a:spcAft>
          <a:spcPts val="0"/>
        </a:spcAft>
        <a:buClrTx/>
        <a:buFont typeface="Arial" panose="020B0604020202020204" pitchFamily="34" charset="0"/>
        <a:buChar char="•"/>
        <a:tabLst/>
        <a:defRPr lang="en-US" sz="1100" kern="1200" dirty="0" smtClean="0">
          <a:solidFill>
            <a:schemeClr val="tx2"/>
          </a:solidFill>
          <a:latin typeface="+mn-lt"/>
          <a:ea typeface="+mn-ea"/>
          <a:cs typeface="+mn-cs"/>
        </a:defRPr>
      </a:lvl3pPr>
      <a:lvl4pPr marL="500063" indent="-96441" algn="l" defTabSz="685800" rtl="0" eaLnBrk="1" latinLnBrk="0" hangingPunct="1">
        <a:lnSpc>
          <a:spcPct val="105000"/>
        </a:lnSpc>
        <a:spcBef>
          <a:spcPts val="113"/>
        </a:spcBef>
        <a:spcAft>
          <a:spcPts val="0"/>
        </a:spcAft>
        <a:buClrTx/>
        <a:buFont typeface="Arial" panose="020B0604020202020204" pitchFamily="34" charset="0"/>
        <a:buChar char="•"/>
        <a:tabLst/>
        <a:defRPr sz="1000" kern="1200">
          <a:solidFill>
            <a:schemeClr val="tx2"/>
          </a:solidFill>
          <a:latin typeface="+mn-lt"/>
          <a:ea typeface="+mn-ea"/>
          <a:cs typeface="+mn-cs"/>
        </a:defRPr>
      </a:lvl4pPr>
      <a:lvl5pPr marL="628650" indent="-128588" algn="l" defTabSz="685800" rtl="0" eaLnBrk="1" latinLnBrk="0" hangingPunct="1">
        <a:lnSpc>
          <a:spcPct val="95000"/>
        </a:lnSpc>
        <a:spcBef>
          <a:spcPts val="150"/>
        </a:spcBef>
        <a:spcAft>
          <a:spcPts val="0"/>
        </a:spcAft>
        <a:buClrTx/>
        <a:buFont typeface="Arial" panose="020B0604020202020204" pitchFamily="34" charset="0"/>
        <a:buChar char="•"/>
        <a:tabLst/>
        <a:defRPr sz="900" b="0" i="0" kern="1200" spc="0" baseline="0">
          <a:solidFill>
            <a:schemeClr val="tx2"/>
          </a:solidFill>
          <a:latin typeface="+mn-lt"/>
          <a:ea typeface="+mn-ea"/>
          <a:cs typeface="+mn-cs"/>
        </a:defRPr>
      </a:lvl5pPr>
      <a:lvl6pPr marL="629100" indent="-129600" algn="l" defTabSz="685800" rtl="0" eaLnBrk="1" latinLnBrk="0" hangingPunct="1">
        <a:lnSpc>
          <a:spcPct val="95000"/>
        </a:lnSpc>
        <a:spcBef>
          <a:spcPts val="150"/>
        </a:spcBef>
        <a:buFont typeface="Arial" panose="020B0604020202020204" pitchFamily="34" charset="0"/>
        <a:buChar char="•"/>
        <a:defRPr sz="900" kern="1200">
          <a:solidFill>
            <a:schemeClr val="tx1"/>
          </a:solidFill>
          <a:latin typeface="+mn-lt"/>
          <a:ea typeface="+mn-ea"/>
          <a:cs typeface="+mn-cs"/>
        </a:defRPr>
      </a:lvl6pPr>
      <a:lvl7pPr marL="629100" indent="-129600" algn="l" defTabSz="685800" rtl="0" eaLnBrk="1" latinLnBrk="0" hangingPunct="1">
        <a:lnSpc>
          <a:spcPct val="95000"/>
        </a:lnSpc>
        <a:spcBef>
          <a:spcPts val="150"/>
        </a:spcBef>
        <a:buFont typeface="Arial" panose="020B0604020202020204" pitchFamily="34" charset="0"/>
        <a:buChar char="•"/>
        <a:defRPr sz="900" kern="1200" baseline="0">
          <a:solidFill>
            <a:schemeClr val="tx1"/>
          </a:solidFill>
          <a:latin typeface="+mn-lt"/>
          <a:ea typeface="+mn-ea"/>
          <a:cs typeface="+mn-cs"/>
        </a:defRPr>
      </a:lvl7pPr>
      <a:lvl8pPr marL="629100" indent="-129600" algn="l" defTabSz="685800" rtl="0" eaLnBrk="1" latinLnBrk="0" hangingPunct="1">
        <a:lnSpc>
          <a:spcPct val="95000"/>
        </a:lnSpc>
        <a:spcBef>
          <a:spcPts val="150"/>
        </a:spcBef>
        <a:buSzPct val="100000"/>
        <a:buFont typeface="Arial" panose="020B0604020202020204" pitchFamily="34" charset="0"/>
        <a:buChar char="•"/>
        <a:defRPr lang="en-US" sz="900" kern="1200" baseline="0" dirty="0" smtClean="0">
          <a:solidFill>
            <a:schemeClr val="tx1"/>
          </a:solidFill>
          <a:latin typeface="+mn-lt"/>
          <a:ea typeface="+mn-ea"/>
          <a:cs typeface="+mn-cs"/>
        </a:defRPr>
      </a:lvl8pPr>
      <a:lvl9pPr marL="628088" indent="-128588" algn="l" defTabSz="685800" rtl="0" eaLnBrk="1" latinLnBrk="0" hangingPunct="1">
        <a:lnSpc>
          <a:spcPct val="95000"/>
        </a:lnSpc>
        <a:spcBef>
          <a:spcPts val="150"/>
        </a:spcBef>
        <a:buFont typeface="Arial" panose="020B060402020202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4">
          <p15:clr>
            <a:srgbClr val="F26B43"/>
          </p15:clr>
        </p15:guide>
        <p15:guide id="4" orient="horz" pos="278">
          <p15:clr>
            <a:srgbClr val="F26B43"/>
          </p15:clr>
        </p15:guide>
        <p15:guide id="6" pos="5516">
          <p15:clr>
            <a:srgbClr val="F26B43"/>
          </p15:clr>
        </p15:guide>
        <p15:guide id="10" orient="horz" pos="4020">
          <p15:clr>
            <a:srgbClr val="F26B43"/>
          </p15:clr>
        </p15:guide>
        <p15:guide id="11" orient="horz" pos="38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5938" y="441325"/>
            <a:ext cx="11160127" cy="539750"/>
          </a:xfrm>
          <a:prstGeom prst="rect">
            <a:avLst/>
          </a:prstGeom>
        </p:spPr>
        <p:txBody>
          <a:bodyPr vert="horz" wrap="square" lIns="0" tIns="0" rIns="0" bIns="0" rtlCol="0" anchor="t">
            <a:noAutofit/>
          </a:bodyPr>
          <a:lstStyle/>
          <a:p>
            <a:r>
              <a:rPr lang="en-US" dirty="0"/>
              <a:t>Click to edit Parent title style</a:t>
            </a:r>
          </a:p>
        </p:txBody>
      </p:sp>
      <p:sp>
        <p:nvSpPr>
          <p:cNvPr id="5" name="Footer Placeholder 2">
            <a:extLst>
              <a:ext uri="{FF2B5EF4-FFF2-40B4-BE49-F238E27FC236}">
                <a16:creationId xmlns:a16="http://schemas.microsoft.com/office/drawing/2014/main" id="{E149C81B-6BB7-4307-8233-8B2113C697AE}"/>
              </a:ext>
            </a:extLst>
          </p:cNvPr>
          <p:cNvSpPr>
            <a:spLocks noGrp="1"/>
          </p:cNvSpPr>
          <p:nvPr>
            <p:ph type="ftr" sz="quarter" idx="3"/>
          </p:nvPr>
        </p:nvSpPr>
        <p:spPr>
          <a:xfrm>
            <a:off x="515939" y="6396925"/>
            <a:ext cx="6359648" cy="118174"/>
          </a:xfrm>
          <a:prstGeom prst="rect">
            <a:avLst/>
          </a:prstGeom>
        </p:spPr>
        <p:txBody>
          <a:bodyPr vert="horz" wrap="square" lIns="0" tIns="0" rIns="0" bIns="0" rtlCol="0" anchor="b">
            <a:noAutofit/>
          </a:bodyPr>
          <a:lstStyle>
            <a:lvl1pPr marL="0" algn="l" defTabSz="514350" rtl="0" eaLnBrk="1" latinLnBrk="0" hangingPunct="1">
              <a:lnSpc>
                <a:spcPct val="96000"/>
              </a:lnSpc>
              <a:spcBef>
                <a:spcPts val="0"/>
              </a:spcBef>
              <a:spcAft>
                <a:spcPts val="169"/>
              </a:spcAft>
              <a:buClr>
                <a:srgbClr val="3253DC"/>
              </a:buClr>
              <a:buFont typeface="Arial" panose="020B0604020202020204" pitchFamily="34" charset="0"/>
              <a:buNone/>
              <a:defRPr lang="en-US" sz="600" kern="1200" baseline="0" smtClean="0">
                <a:solidFill>
                  <a:schemeClr val="accent6">
                    <a:lumMod val="90000"/>
                  </a:schemeClr>
                </a:solidFill>
                <a:latin typeface="+mn-lt"/>
                <a:ea typeface="+mn-ea"/>
                <a:cs typeface="+mn-cs"/>
              </a:defRPr>
            </a:lvl1pPr>
          </a:lstStyle>
          <a:p>
            <a:endParaRPr lang="en-US"/>
          </a:p>
        </p:txBody>
      </p:sp>
      <p:sp>
        <p:nvSpPr>
          <p:cNvPr id="98" name="TextBox 97"/>
          <p:cNvSpPr txBox="1"/>
          <p:nvPr/>
        </p:nvSpPr>
        <p:spPr>
          <a:xfrm>
            <a:off x="11676063" y="6407892"/>
            <a:ext cx="376236" cy="117083"/>
          </a:xfrm>
          <a:prstGeom prst="rect">
            <a:avLst/>
          </a:prstGeom>
        </p:spPr>
        <p:txBody>
          <a:bodyPr vert="horz" wrap="square" lIns="13716" tIns="0" rIns="13716" bIns="6858" rtlCol="0" anchor="b">
            <a:spAutoFit/>
          </a:bodyPr>
          <a:lstStyle>
            <a:defPPr>
              <a:defRPr lang="en-US"/>
            </a:defPPr>
            <a:lvl1pPr>
              <a:defRPr sz="800">
                <a:solidFill>
                  <a:schemeClr val="tx1">
                    <a:tint val="75000"/>
                  </a:schemeClr>
                </a:solidFill>
              </a:defRPr>
            </a:lvl1pPr>
          </a:lstStyle>
          <a:p>
            <a:pPr marL="0" lvl="0" algn="l" defTabSz="685800" rtl="0" eaLnBrk="1" latinLnBrk="0" hangingPunct="1">
              <a:lnSpc>
                <a:spcPct val="125000"/>
              </a:lnSpc>
            </a:pPr>
            <a:fld id="{B01BFD70-D99E-427C-A01B-19B2BB56A3C8}" type="slidenum">
              <a:rPr lang="en-US" sz="600" kern="1200" smtClean="0">
                <a:solidFill>
                  <a:schemeClr val="accent6">
                    <a:lumMod val="90000"/>
                  </a:schemeClr>
                </a:solidFill>
                <a:latin typeface="+mn-lt"/>
                <a:ea typeface="+mn-ea"/>
                <a:cs typeface="+mn-cs"/>
              </a:rPr>
              <a:pPr marL="0" lvl="0" algn="l" defTabSz="685800" rtl="0" eaLnBrk="1" latinLnBrk="0" hangingPunct="1">
                <a:lnSpc>
                  <a:spcPct val="125000"/>
                </a:lnSpc>
              </a:pPr>
              <a:t>‹#›</a:t>
            </a:fld>
            <a:endParaRPr lang="en-US" sz="600" kern="1200" dirty="0">
              <a:solidFill>
                <a:schemeClr val="accent6">
                  <a:lumMod val="90000"/>
                </a:schemeClr>
              </a:solidFill>
              <a:latin typeface="+mn-lt"/>
              <a:ea typeface="+mn-ea"/>
              <a:cs typeface="+mn-cs"/>
            </a:endParaRPr>
          </a:p>
        </p:txBody>
      </p:sp>
      <p:sp>
        <p:nvSpPr>
          <p:cNvPr id="3" name="TextBox 2">
            <a:extLst>
              <a:ext uri="{FF2B5EF4-FFF2-40B4-BE49-F238E27FC236}">
                <a16:creationId xmlns:a16="http://schemas.microsoft.com/office/drawing/2014/main" id="{5D9A06F0-52F5-5018-408C-11D669066032}"/>
              </a:ext>
            </a:extLst>
          </p:cNvPr>
          <p:cNvSpPr txBox="1"/>
          <p:nvPr/>
        </p:nvSpPr>
        <p:spPr>
          <a:xfrm>
            <a:off x="6773076" y="6425765"/>
            <a:ext cx="4765549" cy="87716"/>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sz="600" dirty="0">
                <a:solidFill>
                  <a:schemeClr val="accent6">
                    <a:lumMod val="90000"/>
                  </a:schemeClr>
                </a:solidFill>
              </a:rPr>
              <a:t>Confidential – Qualcomm Technologies, Inc. and/or its affiliated companies – May Contain Trade Secrets</a:t>
            </a:r>
          </a:p>
        </p:txBody>
      </p:sp>
      <p:sp>
        <p:nvSpPr>
          <p:cNvPr id="6" name="Text Placeholder 3">
            <a:extLst>
              <a:ext uri="{FF2B5EF4-FFF2-40B4-BE49-F238E27FC236}">
                <a16:creationId xmlns:a16="http://schemas.microsoft.com/office/drawing/2014/main" id="{FF9604FA-06B0-7E92-03D0-703936C45442}"/>
              </a:ext>
            </a:extLst>
          </p:cNvPr>
          <p:cNvSpPr>
            <a:spLocks noGrp="1"/>
          </p:cNvSpPr>
          <p:nvPr>
            <p:ph type="body" idx="1"/>
          </p:nvPr>
        </p:nvSpPr>
        <p:spPr>
          <a:xfrm>
            <a:off x="515938" y="1178560"/>
            <a:ext cx="11160127" cy="4987290"/>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Tree>
    <p:extLst>
      <p:ext uri="{BB962C8B-B14F-4D97-AF65-F5344CB8AC3E}">
        <p14:creationId xmlns:p14="http://schemas.microsoft.com/office/powerpoint/2010/main" val="3280776490"/>
      </p:ext>
    </p:extLst>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 id="2147483798" r:id="rId18"/>
    <p:sldLayoutId id="2147483799" r:id="rId19"/>
    <p:sldLayoutId id="2147483800" r:id="rId20"/>
    <p:sldLayoutId id="2147483801" r:id="rId21"/>
    <p:sldLayoutId id="2147483802" r:id="rId22"/>
    <p:sldLayoutId id="2147483803" r:id="rId23"/>
    <p:sldLayoutId id="2147483804" r:id="rId24"/>
    <p:sldLayoutId id="2147483805" r:id="rId25"/>
    <p:sldLayoutId id="2147483806" r:id="rId26"/>
    <p:sldLayoutId id="2147483807" r:id="rId27"/>
    <p:sldLayoutId id="2147483808" r:id="rId28"/>
    <p:sldLayoutId id="2147483809" r:id="rId29"/>
    <p:sldLayoutId id="2147483810" r:id="rId30"/>
    <p:sldLayoutId id="2147483811" r:id="rId31"/>
    <p:sldLayoutId id="2147483812" r:id="rId32"/>
    <p:sldLayoutId id="2147483813" r:id="rId33"/>
    <p:sldLayoutId id="2147483814" r:id="rId34"/>
    <p:sldLayoutId id="2147483815" r:id="rId35"/>
    <p:sldLayoutId id="2147483816" r:id="rId36"/>
    <p:sldLayoutId id="2147483817" r:id="rId37"/>
    <p:sldLayoutId id="2147483818" r:id="rId38"/>
    <p:sldLayoutId id="2147483819" r:id="rId39"/>
    <p:sldLayoutId id="2147483820" r:id="rId40"/>
    <p:sldLayoutId id="2147483821" r:id="rId41"/>
    <p:sldLayoutId id="2147483822" r:id="rId42"/>
    <p:sldLayoutId id="2147483823" r:id="rId43"/>
    <p:sldLayoutId id="2147483824" r:id="rId44"/>
    <p:sldLayoutId id="2147483825" r:id="rId45"/>
    <p:sldLayoutId id="2147483826" r:id="rId46"/>
    <p:sldLayoutId id="2147483827" r:id="rId47"/>
    <p:sldLayoutId id="2147483828" r:id="rId48"/>
    <p:sldLayoutId id="2147483829" r:id="rId49"/>
    <p:sldLayoutId id="2147483830" r:id="rId50"/>
    <p:sldLayoutId id="2147483831" r:id="rId51"/>
    <p:sldLayoutId id="2147483832" r:id="rId52"/>
    <p:sldLayoutId id="2147483833" r:id="rId53"/>
    <p:sldLayoutId id="2147483834" r:id="rId54"/>
    <p:sldLayoutId id="2147483835" r:id="rId55"/>
    <p:sldLayoutId id="2147483836" r:id="rId56"/>
    <p:sldLayoutId id="2147483837" r:id="rId57"/>
    <p:sldLayoutId id="2147483838" r:id="rId58"/>
    <p:sldLayoutId id="2147483839" r:id="rId5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84000"/>
        </a:lnSpc>
        <a:spcBef>
          <a:spcPct val="0"/>
        </a:spcBef>
        <a:buNone/>
        <a:defRPr sz="2100" kern="2000" spc="-38" baseline="0">
          <a:solidFill>
            <a:schemeClr val="tx2"/>
          </a:solidFill>
          <a:latin typeface="+mj-lt"/>
          <a:ea typeface="+mj-ea"/>
          <a:cs typeface="+mj-cs"/>
        </a:defRPr>
      </a:lvl1pPr>
    </p:titleStyle>
    <p:bodyStyle>
      <a:lvl1pPr marL="128588" indent="-128588" algn="l" defTabSz="685800" rtl="0" eaLnBrk="1" latinLnBrk="0" hangingPunct="1">
        <a:lnSpc>
          <a:spcPct val="95000"/>
        </a:lnSpc>
        <a:spcBef>
          <a:spcPts val="675"/>
        </a:spcBef>
        <a:spcAft>
          <a:spcPts val="225"/>
        </a:spcAft>
        <a:buClrTx/>
        <a:buFont typeface="Arial" panose="020B0604020202020204" pitchFamily="34" charset="0"/>
        <a:buChar char="•"/>
        <a:defRPr sz="1800" kern="1200" baseline="0">
          <a:solidFill>
            <a:schemeClr val="tx2"/>
          </a:solidFill>
          <a:latin typeface="+mn-lt"/>
          <a:ea typeface="+mn-ea"/>
          <a:cs typeface="+mn-cs"/>
        </a:defRPr>
      </a:lvl1pPr>
      <a:lvl2pPr marL="301229" indent="-164306" algn="l" defTabSz="685800" rtl="0" eaLnBrk="1" latinLnBrk="0" hangingPunct="1">
        <a:lnSpc>
          <a:spcPct val="100000"/>
        </a:lnSpc>
        <a:spcBef>
          <a:spcPts val="225"/>
        </a:spcBef>
        <a:spcAft>
          <a:spcPts val="0"/>
        </a:spcAft>
        <a:buClrTx/>
        <a:buFont typeface="Arial" panose="020B0604020202020204" pitchFamily="34" charset="0"/>
        <a:buChar char="•"/>
        <a:tabLst>
          <a:tab pos="1502569" algn="l"/>
        </a:tabLst>
        <a:defRPr sz="1400" kern="1200" baseline="0">
          <a:solidFill>
            <a:schemeClr val="tx2"/>
          </a:solidFill>
          <a:latin typeface="+mn-lt"/>
          <a:ea typeface="+mn-ea"/>
          <a:cs typeface="+mn-cs"/>
        </a:defRPr>
      </a:lvl2pPr>
      <a:lvl3pPr marL="403622" indent="-102394" algn="l" defTabSz="685800" rtl="0" eaLnBrk="1" latinLnBrk="0" hangingPunct="1">
        <a:lnSpc>
          <a:spcPct val="105000"/>
        </a:lnSpc>
        <a:spcBef>
          <a:spcPts val="225"/>
        </a:spcBef>
        <a:spcAft>
          <a:spcPts val="0"/>
        </a:spcAft>
        <a:buClrTx/>
        <a:buFont typeface="Arial" panose="020B0604020202020204" pitchFamily="34" charset="0"/>
        <a:buChar char="•"/>
        <a:tabLst/>
        <a:defRPr lang="en-US" sz="1100" kern="1200" dirty="0" smtClean="0">
          <a:solidFill>
            <a:schemeClr val="tx2"/>
          </a:solidFill>
          <a:latin typeface="+mn-lt"/>
          <a:ea typeface="+mn-ea"/>
          <a:cs typeface="+mn-cs"/>
        </a:defRPr>
      </a:lvl3pPr>
      <a:lvl4pPr marL="500063" indent="-96441" algn="l" defTabSz="685800" rtl="0" eaLnBrk="1" latinLnBrk="0" hangingPunct="1">
        <a:lnSpc>
          <a:spcPct val="105000"/>
        </a:lnSpc>
        <a:spcBef>
          <a:spcPts val="113"/>
        </a:spcBef>
        <a:spcAft>
          <a:spcPts val="0"/>
        </a:spcAft>
        <a:buClrTx/>
        <a:buFont typeface="Arial" panose="020B0604020202020204" pitchFamily="34" charset="0"/>
        <a:buChar char="•"/>
        <a:tabLst/>
        <a:defRPr sz="1000" kern="1200">
          <a:solidFill>
            <a:schemeClr val="tx2"/>
          </a:solidFill>
          <a:latin typeface="+mn-lt"/>
          <a:ea typeface="+mn-ea"/>
          <a:cs typeface="+mn-cs"/>
        </a:defRPr>
      </a:lvl4pPr>
      <a:lvl5pPr marL="628650" indent="-128588" algn="l" defTabSz="685800" rtl="0" eaLnBrk="1" latinLnBrk="0" hangingPunct="1">
        <a:lnSpc>
          <a:spcPct val="95000"/>
        </a:lnSpc>
        <a:spcBef>
          <a:spcPts val="150"/>
        </a:spcBef>
        <a:spcAft>
          <a:spcPts val="0"/>
        </a:spcAft>
        <a:buClrTx/>
        <a:buFont typeface="Arial" panose="020B0604020202020204" pitchFamily="34" charset="0"/>
        <a:buChar char="•"/>
        <a:tabLst/>
        <a:defRPr sz="900" b="0" i="0" kern="1200" spc="0" baseline="0">
          <a:solidFill>
            <a:schemeClr val="tx2"/>
          </a:solidFill>
          <a:latin typeface="+mn-lt"/>
          <a:ea typeface="+mn-ea"/>
          <a:cs typeface="+mn-cs"/>
        </a:defRPr>
      </a:lvl5pPr>
      <a:lvl6pPr marL="629100" indent="-129600" algn="l" defTabSz="685800" rtl="0" eaLnBrk="1" latinLnBrk="0" hangingPunct="1">
        <a:lnSpc>
          <a:spcPct val="95000"/>
        </a:lnSpc>
        <a:spcBef>
          <a:spcPts val="150"/>
        </a:spcBef>
        <a:buFont typeface="Arial" panose="020B0604020202020204" pitchFamily="34" charset="0"/>
        <a:buChar char="•"/>
        <a:defRPr sz="900" kern="1200">
          <a:solidFill>
            <a:schemeClr val="tx1"/>
          </a:solidFill>
          <a:latin typeface="+mn-lt"/>
          <a:ea typeface="+mn-ea"/>
          <a:cs typeface="+mn-cs"/>
        </a:defRPr>
      </a:lvl6pPr>
      <a:lvl7pPr marL="629100" indent="-129600" algn="l" defTabSz="685800" rtl="0" eaLnBrk="1" latinLnBrk="0" hangingPunct="1">
        <a:lnSpc>
          <a:spcPct val="95000"/>
        </a:lnSpc>
        <a:spcBef>
          <a:spcPts val="150"/>
        </a:spcBef>
        <a:buFont typeface="Arial" panose="020B0604020202020204" pitchFamily="34" charset="0"/>
        <a:buChar char="•"/>
        <a:defRPr sz="900" kern="1200" baseline="0">
          <a:solidFill>
            <a:schemeClr val="tx1"/>
          </a:solidFill>
          <a:latin typeface="+mn-lt"/>
          <a:ea typeface="+mn-ea"/>
          <a:cs typeface="+mn-cs"/>
        </a:defRPr>
      </a:lvl7pPr>
      <a:lvl8pPr marL="629100" indent="-129600" algn="l" defTabSz="685800" rtl="0" eaLnBrk="1" latinLnBrk="0" hangingPunct="1">
        <a:lnSpc>
          <a:spcPct val="95000"/>
        </a:lnSpc>
        <a:spcBef>
          <a:spcPts val="150"/>
        </a:spcBef>
        <a:buSzPct val="100000"/>
        <a:buFont typeface="Arial" panose="020B0604020202020204" pitchFamily="34" charset="0"/>
        <a:buChar char="•"/>
        <a:defRPr lang="en-US" sz="900" kern="1200" baseline="0" dirty="0" smtClean="0">
          <a:solidFill>
            <a:schemeClr val="tx1"/>
          </a:solidFill>
          <a:latin typeface="+mn-lt"/>
          <a:ea typeface="+mn-ea"/>
          <a:cs typeface="+mn-cs"/>
        </a:defRPr>
      </a:lvl8pPr>
      <a:lvl9pPr marL="628088" indent="-128588" algn="l" defTabSz="685800" rtl="0" eaLnBrk="1" latinLnBrk="0" hangingPunct="1">
        <a:lnSpc>
          <a:spcPct val="95000"/>
        </a:lnSpc>
        <a:spcBef>
          <a:spcPts val="150"/>
        </a:spcBef>
        <a:buFont typeface="Arial" panose="020B060402020202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44">
          <p15:clr>
            <a:srgbClr val="F26B43"/>
          </p15:clr>
        </p15:guide>
        <p15:guide id="4" orient="horz" pos="278">
          <p15:clr>
            <a:srgbClr val="F26B43"/>
          </p15:clr>
        </p15:guide>
        <p15:guide id="6" pos="5516">
          <p15:clr>
            <a:srgbClr val="F26B43"/>
          </p15:clr>
        </p15:guide>
        <p15:guide id="10" orient="horz" pos="4020">
          <p15:clr>
            <a:srgbClr val="F26B43"/>
          </p15:clr>
        </p15:guide>
        <p15:guide id="11" orient="horz" pos="388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5938" y="628016"/>
            <a:ext cx="11160126" cy="647700"/>
          </a:xfrm>
          <a:prstGeom prst="rect">
            <a:avLst/>
          </a:prstGeom>
        </p:spPr>
        <p:txBody>
          <a:bodyPr vert="horz" wrap="square" lIns="0" tIns="0" rIns="0" bIns="0" rtlCol="0" anchor="t">
            <a:noAutofit/>
          </a:bodyPr>
          <a:lstStyle/>
          <a:p>
            <a:r>
              <a:rPr lang="en-US"/>
              <a:t>Click to edit Parent title style</a:t>
            </a:r>
          </a:p>
        </p:txBody>
      </p:sp>
      <p:sp>
        <p:nvSpPr>
          <p:cNvPr id="4" name="Text Placeholder 3">
            <a:extLst>
              <a:ext uri="{FF2B5EF4-FFF2-40B4-BE49-F238E27FC236}">
                <a16:creationId xmlns:a16="http://schemas.microsoft.com/office/drawing/2014/main" id="{D5872A47-0E6B-4F8D-925D-0C1725B22029}"/>
              </a:ext>
            </a:extLst>
          </p:cNvPr>
          <p:cNvSpPr>
            <a:spLocks noGrp="1"/>
          </p:cNvSpPr>
          <p:nvPr>
            <p:ph type="body" idx="1"/>
          </p:nvPr>
        </p:nvSpPr>
        <p:spPr>
          <a:xfrm>
            <a:off x="515938" y="1493520"/>
            <a:ext cx="11160126" cy="4672330"/>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Footer Placeholder 2">
            <a:extLst>
              <a:ext uri="{FF2B5EF4-FFF2-40B4-BE49-F238E27FC236}">
                <a16:creationId xmlns:a16="http://schemas.microsoft.com/office/drawing/2014/main" id="{E149C81B-6BB7-4307-8233-8B2113C697AE}"/>
              </a:ext>
            </a:extLst>
          </p:cNvPr>
          <p:cNvSpPr>
            <a:spLocks noGrp="1"/>
          </p:cNvSpPr>
          <p:nvPr>
            <p:ph type="ftr" sz="quarter" idx="3"/>
          </p:nvPr>
        </p:nvSpPr>
        <p:spPr>
          <a:xfrm>
            <a:off x="515938" y="6396925"/>
            <a:ext cx="6359648"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US"/>
          </a:p>
        </p:txBody>
      </p:sp>
      <p:sp>
        <p:nvSpPr>
          <p:cNvPr id="98" name="TextBox 97"/>
          <p:cNvSpPr txBox="1"/>
          <p:nvPr/>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3" name="TextBox 2">
            <a:extLst>
              <a:ext uri="{FF2B5EF4-FFF2-40B4-BE49-F238E27FC236}">
                <a16:creationId xmlns:a16="http://schemas.microsoft.com/office/drawing/2014/main" id="{5D9A06F0-52F5-5018-408C-11D669066032}"/>
              </a:ext>
            </a:extLst>
          </p:cNvPr>
          <p:cNvSpPr txBox="1"/>
          <p:nvPr/>
        </p:nvSpPr>
        <p:spPr>
          <a:xfrm>
            <a:off x="6773075" y="6396526"/>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6">
                    <a:lumMod val="9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791011477"/>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 id="2147483858" r:id="rId18"/>
    <p:sldLayoutId id="2147483859" r:id="rId19"/>
    <p:sldLayoutId id="2147483860" r:id="rId20"/>
    <p:sldLayoutId id="2147483861" r:id="rId21"/>
    <p:sldLayoutId id="2147483862" r:id="rId22"/>
    <p:sldLayoutId id="2147483863" r:id="rId23"/>
    <p:sldLayoutId id="2147483864" r:id="rId24"/>
    <p:sldLayoutId id="2147483865" r:id="rId25"/>
    <p:sldLayoutId id="2147483866" r:id="rId26"/>
    <p:sldLayoutId id="2147483867" r:id="rId27"/>
    <p:sldLayoutId id="2147483868" r:id="rId28"/>
    <p:sldLayoutId id="2147483869" r:id="rId29"/>
    <p:sldLayoutId id="2147483870" r:id="rId30"/>
    <p:sldLayoutId id="2147483871" r:id="rId31"/>
    <p:sldLayoutId id="2147483872" r:id="rId32"/>
    <p:sldLayoutId id="2147483873" r:id="rId33"/>
    <p:sldLayoutId id="2147483874" r:id="rId34"/>
    <p:sldLayoutId id="2147483875" r:id="rId35"/>
    <p:sldLayoutId id="2147483876" r:id="rId36"/>
    <p:sldLayoutId id="2147483877" r:id="rId37"/>
    <p:sldLayoutId id="2147483878" r:id="rId38"/>
    <p:sldLayoutId id="2147483879" r:id="rId39"/>
    <p:sldLayoutId id="2147483880" r:id="rId40"/>
    <p:sldLayoutId id="2147483881" r:id="rId41"/>
    <p:sldLayoutId id="2147483882" r:id="rId42"/>
    <p:sldLayoutId id="2147483883" r:id="rId43"/>
    <p:sldLayoutId id="2147483884" r:id="rId44"/>
    <p:sldLayoutId id="2147483885" r:id="rId45"/>
    <p:sldLayoutId id="2147483886" r:id="rId46"/>
    <p:sldLayoutId id="2147483887" r:id="rId47"/>
    <p:sldLayoutId id="2147483888" r:id="rId48"/>
    <p:sldLayoutId id="2147483889" r:id="rId49"/>
    <p:sldLayoutId id="2147483890" r:id="rId50"/>
    <p:sldLayoutId id="2147483891" r:id="rId51"/>
    <p:sldLayoutId id="2147483892" r:id="rId52"/>
    <p:sldLayoutId id="2147483893" r:id="rId53"/>
    <p:sldLayoutId id="2147483894" r:id="rId54"/>
    <p:sldLayoutId id="2147483895" r:id="rId55"/>
    <p:sldLayoutId id="2147483896"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4000"/>
        </a:lnSpc>
        <a:spcBef>
          <a:spcPct val="0"/>
        </a:spcBef>
        <a:buNone/>
        <a:defRPr sz="2800" kern="2000" spc="-50" baseline="0">
          <a:solidFill>
            <a:schemeClr val="tx2"/>
          </a:solidFill>
          <a:latin typeface="+mj-lt"/>
          <a:ea typeface="+mj-ea"/>
          <a:cs typeface="+mj-cs"/>
        </a:defRPr>
      </a:lvl1pPr>
    </p:titleStyle>
    <p:body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4" orient="horz" pos="391">
          <p15:clr>
            <a:srgbClr val="F26B43"/>
          </p15:clr>
        </p15:guide>
        <p15:guide id="6" pos="7355">
          <p15:clr>
            <a:srgbClr val="F26B43"/>
          </p15:clr>
        </p15:guide>
        <p15:guide id="10" orient="horz" pos="4020">
          <p15:clr>
            <a:srgbClr val="F26B43"/>
          </p15:clr>
        </p15:guide>
        <p15:guide id="11" orient="horz" pos="388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8/14/2026</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710853003"/>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0"/>
            <a:ext cx="11064240" cy="1097280"/>
          </a:xfrm>
          <a:prstGeom prst="rect">
            <a:avLst/>
          </a:prstGeom>
          <a:noFill/>
        </p:spPr>
        <p:txBody>
          <a:bodyPr wrap="square">
            <a:spAutoFit/>
          </a:bodyPr>
          <a:lstStyle/>
          <a:p>
            <a:pPr algn="ctr"/>
            <a:r>
              <a:rPr sz="3600" b="1">
                <a:solidFill>
                  <a:srgbClr val="0070C0"/>
                </a:solidFill>
                <a:latin typeface="Calibri"/>
              </a:rPr>
              <a:t>Removing Qt from the QTAC Core Library</a:t>
            </a:r>
          </a:p>
        </p:txBody>
      </p:sp>
      <p:sp>
        <p:nvSpPr>
          <p:cNvPr id="3" name="TextBox 2"/>
          <p:cNvSpPr txBox="1"/>
          <p:nvPr/>
        </p:nvSpPr>
        <p:spPr>
          <a:xfrm>
            <a:off x="548640" y="3566160"/>
            <a:ext cx="11064240" cy="548640"/>
          </a:xfrm>
          <a:prstGeom prst="rect">
            <a:avLst/>
          </a:prstGeom>
          <a:noFill/>
        </p:spPr>
        <p:txBody>
          <a:bodyPr wrap="square">
            <a:spAutoFit/>
          </a:bodyPr>
          <a:lstStyle/>
          <a:p>
            <a:pPr algn="ctr"/>
            <a:r>
              <a:rPr sz="2200" b="0">
                <a:solidFill>
                  <a:srgbClr val="444444"/>
                </a:solidFill>
                <a:latin typeface="Calibri"/>
              </a:rPr>
              <a:t>Architecture, Design Decisions, and Demo</a:t>
            </a:r>
          </a:p>
        </p:txBody>
      </p:sp>
      <p:sp>
        <p:nvSpPr>
          <p:cNvPr id="4" name="TextBox 3"/>
          <p:cNvSpPr txBox="1"/>
          <p:nvPr/>
        </p:nvSpPr>
        <p:spPr>
          <a:xfrm>
            <a:off x="365760" y="6217920"/>
            <a:ext cx="11430000" cy="457200"/>
          </a:xfrm>
          <a:prstGeom prst="rect">
            <a:avLst/>
          </a:prstGeom>
          <a:noFill/>
        </p:spPr>
        <p:txBody>
          <a:bodyPr wrap="square">
            <a:spAutoFit/>
          </a:bodyPr>
          <a:lstStyle/>
          <a:p>
            <a:pPr algn="ctr"/>
            <a:r>
              <a:rPr sz="1200" b="0">
                <a:solidFill>
                  <a:srgbClr val="444444"/>
                </a:solidFill>
                <a:latin typeface="Calibri"/>
              </a:rPr>
              <a:t>QTAC Refactor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What is QTAC / TAC?</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60120"/>
            <a:ext cx="11247120" cy="5303520"/>
          </a:xfrm>
          <a:prstGeom prst="rect">
            <a:avLst/>
          </a:prstGeom>
          <a:noFill/>
        </p:spPr>
        <p:txBody>
          <a:bodyPr wrap="square">
            <a:spAutoFit/>
          </a:bodyPr>
          <a:lstStyle/>
          <a:p>
            <a:pPr>
              <a:spcBef>
                <a:spcPts val="200"/>
              </a:spcBef>
            </a:pPr>
            <a:r>
              <a:rPr sz="1600">
                <a:solidFill>
                  <a:srgbClr val="1F1F1F"/>
                </a:solidFill>
                <a:latin typeface="Calibri"/>
              </a:rPr>
              <a:t>•  TAC = Test Automation Controller</a:t>
            </a:r>
          </a:p>
          <a:p>
            <a:pPr>
              <a:spcBef>
                <a:spcPts val="200"/>
              </a:spcBef>
            </a:pPr>
            <a:r>
              <a:rPr sz="1600">
                <a:solidFill>
                  <a:srgbClr val="1F1F1F"/>
                </a:solidFill>
                <a:latin typeface="Calibri"/>
              </a:rPr>
              <a:t>•  Used by hardware test engineers to control debug boards on DUT (Device Under Test)</a:t>
            </a:r>
          </a:p>
          <a:p>
            <a:pPr>
              <a:spcBef>
                <a:spcPts val="200"/>
              </a:spcBef>
            </a:pPr>
            <a:r>
              <a:rPr sz="1600">
                <a:solidFill>
                  <a:srgbClr val="1F1F1F"/>
                </a:solidFill>
                <a:latin typeface="Calibri"/>
              </a:rPr>
              <a:t>•  Boards supported: FTDI-based ALPACA-LITE, PSoC, PIC32CX</a:t>
            </a:r>
          </a:p>
          <a:p>
            <a:pPr>
              <a:spcBef>
                <a:spcPts val="200"/>
              </a:spcBef>
            </a:pPr>
            <a:r>
              <a:rPr sz="1600">
                <a:solidFill>
                  <a:srgbClr val="1F1F1F"/>
                </a:solidFill>
                <a:latin typeface="Calibri"/>
              </a:rPr>
              <a:t>•  Exposes: pin control, serial communication, scripted quick-commands, device configuration</a:t>
            </a:r>
          </a:p>
          <a:p>
            <a:pPr>
              <a:spcBef>
                <a:spcPts val="200"/>
              </a:spcBef>
            </a:pPr>
            <a:r>
              <a:rPr sz="1600">
                <a:solidFill>
                  <a:srgbClr val="1F1F1F"/>
                </a:solidFill>
                <a:latin typeface="Calibri"/>
              </a:rPr>
              <a:t>•  Deliverables:</a:t>
            </a:r>
          </a:p>
          <a:p>
            <a:pPr>
              <a:spcBef>
                <a:spcPts val="200"/>
              </a:spcBef>
            </a:pPr>
            <a:r>
              <a:rPr sz="1400">
                <a:solidFill>
                  <a:srgbClr val="444444"/>
                </a:solidFill>
                <a:latin typeface="Calibri"/>
              </a:rPr>
              <a:t>  •  TAC.exe — legacy GUI application</a:t>
            </a:r>
          </a:p>
          <a:p>
            <a:pPr>
              <a:spcBef>
                <a:spcPts val="200"/>
              </a:spcBef>
            </a:pPr>
            <a:r>
              <a:rPr sz="1400">
                <a:solidFill>
                  <a:srgbClr val="444444"/>
                </a:solidFill>
                <a:latin typeface="Calibri"/>
              </a:rPr>
              <a:t>  •  TACDev.dll — C API used by Python lab automation scripts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The Problem: Qt Entangled in the Core</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822960"/>
            <a:ext cx="6949440" cy="539496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868680"/>
            <a:ext cx="6766560" cy="5303520"/>
          </a:xfrm>
          <a:prstGeom prst="rect">
            <a:avLst/>
          </a:prstGeom>
          <a:noFill/>
        </p:spPr>
        <p:txBody>
          <a:bodyPr wrap="none">
            <a:spAutoFit/>
          </a:bodyPr>
          <a:lstStyle/>
          <a:p>
            <a:pPr>
              <a:spcBef>
                <a:spcPts val="0"/>
              </a:spcBef>
              <a:spcAft>
                <a:spcPts val="0"/>
              </a:spcAft>
            </a:pPr>
            <a:r>
              <a:rPr sz="750">
                <a:solidFill>
                  <a:srgbClr val="1F1F1F"/>
                </a:solidFill>
                <a:latin typeface="Courier New"/>
              </a:rPr>
              <a:t>┌──────────────────────────────────────────────────────────┐</a:t>
            </a:r>
          </a:p>
          <a:p>
            <a:pPr>
              <a:spcBef>
                <a:spcPts val="0"/>
              </a:spcBef>
              <a:spcAft>
                <a:spcPts val="0"/>
              </a:spcAft>
            </a:pPr>
            <a:r>
              <a:rPr sz="750">
                <a:solidFill>
                  <a:srgbClr val="1F1F1F"/>
                </a:solidFill>
                <a:latin typeface="Courier New"/>
              </a:rPr>
              <a:t>│               QCommonConsole (Qt-dependent)              │</a:t>
            </a:r>
          </a:p>
          <a:p>
            <a:pPr>
              <a:spcBef>
                <a:spcPts val="0"/>
              </a:spcBef>
              <a:spcAft>
                <a:spcPts val="0"/>
              </a:spcAft>
            </a:pPr>
            <a:r>
              <a:rPr sz="750">
                <a:solidFill>
                  <a:srgbClr val="1F1F1F"/>
                </a:solidFill>
                <a:latin typeface="Courier New"/>
              </a:rPr>
              <a:t>│  ┌─────────────┐  ┌─────────────┐  ┌─────────────┐      │</a:t>
            </a:r>
          </a:p>
          <a:p>
            <a:pPr>
              <a:spcBef>
                <a:spcPts val="0"/>
              </a:spcBef>
              <a:spcAft>
                <a:spcPts val="0"/>
              </a:spcAft>
            </a:pPr>
            <a:r>
              <a:rPr sz="750">
                <a:solidFill>
                  <a:srgbClr val="1F1F1F"/>
                </a:solidFill>
                <a:latin typeface="Courier New"/>
              </a:rPr>
              <a:t>│  │ Device      │  │ Protocols   │  │ Serial      │      │</a:t>
            </a:r>
          </a:p>
          <a:p>
            <a:pPr>
              <a:spcBef>
                <a:spcPts val="0"/>
              </a:spcBef>
              <a:spcAft>
                <a:spcPts val="0"/>
              </a:spcAft>
            </a:pPr>
            <a:r>
              <a:rPr sz="750">
                <a:solidFill>
                  <a:srgbClr val="1F1F1F"/>
                </a:solidFill>
                <a:latin typeface="Courier New"/>
              </a:rPr>
              <a:t>│  │ Logic       │  │ TACLite     │  │ QSerialPort │      │</a:t>
            </a:r>
          </a:p>
          <a:p>
            <a:pPr>
              <a:spcBef>
                <a:spcPts val="0"/>
              </a:spcBef>
              <a:spcAft>
                <a:spcPts val="0"/>
              </a:spcAft>
            </a:pPr>
            <a:r>
              <a:rPr sz="750">
                <a:solidFill>
                  <a:srgbClr val="1F1F1F"/>
                </a:solidFill>
                <a:latin typeface="Courier New"/>
              </a:rPr>
              <a:t>│  │ AlpacaDevice│  │ PSOC        │  │             │      │</a:t>
            </a:r>
          </a:p>
          <a:p>
            <a:pPr>
              <a:spcBef>
                <a:spcPts val="0"/>
              </a:spcBef>
              <a:spcAft>
                <a:spcPts val="0"/>
              </a:spcAft>
            </a:pPr>
            <a:r>
              <a:rPr sz="750">
                <a:solidFill>
                  <a:srgbClr val="1F1F1F"/>
                </a:solidFill>
                <a:latin typeface="Courier New"/>
              </a:rPr>
              <a:t>│  └──────┬──────┘  └──────┬──────┘  └──────┬──────┘      │</a:t>
            </a:r>
          </a:p>
          <a:p>
            <a:pPr>
              <a:spcBef>
                <a:spcPts val="0"/>
              </a:spcBef>
              <a:spcAft>
                <a:spcPts val="0"/>
              </a:spcAft>
            </a:pPr>
            <a:r>
              <a:rPr sz="750">
                <a:solidFill>
                  <a:srgbClr val="1F1F1F"/>
                </a:solidFill>
                <a:latin typeface="Courier New"/>
              </a:rPr>
              <a:t>│         └────────────────┴─────────────────┘             │</a:t>
            </a:r>
          </a:p>
          <a:p>
            <a:pPr>
              <a:spcBef>
                <a:spcPts val="0"/>
              </a:spcBef>
              <a:spcAft>
                <a:spcPts val="0"/>
              </a:spcAft>
            </a:pPr>
            <a:r>
              <a:rPr sz="750">
                <a:solidFill>
                  <a:srgbClr val="1F1F1F"/>
                </a:solidFill>
                <a:latin typeface="Courier New"/>
              </a:rPr>
              <a:t>│                          │                               │</a:t>
            </a:r>
          </a:p>
          <a:p>
            <a:pPr>
              <a:spcBef>
                <a:spcPts val="0"/>
              </a:spcBef>
              <a:spcAft>
                <a:spcPts val="0"/>
              </a:spcAft>
            </a:pPr>
            <a:r>
              <a:rPr sz="750">
                <a:solidFill>
                  <a:srgbClr val="1F1F1F"/>
                </a:solidFill>
                <a:latin typeface="Courier New"/>
              </a:rPr>
              <a:t>│               ┌──────────▼─────────┐                    │</a:t>
            </a:r>
          </a:p>
          <a:p>
            <a:pPr>
              <a:spcBef>
                <a:spcPts val="0"/>
              </a:spcBef>
              <a:spcAft>
                <a:spcPts val="0"/>
              </a:spcAft>
            </a:pPr>
            <a:r>
              <a:rPr sz="750">
                <a:solidFill>
                  <a:srgbClr val="1F1F1F"/>
                </a:solidFill>
                <a:latin typeface="Courier New"/>
              </a:rPr>
              <a:t>│               │    Qt6::Core       │ ← required by ALL  │</a:t>
            </a:r>
          </a:p>
          <a:p>
            <a:pPr>
              <a:spcBef>
                <a:spcPts val="0"/>
              </a:spcBef>
              <a:spcAft>
                <a:spcPts val="0"/>
              </a:spcAft>
            </a:pPr>
            <a:r>
              <a:rPr sz="750">
                <a:solidFill>
                  <a:srgbClr val="1F1F1F"/>
                </a:solidFill>
                <a:latin typeface="Courier New"/>
              </a:rPr>
              <a:t>│               │    QString         │                    │</a:t>
            </a:r>
          </a:p>
          <a:p>
            <a:pPr>
              <a:spcBef>
                <a:spcPts val="0"/>
              </a:spcBef>
              <a:spcAft>
                <a:spcPts val="0"/>
              </a:spcAft>
            </a:pPr>
            <a:r>
              <a:rPr sz="750">
                <a:solidFill>
                  <a:srgbClr val="1F1F1F"/>
                </a:solidFill>
                <a:latin typeface="Courier New"/>
              </a:rPr>
              <a:t>│               │    QObject / moc   │                    │</a:t>
            </a:r>
          </a:p>
          <a:p>
            <a:pPr>
              <a:spcBef>
                <a:spcPts val="0"/>
              </a:spcBef>
              <a:spcAft>
                <a:spcPts val="0"/>
              </a:spcAft>
            </a:pPr>
            <a:r>
              <a:rPr sz="750">
                <a:solidFill>
                  <a:srgbClr val="1F1F1F"/>
                </a:solidFill>
                <a:latin typeface="Courier New"/>
              </a:rPr>
              <a:t>│               └──────────┬─────────┘                    │</a:t>
            </a:r>
          </a:p>
          <a:p>
            <a:pPr>
              <a:spcBef>
                <a:spcPts val="0"/>
              </a:spcBef>
              <a:spcAft>
                <a:spcPts val="0"/>
              </a:spcAft>
            </a:pPr>
            <a:r>
              <a:rPr sz="750">
                <a:solidFill>
                  <a:srgbClr val="1F1F1F"/>
                </a:solidFill>
                <a:latin typeface="Courier New"/>
              </a:rPr>
              <a:t>└─────────────────────────┬────────────────────────────────┘</a:t>
            </a:r>
          </a:p>
          <a:p>
            <a:pPr>
              <a:spcBef>
                <a:spcPts val="0"/>
              </a:spcBef>
              <a:spcAft>
                <a:spcPts val="0"/>
              </a:spcAft>
            </a:pPr>
            <a:r>
              <a:rPr sz="750">
                <a:solidFill>
                  <a:srgbClr val="1F1F1F"/>
                </a:solidFill>
                <a:latin typeface="Courier New"/>
              </a:rPr>
              <a:t>                           │  Qt6 required by every consumer</a:t>
            </a:r>
          </a:p>
          <a:p>
            <a:pPr>
              <a:spcBef>
                <a:spcPts val="0"/>
              </a:spcBef>
              <a:spcAft>
                <a:spcPts val="0"/>
              </a:spcAft>
            </a:pPr>
            <a:r>
              <a:rPr sz="750">
                <a:solidFill>
                  <a:srgbClr val="1F1F1F"/>
                </a:solidFill>
                <a:latin typeface="Courier New"/>
              </a:rPr>
              <a:t>             ┌─────────────┼─────────────┐</a:t>
            </a:r>
          </a:p>
          <a:p>
            <a:pPr>
              <a:spcBef>
                <a:spcPts val="0"/>
              </a:spcBef>
              <a:spcAft>
                <a:spcPts val="0"/>
              </a:spcAft>
            </a:pPr>
            <a:r>
              <a:rPr sz="750">
                <a:solidFill>
                  <a:srgbClr val="1F1F1F"/>
                </a:solidFill>
                <a:latin typeface="Courier New"/>
              </a:rPr>
              <a:t>             ▼             ▼             ▼</a:t>
            </a:r>
          </a:p>
          <a:p>
            <a:pPr>
              <a:spcBef>
                <a:spcPts val="0"/>
              </a:spcBef>
              <a:spcAft>
                <a:spcPts val="0"/>
              </a:spcAft>
            </a:pPr>
            <a:r>
              <a:rPr sz="750">
                <a:solidFill>
                  <a:srgbClr val="1F1F1F"/>
                </a:solidFill>
                <a:latin typeface="Courier New"/>
              </a:rPr>
              <a:t>        TAC.exe       TACDev.dll      CLI tools</a:t>
            </a:r>
          </a:p>
          <a:p>
            <a:pPr>
              <a:spcBef>
                <a:spcPts val="0"/>
              </a:spcBef>
              <a:spcAft>
                <a:spcPts val="0"/>
              </a:spcAft>
            </a:pPr>
            <a:r>
              <a:rPr sz="750">
                <a:solidFill>
                  <a:srgbClr val="1F1F1F"/>
                </a:solidFill>
                <a:latin typeface="Courier New"/>
              </a:rPr>
              <a:t>                  (lab scripts — must install Qt6 ~600 MB)</a:t>
            </a:r>
          </a:p>
        </p:txBody>
      </p:sp>
      <p:sp>
        <p:nvSpPr>
          <p:cNvPr id="6" name="TextBox 5"/>
          <p:cNvSpPr txBox="1"/>
          <p:nvPr/>
        </p:nvSpPr>
        <p:spPr>
          <a:xfrm>
            <a:off x="7498079" y="822960"/>
            <a:ext cx="4480560" cy="365760"/>
          </a:xfrm>
          <a:prstGeom prst="rect">
            <a:avLst/>
          </a:prstGeom>
          <a:noFill/>
        </p:spPr>
        <p:txBody>
          <a:bodyPr wrap="square">
            <a:spAutoFit/>
          </a:bodyPr>
          <a:lstStyle/>
          <a:p>
            <a:pPr algn="l"/>
            <a:r>
              <a:rPr sz="1500" b="1">
                <a:solidFill>
                  <a:srgbClr val="0070C0"/>
                </a:solidFill>
                <a:latin typeface="Calibri"/>
              </a:rPr>
              <a:t>Problems:</a:t>
            </a:r>
          </a:p>
        </p:txBody>
      </p:sp>
      <p:sp>
        <p:nvSpPr>
          <p:cNvPr id="7" name="TextBox 6"/>
          <p:cNvSpPr txBox="1"/>
          <p:nvPr/>
        </p:nvSpPr>
        <p:spPr>
          <a:xfrm>
            <a:off x="7498079" y="1234440"/>
            <a:ext cx="4480560" cy="4937760"/>
          </a:xfrm>
          <a:prstGeom prst="rect">
            <a:avLst/>
          </a:prstGeom>
          <a:noFill/>
        </p:spPr>
        <p:txBody>
          <a:bodyPr wrap="square">
            <a:spAutoFit/>
          </a:bodyPr>
          <a:lstStyle/>
          <a:p>
            <a:pPr>
              <a:spcBef>
                <a:spcPts val="200"/>
              </a:spcBef>
            </a:pPr>
            <a:r>
              <a:rPr sz="1400">
                <a:solidFill>
                  <a:srgbClr val="1F1F1F"/>
                </a:solidFill>
                <a:latin typeface="Calibri"/>
              </a:rPr>
              <a:t>•  Device logic, protocols, serial all Qt-dependent</a:t>
            </a:r>
          </a:p>
          <a:p>
            <a:pPr>
              <a:spcBef>
                <a:spcPts val="200"/>
              </a:spcBef>
            </a:pPr>
            <a:r>
              <a:rPr sz="1400">
                <a:solidFill>
                  <a:srgbClr val="1F1F1F"/>
                </a:solidFill>
                <a:latin typeface="Calibri"/>
              </a:rPr>
              <a:t>•  TACDev.dll forced to carry Qt6 runtime (~38 MB)</a:t>
            </a:r>
          </a:p>
          <a:p>
            <a:pPr>
              <a:spcBef>
                <a:spcPts val="200"/>
              </a:spcBef>
            </a:pPr>
            <a:r>
              <a:rPr sz="1400">
                <a:solidFill>
                  <a:srgbClr val="1F1F1F"/>
                </a:solidFill>
                <a:latin typeface="Calibri"/>
              </a:rPr>
              <a:t>•  Every lab machine needed Qt6 installed</a:t>
            </a:r>
          </a:p>
          <a:p>
            <a:pPr>
              <a:spcBef>
                <a:spcPts val="200"/>
              </a:spcBef>
            </a:pPr>
            <a:r>
              <a:rPr sz="1400">
                <a:solidFill>
                  <a:srgbClr val="1F1F1F"/>
                </a:solidFill>
                <a:latin typeface="Calibri"/>
              </a:rPr>
              <a:t>•  Qt LGPL prohibits redistribution — blocker for open-sourcing QTAC</a:t>
            </a:r>
          </a:p>
          <a:p>
            <a:pPr>
              <a:spcBef>
                <a:spcPts val="200"/>
              </a:spcBef>
            </a:pPr>
            <a:r>
              <a:rPr sz="1400">
                <a:solidFill>
                  <a:srgbClr val="1F1F1F"/>
                </a:solidFill>
                <a:latin typeface="Calibri"/>
              </a:rPr>
              <a:t>•  Outside developers couldn't build or contribute without a full Qt6 install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Goal and Scope</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822960"/>
            <a:ext cx="6035040" cy="539496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868680"/>
            <a:ext cx="5852160" cy="5303520"/>
          </a:xfrm>
          <a:prstGeom prst="rect">
            <a:avLst/>
          </a:prstGeom>
          <a:noFill/>
        </p:spPr>
        <p:txBody>
          <a:bodyPr wrap="none">
            <a:spAutoFit/>
          </a:bodyPr>
          <a:lstStyle/>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    qtac-app.exe  (GUI)       │  Qt6 here only</a:t>
            </a:r>
          </a:p>
          <a:p>
            <a:pPr>
              <a:spcBef>
                <a:spcPts val="0"/>
              </a:spcBef>
              <a:spcAft>
                <a:spcPts val="0"/>
              </a:spcAft>
            </a:pPr>
            <a:r>
              <a:rPr sz="850">
                <a:solidFill>
                  <a:srgbClr val="1F1F1F"/>
                </a:solidFill>
                <a:latin typeface="Courier New"/>
              </a:rPr>
              <a:t>          │    TACWindow, TACPinFrame    │</a:t>
            </a:r>
          </a:p>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   qt-adapter  (bridge)       │  Qt6::Core only</a:t>
            </a:r>
          </a:p>
          <a:p>
            <a:pPr>
              <a:spcBef>
                <a:spcPts val="0"/>
              </a:spcBef>
              <a:spcAft>
                <a:spcPts val="0"/>
              </a:spcAft>
            </a:pPr>
            <a:r>
              <a:rPr sz="850">
                <a:solidFill>
                  <a:srgbClr val="1F1F1F"/>
                </a:solidFill>
                <a:latin typeface="Courier New"/>
              </a:rPr>
              <a:t>          │   TACDeviceBridge            │</a:t>
            </a:r>
          </a:p>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  C++20 only below this line</a:t>
            </a:r>
          </a:p>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          qtac-core  (static lib)             │</a:t>
            </a:r>
          </a:p>
          <a:p>
            <a:pPr>
              <a:spcBef>
                <a:spcPts val="0"/>
              </a:spcBef>
              <a:spcAft>
                <a:spcPts val="0"/>
              </a:spcAft>
            </a:pPr>
            <a:r>
              <a:rPr sz="850">
                <a:solidFill>
                  <a:srgbClr val="1F1F1F"/>
                </a:solidFill>
                <a:latin typeface="Courier New"/>
              </a:rPr>
              <a:t>  │  AlpacaDevice · TACDriveThread · AlpacaScript│</a:t>
            </a:r>
          </a:p>
          <a:p>
            <a:pPr>
              <a:spcBef>
                <a:spcPts val="0"/>
              </a:spcBef>
              <a:spcAft>
                <a:spcPts val="0"/>
              </a:spcAft>
            </a:pPr>
            <a:r>
              <a:rPr sz="850">
                <a:solidFill>
                  <a:srgbClr val="1F1F1F"/>
                </a:solidFill>
                <a:latin typeface="Courier New"/>
              </a:rPr>
              <a:t>  │  qtac::String · qtac::Signal&lt;&gt; · SerialPort  │</a:t>
            </a:r>
          </a:p>
          <a:p>
            <a:pPr>
              <a:spcBef>
                <a:spcPts val="0"/>
              </a:spcBef>
              <a:spcAft>
                <a:spcPts val="0"/>
              </a:spcAft>
            </a:pPr>
            <a:r>
              <a:rPr sz="850">
                <a:solidFill>
                  <a:srgbClr val="1F1F1F"/>
                </a:solidFill>
                <a:latin typeface="Courier New"/>
              </a:rPr>
              <a:t>  │           zero Qt dependency                 │</a:t>
            </a:r>
          </a:p>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a:t>
            </a:r>
          </a:p>
          <a:p>
            <a:pPr>
              <a:spcBef>
                <a:spcPts val="0"/>
              </a:spcBef>
              <a:spcAft>
                <a:spcPts val="0"/>
              </a:spcAft>
            </a:pPr>
            <a:r>
              <a:rPr sz="850">
                <a:solidFill>
                  <a:srgbClr val="1F1F1F"/>
                </a:solidFill>
                <a:latin typeface="Courier New"/>
              </a:rPr>
              <a:t>            │  TACDev.dll     │  no Qt · ~300 KB</a:t>
            </a:r>
          </a:p>
          <a:p>
            <a:pPr>
              <a:spcBef>
                <a:spcPts val="0"/>
              </a:spcBef>
              <a:spcAft>
                <a:spcPts val="0"/>
              </a:spcAft>
            </a:pPr>
            <a:r>
              <a:rPr sz="850">
                <a:solidFill>
                  <a:srgbClr val="1F1F1F"/>
                </a:solidFill>
                <a:latin typeface="Courier New"/>
              </a:rPr>
              <a:t>            └─────────────────┘</a:t>
            </a:r>
          </a:p>
        </p:txBody>
      </p:sp>
      <p:graphicFrame>
        <p:nvGraphicFramePr>
          <p:cNvPr id="6" name="Table 5"/>
          <p:cNvGraphicFramePr>
            <a:graphicFrameLocks noGrp="1"/>
          </p:cNvGraphicFramePr>
          <p:nvPr/>
        </p:nvGraphicFramePr>
        <p:xfrm>
          <a:off x="6492240" y="1005840"/>
          <a:ext cx="6492240" cy="17373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47472">
                <a:tc>
                  <a:txBody>
                    <a:bodyPr/>
                    <a:lstStyle/>
                    <a:p>
                      <a:pPr>
                        <a:defRPr sz="1300" b="1">
                          <a:solidFill>
                            <a:srgbClr val="FFFFFF"/>
                          </a:solidFill>
                          <a:latin typeface="Calibri"/>
                        </a:defRPr>
                      </a:pPr>
                      <a:r>
                        <a:t>Layer</a:t>
                      </a:r>
                    </a:p>
                  </a:txBody>
                  <a:tcPr>
                    <a:solidFill>
                      <a:srgbClr val="0070C0"/>
                    </a:solidFill>
                  </a:tcPr>
                </a:tc>
                <a:tc>
                  <a:txBody>
                    <a:bodyPr/>
                    <a:lstStyle/>
                    <a:p>
                      <a:pPr>
                        <a:defRPr sz="1300" b="1">
                          <a:solidFill>
                            <a:srgbClr val="FFFFFF"/>
                          </a:solidFill>
                          <a:latin typeface="Calibri"/>
                        </a:defRPr>
                      </a:pPr>
                      <a:r>
                        <a:t>Qt?</a:t>
                      </a:r>
                    </a:p>
                  </a:txBody>
                  <a:tcPr>
                    <a:solidFill>
                      <a:srgbClr val="0070C0"/>
                    </a:solidFill>
                  </a:tcPr>
                </a:tc>
                <a:tc>
                  <a:txBody>
                    <a:bodyPr/>
                    <a:lstStyle/>
                    <a:p>
                      <a:pPr>
                        <a:defRPr sz="1300" b="1">
                          <a:solidFill>
                            <a:srgbClr val="FFFFFF"/>
                          </a:solidFill>
                          <a:latin typeface="Calibri"/>
                        </a:defRPr>
                      </a:pPr>
                      <a:r>
                        <a:t>Status</a:t>
                      </a:r>
                    </a:p>
                  </a:txBody>
                  <a:tcPr>
                    <a:solidFill>
                      <a:srgbClr val="0070C0"/>
                    </a:solidFill>
                  </a:tcPr>
                </a:tc>
                <a:extLst>
                  <a:ext uri="{0D108BD9-81ED-4DB2-BD59-A6C34878D82A}">
                    <a16:rowId xmlns:a16="http://schemas.microsoft.com/office/drawing/2014/main" val="10000"/>
                  </a:ext>
                </a:extLst>
              </a:tr>
              <a:tr h="347472">
                <a:tc>
                  <a:txBody>
                    <a:bodyPr/>
                    <a:lstStyle/>
                    <a:p>
                      <a:pPr>
                        <a:defRPr sz="1300">
                          <a:solidFill>
                            <a:srgbClr val="1F1F1F"/>
                          </a:solidFill>
                          <a:latin typeface="Calibri"/>
                        </a:defRPr>
                      </a:pPr>
                      <a:r>
                        <a:t>source/library  (qtac-core)</a:t>
                      </a:r>
                    </a:p>
                  </a:txBody>
                  <a:tcPr>
                    <a:solidFill>
                      <a:srgbClr val="FFFFFF"/>
                    </a:solidFill>
                  </a:tcPr>
                </a:tc>
                <a:tc>
                  <a:txBody>
                    <a:bodyPr/>
                    <a:lstStyle/>
                    <a:p>
                      <a:pPr>
                        <a:defRPr sz="1300">
                          <a:solidFill>
                            <a:srgbClr val="1F1F1F"/>
                          </a:solidFill>
                          <a:latin typeface="Calibri"/>
                        </a:defRPr>
                      </a:pPr>
                      <a:r>
                        <a:t>No</a:t>
                      </a:r>
                    </a:p>
                  </a:txBody>
                  <a:tcPr>
                    <a:solidFill>
                      <a:srgbClr val="FFFFFF"/>
                    </a:solidFill>
                  </a:tcPr>
                </a:tc>
                <a:tc>
                  <a:txBody>
                    <a:bodyPr/>
                    <a:lstStyle/>
                    <a:p>
                      <a:pPr>
                        <a:defRPr sz="1300">
                          <a:solidFill>
                            <a:srgbClr val="1F1F1F"/>
                          </a:solidFill>
                          <a:latin typeface="Calibri"/>
                        </a:defRPr>
                      </a:pPr>
                      <a:r>
                        <a:t>✅ Refactored</a:t>
                      </a:r>
                    </a:p>
                  </a:txBody>
                  <a:tcPr>
                    <a:solidFill>
                      <a:srgbClr val="FFFFFF"/>
                    </a:solidFill>
                  </a:tcPr>
                </a:tc>
                <a:extLst>
                  <a:ext uri="{0D108BD9-81ED-4DB2-BD59-A6C34878D82A}">
                    <a16:rowId xmlns:a16="http://schemas.microsoft.com/office/drawing/2014/main" val="10001"/>
                  </a:ext>
                </a:extLst>
              </a:tr>
              <a:tr h="347472">
                <a:tc>
                  <a:txBody>
                    <a:bodyPr/>
                    <a:lstStyle/>
                    <a:p>
                      <a:pPr>
                        <a:defRPr sz="1300">
                          <a:solidFill>
                            <a:srgbClr val="1F1F1F"/>
                          </a:solidFill>
                          <a:latin typeface="Calibri"/>
                        </a:defRPr>
                      </a:pPr>
                      <a:r>
                        <a:t>source/tacdev  (TACDev.dll)</a:t>
                      </a:r>
                    </a:p>
                  </a:txBody>
                  <a:tcPr>
                    <a:solidFill>
                      <a:srgbClr val="EEF4FB"/>
                    </a:solidFill>
                  </a:tcPr>
                </a:tc>
                <a:tc>
                  <a:txBody>
                    <a:bodyPr/>
                    <a:lstStyle/>
                    <a:p>
                      <a:pPr>
                        <a:defRPr sz="1300">
                          <a:solidFill>
                            <a:srgbClr val="1F1F1F"/>
                          </a:solidFill>
                          <a:latin typeface="Calibri"/>
                        </a:defRPr>
                      </a:pPr>
                      <a:r>
                        <a:t>No</a:t>
                      </a:r>
                    </a:p>
                  </a:txBody>
                  <a:tcPr>
                    <a:solidFill>
                      <a:srgbClr val="EEF4FB"/>
                    </a:solidFill>
                  </a:tcPr>
                </a:tc>
                <a:tc>
                  <a:txBody>
                    <a:bodyPr/>
                    <a:lstStyle/>
                    <a:p>
                      <a:pPr>
                        <a:defRPr sz="1300">
                          <a:solidFill>
                            <a:srgbClr val="1F1F1F"/>
                          </a:solidFill>
                          <a:latin typeface="Calibri"/>
                        </a:defRPr>
                      </a:pPr>
                      <a:r>
                        <a:t>✅ Refactored — Qt-free</a:t>
                      </a:r>
                    </a:p>
                  </a:txBody>
                  <a:tcPr>
                    <a:solidFill>
                      <a:srgbClr val="EEF4FB"/>
                    </a:solidFill>
                  </a:tcPr>
                </a:tc>
                <a:extLst>
                  <a:ext uri="{0D108BD9-81ED-4DB2-BD59-A6C34878D82A}">
                    <a16:rowId xmlns:a16="http://schemas.microsoft.com/office/drawing/2014/main" val="10002"/>
                  </a:ext>
                </a:extLst>
              </a:tr>
              <a:tr h="347472">
                <a:tc>
                  <a:txBody>
                    <a:bodyPr/>
                    <a:lstStyle/>
                    <a:p>
                      <a:pPr>
                        <a:defRPr sz="1300">
                          <a:solidFill>
                            <a:srgbClr val="1F1F1F"/>
                          </a:solidFill>
                          <a:latin typeface="Calibri"/>
                        </a:defRPr>
                      </a:pPr>
                      <a:r>
                        <a:t>source/libraries/qt-adapter</a:t>
                      </a:r>
                    </a:p>
                  </a:txBody>
                  <a:tcPr>
                    <a:solidFill>
                      <a:srgbClr val="FFFFFF"/>
                    </a:solidFill>
                  </a:tcPr>
                </a:tc>
                <a:tc>
                  <a:txBody>
                    <a:bodyPr/>
                    <a:lstStyle/>
                    <a:p>
                      <a:pPr>
                        <a:defRPr sz="1300">
                          <a:solidFill>
                            <a:srgbClr val="1F1F1F"/>
                          </a:solidFill>
                          <a:latin typeface="Calibri"/>
                        </a:defRPr>
                      </a:pPr>
                      <a:r>
                        <a:t>Bridge only</a:t>
                      </a:r>
                    </a:p>
                  </a:txBody>
                  <a:tcPr>
                    <a:solidFill>
                      <a:srgbClr val="FFFFFF"/>
                    </a:solidFill>
                  </a:tcPr>
                </a:tc>
                <a:tc>
                  <a:txBody>
                    <a:bodyPr/>
                    <a:lstStyle/>
                    <a:p>
                      <a:pPr>
                        <a:defRPr sz="1300">
                          <a:solidFill>
                            <a:srgbClr val="1F1F1F"/>
                          </a:solidFill>
                          <a:latin typeface="Calibri"/>
                        </a:defRPr>
                      </a:pPr>
                      <a:r>
                        <a:t>✅ New bridge</a:t>
                      </a:r>
                    </a:p>
                  </a:txBody>
                  <a:tcPr>
                    <a:solidFill>
                      <a:srgbClr val="FFFFFF"/>
                    </a:solidFill>
                  </a:tcPr>
                </a:tc>
                <a:extLst>
                  <a:ext uri="{0D108BD9-81ED-4DB2-BD59-A6C34878D82A}">
                    <a16:rowId xmlns:a16="http://schemas.microsoft.com/office/drawing/2014/main" val="10003"/>
                  </a:ext>
                </a:extLst>
              </a:tr>
              <a:tr h="347472">
                <a:tc>
                  <a:txBody>
                    <a:bodyPr/>
                    <a:lstStyle/>
                    <a:p>
                      <a:pPr>
                        <a:defRPr sz="1300">
                          <a:solidFill>
                            <a:srgbClr val="1F1F1F"/>
                          </a:solidFill>
                          <a:latin typeface="Calibri"/>
                        </a:defRPr>
                      </a:pPr>
                      <a:r>
                        <a:t>source/app  (qtac-app.exe)</a:t>
                      </a:r>
                    </a:p>
                  </a:txBody>
                  <a:tcPr>
                    <a:solidFill>
                      <a:srgbClr val="EEF4FB"/>
                    </a:solidFill>
                  </a:tcPr>
                </a:tc>
                <a:tc>
                  <a:txBody>
                    <a:bodyPr/>
                    <a:lstStyle/>
                    <a:p>
                      <a:pPr>
                        <a:defRPr sz="1300">
                          <a:solidFill>
                            <a:srgbClr val="1F1F1F"/>
                          </a:solidFill>
                          <a:latin typeface="Calibri"/>
                        </a:defRPr>
                      </a:pPr>
                      <a:r>
                        <a:t>Yes (GUI)</a:t>
                      </a:r>
                    </a:p>
                  </a:txBody>
                  <a:tcPr>
                    <a:solidFill>
                      <a:srgbClr val="EEF4FB"/>
                    </a:solidFill>
                  </a:tcPr>
                </a:tc>
                <a:tc>
                  <a:txBody>
                    <a:bodyPr/>
                    <a:lstStyle/>
                    <a:p>
                      <a:pPr>
                        <a:defRPr sz="1300">
                          <a:solidFill>
                            <a:srgbClr val="1F1F1F"/>
                          </a:solidFill>
                          <a:latin typeface="Calibri"/>
                        </a:defRPr>
                      </a:pPr>
                      <a:r>
                        <a:t>✅ New Qt6 GUI</a:t>
                      </a:r>
                    </a:p>
                  </a:txBody>
                  <a:tcPr>
                    <a:solidFill>
                      <a:srgbClr val="EEF4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Three Approaches Considered</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457200" y="1005840"/>
          <a:ext cx="9601200" cy="1389888"/>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47472">
                <a:tc>
                  <a:txBody>
                    <a:bodyPr/>
                    <a:lstStyle/>
                    <a:p>
                      <a:pPr>
                        <a:defRPr sz="1400" b="1">
                          <a:solidFill>
                            <a:srgbClr val="FFFFFF"/>
                          </a:solidFill>
                          <a:latin typeface="Calibri"/>
                        </a:defRPr>
                      </a:pPr>
                      <a:r>
                        <a:t>Approach</a:t>
                      </a:r>
                    </a:p>
                  </a:txBody>
                  <a:tcPr>
                    <a:solidFill>
                      <a:srgbClr val="0070C0"/>
                    </a:solidFill>
                  </a:tcPr>
                </a:tc>
                <a:tc>
                  <a:txBody>
                    <a:bodyPr/>
                    <a:lstStyle/>
                    <a:p>
                      <a:pPr>
                        <a:defRPr sz="1400" b="1">
                          <a:solidFill>
                            <a:srgbClr val="FFFFFF"/>
                          </a:solidFill>
                          <a:latin typeface="Calibri"/>
                        </a:defRPr>
                      </a:pPr>
                      <a:r>
                        <a:t>Call-site changes</a:t>
                      </a:r>
                    </a:p>
                  </a:txBody>
                  <a:tcPr>
                    <a:solidFill>
                      <a:srgbClr val="0070C0"/>
                    </a:solidFill>
                  </a:tcPr>
                </a:tc>
                <a:tc>
                  <a:txBody>
                    <a:bodyPr/>
                    <a:lstStyle/>
                    <a:p>
                      <a:pPr>
                        <a:defRPr sz="1400" b="1">
                          <a:solidFill>
                            <a:srgbClr val="FFFFFF"/>
                          </a:solidFill>
                          <a:latin typeface="Calibri"/>
                        </a:defRPr>
                      </a:pPr>
                      <a:r>
                        <a:t>Risk</a:t>
                      </a:r>
                    </a:p>
                  </a:txBody>
                  <a:tcPr>
                    <a:solidFill>
                      <a:srgbClr val="0070C0"/>
                    </a:solidFill>
                  </a:tcPr>
                </a:tc>
                <a:tc>
                  <a:txBody>
                    <a:bodyPr/>
                    <a:lstStyle/>
                    <a:p>
                      <a:pPr>
                        <a:defRPr sz="1400" b="1">
                          <a:solidFill>
                            <a:srgbClr val="FFFFFF"/>
                          </a:solidFill>
                          <a:latin typeface="Calibri"/>
                        </a:defRPr>
                      </a:pPr>
                      <a:r>
                        <a:t>Readability</a:t>
                      </a:r>
                    </a:p>
                  </a:txBody>
                  <a:tcPr>
                    <a:solidFill>
                      <a:srgbClr val="0070C0"/>
                    </a:solidFill>
                  </a:tcPr>
                </a:tc>
                <a:extLst>
                  <a:ext uri="{0D108BD9-81ED-4DB2-BD59-A6C34878D82A}">
                    <a16:rowId xmlns:a16="http://schemas.microsoft.com/office/drawing/2014/main" val="10000"/>
                  </a:ext>
                </a:extLst>
              </a:tr>
              <a:tr h="347472">
                <a:tc>
                  <a:txBody>
                    <a:bodyPr/>
                    <a:lstStyle/>
                    <a:p>
                      <a:pPr>
                        <a:defRPr sz="1400">
                          <a:solidFill>
                            <a:srgbClr val="1F1F1F"/>
                          </a:solidFill>
                          <a:latin typeface="Calibri"/>
                        </a:defRPr>
                      </a:pPr>
                      <a:r>
                        <a:t>A. qtac:: wrappers  ✅ chosen</a:t>
                      </a:r>
                    </a:p>
                  </a:txBody>
                  <a:tcPr>
                    <a:solidFill>
                      <a:srgbClr val="FFFFFF"/>
                    </a:solidFill>
                  </a:tcPr>
                </a:tc>
                <a:tc>
                  <a:txBody>
                    <a:bodyPr/>
                    <a:lstStyle/>
                    <a:p>
                      <a:pPr>
                        <a:defRPr sz="1400">
                          <a:solidFill>
                            <a:srgbClr val="1F1F1F"/>
                          </a:solidFill>
                          <a:latin typeface="Calibri"/>
                        </a:defRPr>
                      </a:pPr>
                      <a:r>
                        <a:t>Minimal — type names only</a:t>
                      </a:r>
                    </a:p>
                  </a:txBody>
                  <a:tcPr>
                    <a:solidFill>
                      <a:srgbClr val="FFFFFF"/>
                    </a:solidFill>
                  </a:tcPr>
                </a:tc>
                <a:tc>
                  <a:txBody>
                    <a:bodyPr/>
                    <a:lstStyle/>
                    <a:p>
                      <a:pPr>
                        <a:defRPr sz="1400">
                          <a:solidFill>
                            <a:srgbClr val="1F1F1F"/>
                          </a:solidFill>
                          <a:latin typeface="Calibri"/>
                        </a:defRPr>
                      </a:pPr>
                      <a:r>
                        <a:t>Low</a:t>
                      </a:r>
                    </a:p>
                  </a:txBody>
                  <a:tcPr>
                    <a:solidFill>
                      <a:srgbClr val="FFFFFF"/>
                    </a:solidFill>
                  </a:tcPr>
                </a:tc>
                <a:tc>
                  <a:txBody>
                    <a:bodyPr/>
                    <a:lstStyle/>
                    <a:p>
                      <a:pPr>
                        <a:defRPr sz="1400">
                          <a:solidFill>
                            <a:srgbClr val="1F1F1F"/>
                          </a:solidFill>
                          <a:latin typeface="Calibri"/>
                        </a:defRPr>
                      </a:pPr>
                      <a:r>
                        <a:t>High — Qt-like API</a:t>
                      </a:r>
                    </a:p>
                  </a:txBody>
                  <a:tcPr>
                    <a:solidFill>
                      <a:srgbClr val="FFFFFF"/>
                    </a:solidFill>
                  </a:tcPr>
                </a:tc>
                <a:extLst>
                  <a:ext uri="{0D108BD9-81ED-4DB2-BD59-A6C34878D82A}">
                    <a16:rowId xmlns:a16="http://schemas.microsoft.com/office/drawing/2014/main" val="10001"/>
                  </a:ext>
                </a:extLst>
              </a:tr>
              <a:tr h="347472">
                <a:tc>
                  <a:txBody>
                    <a:bodyPr/>
                    <a:lstStyle/>
                    <a:p>
                      <a:pPr>
                        <a:defRPr sz="1400">
                          <a:solidFill>
                            <a:srgbClr val="1F1F1F"/>
                          </a:solidFill>
                          <a:latin typeface="Calibri"/>
                        </a:defRPr>
                      </a:pPr>
                      <a:r>
                        <a:t>B. Direct std:: replacement</a:t>
                      </a:r>
                    </a:p>
                  </a:txBody>
                  <a:tcPr>
                    <a:solidFill>
                      <a:srgbClr val="EEF4FB"/>
                    </a:solidFill>
                  </a:tcPr>
                </a:tc>
                <a:tc>
                  <a:txBody>
                    <a:bodyPr/>
                    <a:lstStyle/>
                    <a:p>
                      <a:pPr>
                        <a:defRPr sz="1400">
                          <a:solidFill>
                            <a:srgbClr val="1F1F1F"/>
                          </a:solidFill>
                          <a:latin typeface="Calibri"/>
                        </a:defRPr>
                      </a:pPr>
                      <a:r>
                        <a:t>Extensive — every method call</a:t>
                      </a:r>
                    </a:p>
                  </a:txBody>
                  <a:tcPr>
                    <a:solidFill>
                      <a:srgbClr val="EEF4FB"/>
                    </a:solidFill>
                  </a:tcPr>
                </a:tc>
                <a:tc>
                  <a:txBody>
                    <a:bodyPr/>
                    <a:lstStyle/>
                    <a:p>
                      <a:pPr>
                        <a:defRPr sz="1400">
                          <a:solidFill>
                            <a:srgbClr val="1F1F1F"/>
                          </a:solidFill>
                          <a:latin typeface="Calibri"/>
                        </a:defRPr>
                      </a:pPr>
                      <a:r>
                        <a:t>Medium</a:t>
                      </a:r>
                    </a:p>
                  </a:txBody>
                  <a:tcPr>
                    <a:solidFill>
                      <a:srgbClr val="EEF4FB"/>
                    </a:solidFill>
                  </a:tcPr>
                </a:tc>
                <a:tc>
                  <a:txBody>
                    <a:bodyPr/>
                    <a:lstStyle/>
                    <a:p>
                      <a:pPr>
                        <a:defRPr sz="1400">
                          <a:solidFill>
                            <a:srgbClr val="1F1F1F"/>
                          </a:solidFill>
                          <a:latin typeface="Calibri"/>
                        </a:defRPr>
                      </a:pPr>
                      <a:r>
                        <a:t>Medium</a:t>
                      </a:r>
                    </a:p>
                  </a:txBody>
                  <a:tcPr>
                    <a:solidFill>
                      <a:srgbClr val="EEF4FB"/>
                    </a:solidFill>
                  </a:tcPr>
                </a:tc>
                <a:extLst>
                  <a:ext uri="{0D108BD9-81ED-4DB2-BD59-A6C34878D82A}">
                    <a16:rowId xmlns:a16="http://schemas.microsoft.com/office/drawing/2014/main" val="10002"/>
                  </a:ext>
                </a:extLst>
              </a:tr>
              <a:tr h="347472">
                <a:tc>
                  <a:txBody>
                    <a:bodyPr/>
                    <a:lstStyle/>
                    <a:p>
                      <a:pPr>
                        <a:defRPr sz="1400">
                          <a:solidFill>
                            <a:srgbClr val="1F1F1F"/>
                          </a:solidFill>
                          <a:latin typeface="Calibri"/>
                        </a:defRPr>
                      </a:pPr>
                      <a:r>
                        <a:t>C. Centralized StringUtils</a:t>
                      </a:r>
                    </a:p>
                  </a:txBody>
                  <a:tcPr>
                    <a:solidFill>
                      <a:srgbClr val="FFFFFF"/>
                    </a:solidFill>
                  </a:tcPr>
                </a:tc>
                <a:tc>
                  <a:txBody>
                    <a:bodyPr/>
                    <a:lstStyle/>
                    <a:p>
                      <a:pPr>
                        <a:defRPr sz="1400">
                          <a:solidFill>
                            <a:srgbClr val="1F1F1F"/>
                          </a:solidFill>
                          <a:latin typeface="Calibri"/>
                        </a:defRPr>
                      </a:pPr>
                      <a:r>
                        <a:t>Extensive — every call site</a:t>
                      </a:r>
                    </a:p>
                  </a:txBody>
                  <a:tcPr>
                    <a:solidFill>
                      <a:srgbClr val="FFFFFF"/>
                    </a:solidFill>
                  </a:tcPr>
                </a:tc>
                <a:tc>
                  <a:txBody>
                    <a:bodyPr/>
                    <a:lstStyle/>
                    <a:p>
                      <a:pPr>
                        <a:defRPr sz="1400">
                          <a:solidFill>
                            <a:srgbClr val="1F1F1F"/>
                          </a:solidFill>
                          <a:latin typeface="Calibri"/>
                        </a:defRPr>
                      </a:pPr>
                      <a:r>
                        <a:t>Medium</a:t>
                      </a:r>
                    </a:p>
                  </a:txBody>
                  <a:tcPr>
                    <a:solidFill>
                      <a:srgbClr val="FFFFFF"/>
                    </a:solidFill>
                  </a:tcPr>
                </a:tc>
                <a:tc>
                  <a:txBody>
                    <a:bodyPr/>
                    <a:lstStyle/>
                    <a:p>
                      <a:pPr>
                        <a:defRPr sz="1400">
                          <a:solidFill>
                            <a:srgbClr val="1F1F1F"/>
                          </a:solidFill>
                          <a:latin typeface="Calibri"/>
                        </a:defRPr>
                      </a:pPr>
                      <a:r>
                        <a:t>Medium</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3291840"/>
            <a:ext cx="11247120" cy="365760"/>
          </a:xfrm>
          <a:prstGeom prst="rect">
            <a:avLst/>
          </a:prstGeom>
          <a:noFill/>
        </p:spPr>
        <p:txBody>
          <a:bodyPr wrap="square">
            <a:spAutoFit/>
          </a:bodyPr>
          <a:lstStyle/>
          <a:p>
            <a:pPr algn="l"/>
            <a:r>
              <a:rPr sz="1500" b="1">
                <a:solidFill>
                  <a:srgbClr val="0070C0"/>
                </a:solidFill>
                <a:latin typeface="Calibri"/>
              </a:rPr>
              <a:t>Why wrappers won:</a:t>
            </a:r>
          </a:p>
        </p:txBody>
      </p:sp>
      <p:sp>
        <p:nvSpPr>
          <p:cNvPr id="6" name="TextBox 5"/>
          <p:cNvSpPr txBox="1"/>
          <p:nvPr/>
        </p:nvSpPr>
        <p:spPr>
          <a:xfrm>
            <a:off x="457200" y="3703320"/>
            <a:ext cx="11247120" cy="2743200"/>
          </a:xfrm>
          <a:prstGeom prst="rect">
            <a:avLst/>
          </a:prstGeom>
          <a:noFill/>
        </p:spPr>
        <p:txBody>
          <a:bodyPr wrap="square">
            <a:spAutoFit/>
          </a:bodyPr>
          <a:lstStyle/>
          <a:p>
            <a:pPr>
              <a:spcBef>
                <a:spcPts val="200"/>
              </a:spcBef>
            </a:pPr>
            <a:r>
              <a:rPr sz="1500">
                <a:solidFill>
                  <a:srgbClr val="1F1F1F"/>
                </a:solidFill>
                <a:latin typeface="Calibri"/>
              </a:rPr>
              <a:t>•  159 call sites would need rewriting with Approach B (str.contains() → str.find() != npos, etc.)</a:t>
            </a:r>
          </a:p>
          <a:p>
            <a:pPr>
              <a:spcBef>
                <a:spcPts val="200"/>
              </a:spcBef>
            </a:pPr>
            <a:r>
              <a:rPr sz="1500">
                <a:solidFill>
                  <a:srgbClr val="1F1F1F"/>
                </a:solidFill>
                <a:latin typeface="Calibri"/>
              </a:rPr>
              <a:t>•  Wrapper approach: change only type names — logic and method names stay identical</a:t>
            </a:r>
          </a:p>
          <a:p>
            <a:pPr>
              <a:spcBef>
                <a:spcPts val="200"/>
              </a:spcBef>
            </a:pPr>
            <a:r>
              <a:rPr sz="1500">
                <a:solidFill>
                  <a:srgbClr val="1F1F1F"/>
                </a:solidFill>
                <a:latin typeface="Calibri"/>
              </a:rPr>
              <a:t>•  Smaller diffs → easier review, lower bug risk, familiar to engineers who know Qt</a:t>
            </a:r>
          </a:p>
          <a:p>
            <a:pPr>
              <a:spcBef>
                <a:spcPts val="200"/>
              </a:spcBef>
            </a:pPr>
            <a:r>
              <a:rPr sz="1500">
                <a:solidFill>
                  <a:srgbClr val="1F1F1F"/>
                </a:solidFill>
                <a:latin typeface="Calibri"/>
              </a:rPr>
              <a:t>•  ~2000 lines of wrapper infrastructure up front, saves thousands of call-site rewrites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Approach A: qtac:: Wrappers (Chosen)</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68680"/>
            <a:ext cx="3566160" cy="320040"/>
          </a:xfrm>
          <a:prstGeom prst="rect">
            <a:avLst/>
          </a:prstGeom>
          <a:noFill/>
        </p:spPr>
        <p:txBody>
          <a:bodyPr wrap="square">
            <a:spAutoFit/>
          </a:bodyPr>
          <a:lstStyle/>
          <a:p>
            <a:pPr algn="l"/>
            <a:r>
              <a:rPr sz="1300" b="1">
                <a:solidFill>
                  <a:srgbClr val="444444"/>
                </a:solidFill>
                <a:latin typeface="Calibri"/>
              </a:rPr>
              <a:t>Before (Qt):</a:t>
            </a:r>
          </a:p>
        </p:txBody>
      </p:sp>
      <p:sp>
        <p:nvSpPr>
          <p:cNvPr id="5" name="Rectangle 4"/>
          <p:cNvSpPr/>
          <p:nvPr/>
        </p:nvSpPr>
        <p:spPr>
          <a:xfrm>
            <a:off x="457200" y="1188720"/>
            <a:ext cx="3566160" cy="100584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34440"/>
            <a:ext cx="3383280" cy="914400"/>
          </a:xfrm>
          <a:prstGeom prst="rect">
            <a:avLst/>
          </a:prstGeom>
          <a:noFill/>
        </p:spPr>
        <p:txBody>
          <a:bodyPr wrap="none">
            <a:spAutoFit/>
          </a:bodyPr>
          <a:lstStyle/>
          <a:p>
            <a:pPr>
              <a:spcBef>
                <a:spcPts val="0"/>
              </a:spcBef>
              <a:spcAft>
                <a:spcPts val="0"/>
              </a:spcAft>
            </a:pPr>
            <a:r>
              <a:rPr sz="950">
                <a:solidFill>
                  <a:srgbClr val="1F1F1F"/>
                </a:solidFill>
                <a:latin typeface="Courier New"/>
              </a:rPr>
              <a:t>QString processInput(const QString&amp; input) {</a:t>
            </a:r>
          </a:p>
          <a:p>
            <a:pPr>
              <a:spcBef>
                <a:spcPts val="0"/>
              </a:spcBef>
              <a:spcAft>
                <a:spcPts val="0"/>
              </a:spcAft>
            </a:pPr>
            <a:r>
              <a:rPr sz="950">
                <a:solidFill>
                  <a:srgbClr val="1F1F1F"/>
                </a:solidFill>
                <a:latin typeface="Courier New"/>
              </a:rPr>
              <a:t>    QStringList parts =</a:t>
            </a:r>
          </a:p>
          <a:p>
            <a:pPr>
              <a:spcBef>
                <a:spcPts val="0"/>
              </a:spcBef>
              <a:spcAft>
                <a:spcPts val="0"/>
              </a:spcAft>
            </a:pPr>
            <a:r>
              <a:rPr sz="950">
                <a:solidFill>
                  <a:srgbClr val="1F1F1F"/>
                </a:solidFill>
                <a:latin typeface="Courier New"/>
              </a:rPr>
              <a:t>        input.trimmed().toLower().split(',');</a:t>
            </a:r>
          </a:p>
          <a:p>
            <a:pPr>
              <a:spcBef>
                <a:spcPts val="0"/>
              </a:spcBef>
              <a:spcAft>
                <a:spcPts val="0"/>
              </a:spcAft>
            </a:pPr>
            <a:r>
              <a:rPr sz="950">
                <a:solidFill>
                  <a:srgbClr val="1F1F1F"/>
                </a:solidFill>
                <a:latin typeface="Courier New"/>
              </a:rPr>
              <a:t>    return parts.join(" | ");</a:t>
            </a:r>
          </a:p>
          <a:p>
            <a:pPr>
              <a:spcBef>
                <a:spcPts val="0"/>
              </a:spcBef>
              <a:spcAft>
                <a:spcPts val="0"/>
              </a:spcAft>
            </a:pPr>
            <a:r>
              <a:rPr sz="950">
                <a:solidFill>
                  <a:srgbClr val="1F1F1F"/>
                </a:solidFill>
                <a:latin typeface="Courier New"/>
              </a:rPr>
              <a:t>}</a:t>
            </a:r>
          </a:p>
        </p:txBody>
      </p:sp>
      <p:sp>
        <p:nvSpPr>
          <p:cNvPr id="7" name="TextBox 6"/>
          <p:cNvSpPr txBox="1"/>
          <p:nvPr/>
        </p:nvSpPr>
        <p:spPr>
          <a:xfrm>
            <a:off x="457200" y="2331720"/>
            <a:ext cx="3566160" cy="320040"/>
          </a:xfrm>
          <a:prstGeom prst="rect">
            <a:avLst/>
          </a:prstGeom>
          <a:noFill/>
        </p:spPr>
        <p:txBody>
          <a:bodyPr wrap="square">
            <a:spAutoFit/>
          </a:bodyPr>
          <a:lstStyle/>
          <a:p>
            <a:pPr algn="l"/>
            <a:r>
              <a:rPr sz="1300" b="1">
                <a:solidFill>
                  <a:srgbClr val="0070C0"/>
                </a:solidFill>
                <a:latin typeface="Calibri"/>
              </a:rPr>
              <a:t>After (qtac:: wrappers):</a:t>
            </a:r>
          </a:p>
        </p:txBody>
      </p:sp>
      <p:sp>
        <p:nvSpPr>
          <p:cNvPr id="8" name="Rectangle 7"/>
          <p:cNvSpPr/>
          <p:nvPr/>
        </p:nvSpPr>
        <p:spPr>
          <a:xfrm>
            <a:off x="457200" y="2651760"/>
            <a:ext cx="3566160" cy="100584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697480"/>
            <a:ext cx="3383280" cy="914400"/>
          </a:xfrm>
          <a:prstGeom prst="rect">
            <a:avLst/>
          </a:prstGeom>
          <a:noFill/>
        </p:spPr>
        <p:txBody>
          <a:bodyPr wrap="none">
            <a:spAutoFit/>
          </a:bodyPr>
          <a:lstStyle/>
          <a:p>
            <a:pPr>
              <a:spcBef>
                <a:spcPts val="0"/>
              </a:spcBef>
              <a:spcAft>
                <a:spcPts val="0"/>
              </a:spcAft>
            </a:pPr>
            <a:r>
              <a:rPr sz="950">
                <a:solidFill>
                  <a:srgbClr val="1F1F1F"/>
                </a:solidFill>
                <a:latin typeface="Courier New"/>
              </a:rPr>
              <a:t>qtac::String processInput(</a:t>
            </a:r>
          </a:p>
          <a:p>
            <a:pPr>
              <a:spcBef>
                <a:spcPts val="0"/>
              </a:spcBef>
              <a:spcAft>
                <a:spcPts val="0"/>
              </a:spcAft>
            </a:pPr>
            <a:r>
              <a:rPr sz="950">
                <a:solidFill>
                  <a:srgbClr val="1F1F1F"/>
                </a:solidFill>
                <a:latin typeface="Courier New"/>
              </a:rPr>
              <a:t>        const qtac::String&amp; input) {</a:t>
            </a:r>
          </a:p>
          <a:p>
            <a:pPr>
              <a:spcBef>
                <a:spcPts val="0"/>
              </a:spcBef>
              <a:spcAft>
                <a:spcPts val="0"/>
              </a:spcAft>
            </a:pPr>
            <a:r>
              <a:rPr sz="950">
                <a:solidFill>
                  <a:srgbClr val="1F1F1F"/>
                </a:solidFill>
                <a:latin typeface="Courier New"/>
              </a:rPr>
              <a:t>    qtac::StringList parts =</a:t>
            </a:r>
          </a:p>
          <a:p>
            <a:pPr>
              <a:spcBef>
                <a:spcPts val="0"/>
              </a:spcBef>
              <a:spcAft>
                <a:spcPts val="0"/>
              </a:spcAft>
            </a:pPr>
            <a:r>
              <a:rPr sz="950">
                <a:solidFill>
                  <a:srgbClr val="1F1F1F"/>
                </a:solidFill>
                <a:latin typeface="Courier New"/>
              </a:rPr>
              <a:t>        input.trimmed().toLower().split(',');</a:t>
            </a:r>
          </a:p>
          <a:p>
            <a:pPr>
              <a:spcBef>
                <a:spcPts val="0"/>
              </a:spcBef>
              <a:spcAft>
                <a:spcPts val="0"/>
              </a:spcAft>
            </a:pPr>
            <a:r>
              <a:rPr sz="950">
                <a:solidFill>
                  <a:srgbClr val="1F1F1F"/>
                </a:solidFill>
                <a:latin typeface="Courier New"/>
              </a:rPr>
              <a:t>    return parts.join(" | ");</a:t>
            </a:r>
          </a:p>
          <a:p>
            <a:pPr>
              <a:spcBef>
                <a:spcPts val="0"/>
              </a:spcBef>
              <a:spcAft>
                <a:spcPts val="0"/>
              </a:spcAft>
            </a:pPr>
            <a:r>
              <a:rPr sz="950">
                <a:solidFill>
                  <a:srgbClr val="1F1F1F"/>
                </a:solidFill>
                <a:latin typeface="Courier New"/>
              </a:rPr>
              <a:t>}</a:t>
            </a:r>
          </a:p>
        </p:txBody>
      </p:sp>
      <p:sp>
        <p:nvSpPr>
          <p:cNvPr id="10" name="TextBox 9"/>
          <p:cNvSpPr txBox="1"/>
          <p:nvPr/>
        </p:nvSpPr>
        <p:spPr>
          <a:xfrm>
            <a:off x="457200" y="3794760"/>
            <a:ext cx="3566160" cy="320040"/>
          </a:xfrm>
          <a:prstGeom prst="rect">
            <a:avLst/>
          </a:prstGeom>
          <a:noFill/>
        </p:spPr>
        <p:txBody>
          <a:bodyPr wrap="square">
            <a:spAutoFit/>
          </a:bodyPr>
          <a:lstStyle/>
          <a:p>
            <a:pPr algn="l"/>
            <a:r>
              <a:rPr sz="1300" b="1">
                <a:solidFill>
                  <a:srgbClr val="444444"/>
                </a:solidFill>
                <a:latin typeface="Calibri"/>
              </a:rPr>
              <a:t>With direct std:: (Approach B):</a:t>
            </a:r>
          </a:p>
        </p:txBody>
      </p:sp>
      <p:sp>
        <p:nvSpPr>
          <p:cNvPr id="11" name="Rectangle 10"/>
          <p:cNvSpPr/>
          <p:nvPr/>
        </p:nvSpPr>
        <p:spPr>
          <a:xfrm>
            <a:off x="457200" y="4114800"/>
            <a:ext cx="3566160" cy="141732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160520"/>
            <a:ext cx="3383280" cy="1325880"/>
          </a:xfrm>
          <a:prstGeom prst="rect">
            <a:avLst/>
          </a:prstGeom>
          <a:noFill/>
        </p:spPr>
        <p:txBody>
          <a:bodyPr wrap="none">
            <a:spAutoFit/>
          </a:bodyPr>
          <a:lstStyle/>
          <a:p>
            <a:pPr>
              <a:spcBef>
                <a:spcPts val="0"/>
              </a:spcBef>
              <a:spcAft>
                <a:spcPts val="0"/>
              </a:spcAft>
            </a:pPr>
            <a:r>
              <a:rPr sz="950">
                <a:solidFill>
                  <a:srgbClr val="1F1F1F"/>
                </a:solidFill>
                <a:latin typeface="Courier New"/>
              </a:rPr>
              <a:t>std::string processInput(</a:t>
            </a:r>
          </a:p>
          <a:p>
            <a:pPr>
              <a:spcBef>
                <a:spcPts val="0"/>
              </a:spcBef>
              <a:spcAft>
                <a:spcPts val="0"/>
              </a:spcAft>
            </a:pPr>
            <a:r>
              <a:rPr sz="950">
                <a:solidFill>
                  <a:srgbClr val="1F1F1F"/>
                </a:solidFill>
                <a:latin typeface="Courier New"/>
              </a:rPr>
              <a:t>        const std::string&amp; input) {</a:t>
            </a:r>
          </a:p>
          <a:p>
            <a:pPr>
              <a:spcBef>
                <a:spcPts val="0"/>
              </a:spcBef>
              <a:spcAft>
                <a:spcPts val="0"/>
              </a:spcAft>
            </a:pPr>
            <a:r>
              <a:rPr sz="950">
                <a:solidFill>
                  <a:srgbClr val="1F1F1F"/>
                </a:solidFill>
                <a:latin typeface="Courier New"/>
              </a:rPr>
              <a:t>    // manual trim (~4 lines)</a:t>
            </a:r>
          </a:p>
          <a:p>
            <a:pPr>
              <a:spcBef>
                <a:spcPts val="0"/>
              </a:spcBef>
              <a:spcAft>
                <a:spcPts val="0"/>
              </a:spcAft>
            </a:pPr>
            <a:r>
              <a:rPr sz="950">
                <a:solidFill>
                  <a:srgbClr val="1F1F1F"/>
                </a:solidFill>
                <a:latin typeface="Courier New"/>
              </a:rPr>
              <a:t>    // manual toLower (std::transform)</a:t>
            </a:r>
          </a:p>
          <a:p>
            <a:pPr>
              <a:spcBef>
                <a:spcPts val="0"/>
              </a:spcBef>
              <a:spcAft>
                <a:spcPts val="0"/>
              </a:spcAft>
            </a:pPr>
            <a:r>
              <a:rPr sz="950">
                <a:solidFill>
                  <a:srgbClr val="1F1F1F"/>
                </a:solidFill>
                <a:latin typeface="Courier New"/>
              </a:rPr>
              <a:t>    // manual split (istringstream loop)</a:t>
            </a:r>
          </a:p>
          <a:p>
            <a:pPr>
              <a:spcBef>
                <a:spcPts val="0"/>
              </a:spcBef>
              <a:spcAft>
                <a:spcPts val="0"/>
              </a:spcAft>
            </a:pPr>
            <a:r>
              <a:rPr sz="950">
                <a:solidFill>
                  <a:srgbClr val="1F1F1F"/>
                </a:solidFill>
                <a:latin typeface="Courier New"/>
              </a:rPr>
              <a:t>    // manual join (loop + accumulate)</a:t>
            </a:r>
          </a:p>
          <a:p>
            <a:pPr>
              <a:spcBef>
                <a:spcPts val="0"/>
              </a:spcBef>
              <a:spcAft>
                <a:spcPts val="0"/>
              </a:spcAft>
            </a:pPr>
            <a:r>
              <a:rPr sz="950">
                <a:solidFill>
                  <a:srgbClr val="1F1F1F"/>
                </a:solidFill>
                <a:latin typeface="Courier New"/>
              </a:rPr>
              <a:t>    // ~20 lines total</a:t>
            </a:r>
          </a:p>
          <a:p>
            <a:pPr>
              <a:spcBef>
                <a:spcPts val="0"/>
              </a:spcBef>
              <a:spcAft>
                <a:spcPts val="0"/>
              </a:spcAft>
            </a:pPr>
            <a:r>
              <a:rPr sz="950">
                <a:solidFill>
                  <a:srgbClr val="1F1F1F"/>
                </a:solidFill>
                <a:latin typeface="Courier New"/>
              </a:rPr>
              <a:t>}</a:t>
            </a:r>
          </a:p>
        </p:txBody>
      </p:sp>
      <p:sp>
        <p:nvSpPr>
          <p:cNvPr id="13" name="TextBox 12"/>
          <p:cNvSpPr txBox="1"/>
          <p:nvPr/>
        </p:nvSpPr>
        <p:spPr>
          <a:xfrm>
            <a:off x="4297680" y="868680"/>
            <a:ext cx="7406640" cy="365760"/>
          </a:xfrm>
          <a:prstGeom prst="rect">
            <a:avLst/>
          </a:prstGeom>
          <a:noFill/>
        </p:spPr>
        <p:txBody>
          <a:bodyPr wrap="square">
            <a:spAutoFit/>
          </a:bodyPr>
          <a:lstStyle/>
          <a:p>
            <a:pPr algn="l"/>
            <a:r>
              <a:rPr sz="1500" b="1">
                <a:solidFill>
                  <a:srgbClr val="0070C0"/>
                </a:solidFill>
                <a:latin typeface="Calibri"/>
              </a:rPr>
              <a:t>Key insight:</a:t>
            </a:r>
          </a:p>
        </p:txBody>
      </p:sp>
      <p:sp>
        <p:nvSpPr>
          <p:cNvPr id="14" name="TextBox 13"/>
          <p:cNvSpPr txBox="1"/>
          <p:nvPr/>
        </p:nvSpPr>
        <p:spPr>
          <a:xfrm>
            <a:off x="4297680" y="1280160"/>
            <a:ext cx="7406640" cy="4754880"/>
          </a:xfrm>
          <a:prstGeom prst="rect">
            <a:avLst/>
          </a:prstGeom>
          <a:noFill/>
        </p:spPr>
        <p:txBody>
          <a:bodyPr wrap="square">
            <a:spAutoFit/>
          </a:bodyPr>
          <a:lstStyle/>
          <a:p>
            <a:pPr>
              <a:spcBef>
                <a:spcPts val="200"/>
              </a:spcBef>
            </a:pPr>
            <a:r>
              <a:rPr sz="1400">
                <a:solidFill>
                  <a:srgbClr val="1F1F1F"/>
                </a:solidFill>
                <a:latin typeface="Calibri"/>
              </a:rPr>
              <a:t>•  qtac:: version = 2-word change (type names only)</a:t>
            </a:r>
          </a:p>
          <a:p>
            <a:pPr>
              <a:spcBef>
                <a:spcPts val="200"/>
              </a:spcBef>
            </a:pPr>
            <a:r>
              <a:rPr sz="1400">
                <a:solidFill>
                  <a:srgbClr val="1F1F1F"/>
                </a:solidFill>
                <a:latin typeface="Calibri"/>
              </a:rPr>
              <a:t>•  All method calls (.trimmed, .toLower, .split, .join) unchanged</a:t>
            </a:r>
          </a:p>
          <a:p>
            <a:pPr>
              <a:spcBef>
                <a:spcPts val="200"/>
              </a:spcBef>
            </a:pPr>
            <a:r>
              <a:rPr sz="1400">
                <a:solidFill>
                  <a:srgbClr val="1F1F1F"/>
                </a:solidFill>
                <a:latin typeface="Calibri"/>
              </a:rPr>
              <a:t>•  Logic is identical to the original Qt code</a:t>
            </a:r>
          </a:p>
          <a:p>
            <a:pPr>
              <a:spcBef>
                <a:spcPts val="200"/>
              </a:spcBef>
            </a:pPr>
            <a:r>
              <a:rPr sz="1400">
                <a:solidFill>
                  <a:srgbClr val="1F1F1F"/>
                </a:solidFill>
                <a:latin typeface="Calibri"/>
              </a:rPr>
              <a:t>•  </a:t>
            </a:r>
          </a:p>
          <a:p>
            <a:pPr>
              <a:spcBef>
                <a:spcPts val="200"/>
              </a:spcBef>
            </a:pPr>
            <a:r>
              <a:rPr sz="1400">
                <a:solidFill>
                  <a:srgbClr val="1F1F1F"/>
                </a:solidFill>
                <a:latin typeface="Calibri"/>
              </a:rPr>
              <a:t>•  Approach B rewrites every string operation site:</a:t>
            </a:r>
          </a:p>
          <a:p>
            <a:pPr>
              <a:spcBef>
                <a:spcPts val="200"/>
              </a:spcBef>
            </a:pPr>
            <a:r>
              <a:rPr sz="1200">
                <a:solidFill>
                  <a:srgbClr val="444444"/>
                </a:solidFill>
                <a:latin typeface="Calibri"/>
              </a:rPr>
              <a:t>  •  str.contains()   →   str.find() != npos</a:t>
            </a:r>
          </a:p>
          <a:p>
            <a:pPr>
              <a:spcBef>
                <a:spcPts val="200"/>
              </a:spcBef>
            </a:pPr>
            <a:r>
              <a:rPr sz="1200">
                <a:solidFill>
                  <a:srgbClr val="444444"/>
                </a:solidFill>
                <a:latin typeface="Calibri"/>
              </a:rPr>
              <a:t>  •  str.split(',')   →   8 lines of istringstream</a:t>
            </a:r>
          </a:p>
          <a:p>
            <a:pPr>
              <a:spcBef>
                <a:spcPts val="200"/>
              </a:spcBef>
            </a:pPr>
            <a:r>
              <a:rPr sz="1200">
                <a:solidFill>
                  <a:srgbClr val="444444"/>
                </a:solidFill>
                <a:latin typeface="Calibri"/>
              </a:rPr>
              <a:t>  •  str.startsWith() →   str.substr(0,n) == prefix</a:t>
            </a:r>
          </a:p>
          <a:p>
            <a:pPr>
              <a:spcBef>
                <a:spcPts val="200"/>
              </a:spcBef>
            </a:pPr>
            <a:r>
              <a:rPr sz="1200">
                <a:solidFill>
                  <a:srgbClr val="444444"/>
                </a:solidFill>
                <a:latin typeface="Calibri"/>
              </a:rPr>
              <a:t>  •  …159 such sites across the codebase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Key Qt Replacement Types</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868680"/>
          <a:ext cx="10881360" cy="3822192"/>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47472">
                <a:tc>
                  <a:txBody>
                    <a:bodyPr/>
                    <a:lstStyle/>
                    <a:p>
                      <a:pPr>
                        <a:defRPr sz="1300" b="1">
                          <a:solidFill>
                            <a:srgbClr val="FFFFFF"/>
                          </a:solidFill>
                          <a:latin typeface="Calibri"/>
                        </a:defRPr>
                      </a:pPr>
                      <a:r>
                        <a:t>Qt Type</a:t>
                      </a:r>
                    </a:p>
                  </a:txBody>
                  <a:tcPr>
                    <a:solidFill>
                      <a:srgbClr val="0070C0"/>
                    </a:solidFill>
                  </a:tcPr>
                </a:tc>
                <a:tc>
                  <a:txBody>
                    <a:bodyPr/>
                    <a:lstStyle/>
                    <a:p>
                      <a:pPr>
                        <a:defRPr sz="1300" b="1">
                          <a:solidFill>
                            <a:srgbClr val="FFFFFF"/>
                          </a:solidFill>
                          <a:latin typeface="Calibri"/>
                        </a:defRPr>
                      </a:pPr>
                      <a:r>
                        <a:t>qtac:: Equivalent</a:t>
                      </a:r>
                    </a:p>
                  </a:txBody>
                  <a:tcPr>
                    <a:solidFill>
                      <a:srgbClr val="0070C0"/>
                    </a:solidFill>
                  </a:tcPr>
                </a:tc>
                <a:tc>
                  <a:txBody>
                    <a:bodyPr/>
                    <a:lstStyle/>
                    <a:p>
                      <a:pPr>
                        <a:defRPr sz="1300" b="1">
                          <a:solidFill>
                            <a:srgbClr val="FFFFFF"/>
                          </a:solidFill>
                          <a:latin typeface="Calibri"/>
                        </a:defRPr>
                      </a:pPr>
                      <a:r>
                        <a:t>Backed by</a:t>
                      </a:r>
                    </a:p>
                  </a:txBody>
                  <a:tcPr>
                    <a:solidFill>
                      <a:srgbClr val="0070C0"/>
                    </a:solidFill>
                  </a:tcPr>
                </a:tc>
                <a:extLst>
                  <a:ext uri="{0D108BD9-81ED-4DB2-BD59-A6C34878D82A}">
                    <a16:rowId xmlns:a16="http://schemas.microsoft.com/office/drawing/2014/main" val="10000"/>
                  </a:ext>
                </a:extLst>
              </a:tr>
              <a:tr h="347472">
                <a:tc>
                  <a:txBody>
                    <a:bodyPr/>
                    <a:lstStyle/>
                    <a:p>
                      <a:pPr>
                        <a:defRPr sz="1300">
                          <a:solidFill>
                            <a:srgbClr val="1F1F1F"/>
                          </a:solidFill>
                          <a:latin typeface="Calibri"/>
                        </a:defRPr>
                      </a:pPr>
                      <a:r>
                        <a:t>QString</a:t>
                      </a:r>
                    </a:p>
                  </a:txBody>
                  <a:tcPr>
                    <a:solidFill>
                      <a:srgbClr val="FFFFFF"/>
                    </a:solidFill>
                  </a:tcPr>
                </a:tc>
                <a:tc>
                  <a:txBody>
                    <a:bodyPr/>
                    <a:lstStyle/>
                    <a:p>
                      <a:pPr>
                        <a:defRPr sz="1300">
                          <a:solidFill>
                            <a:srgbClr val="1F1F1F"/>
                          </a:solidFill>
                          <a:latin typeface="Calibri"/>
                        </a:defRPr>
                      </a:pPr>
                      <a:r>
                        <a:t>qtac::String</a:t>
                      </a:r>
                    </a:p>
                  </a:txBody>
                  <a:tcPr>
                    <a:solidFill>
                      <a:srgbClr val="FFFFFF"/>
                    </a:solidFill>
                  </a:tcPr>
                </a:tc>
                <a:tc>
                  <a:txBody>
                    <a:bodyPr/>
                    <a:lstStyle/>
                    <a:p>
                      <a:pPr>
                        <a:defRPr sz="1300">
                          <a:solidFill>
                            <a:srgbClr val="1F1F1F"/>
                          </a:solidFill>
                          <a:latin typeface="Calibri"/>
                        </a:defRPr>
                      </a:pPr>
                      <a:r>
                        <a:t>std::string</a:t>
                      </a:r>
                    </a:p>
                  </a:txBody>
                  <a:tcPr>
                    <a:solidFill>
                      <a:srgbClr val="FFFFFF"/>
                    </a:solidFill>
                  </a:tcPr>
                </a:tc>
                <a:extLst>
                  <a:ext uri="{0D108BD9-81ED-4DB2-BD59-A6C34878D82A}">
                    <a16:rowId xmlns:a16="http://schemas.microsoft.com/office/drawing/2014/main" val="10001"/>
                  </a:ext>
                </a:extLst>
              </a:tr>
              <a:tr h="347472">
                <a:tc>
                  <a:txBody>
                    <a:bodyPr/>
                    <a:lstStyle/>
                    <a:p>
                      <a:pPr>
                        <a:defRPr sz="1300">
                          <a:solidFill>
                            <a:srgbClr val="1F1F1F"/>
                          </a:solidFill>
                          <a:latin typeface="Calibri"/>
                        </a:defRPr>
                      </a:pPr>
                      <a:r>
                        <a:t>QByteArray</a:t>
                      </a:r>
                    </a:p>
                  </a:txBody>
                  <a:tcPr>
                    <a:solidFill>
                      <a:srgbClr val="EEF4FB"/>
                    </a:solidFill>
                  </a:tcPr>
                </a:tc>
                <a:tc>
                  <a:txBody>
                    <a:bodyPr/>
                    <a:lstStyle/>
                    <a:p>
                      <a:pPr>
                        <a:defRPr sz="1300">
                          <a:solidFill>
                            <a:srgbClr val="1F1F1F"/>
                          </a:solidFill>
                          <a:latin typeface="Calibri"/>
                        </a:defRPr>
                      </a:pPr>
                      <a:r>
                        <a:t>qtac::ByteArray</a:t>
                      </a:r>
                    </a:p>
                  </a:txBody>
                  <a:tcPr>
                    <a:solidFill>
                      <a:srgbClr val="EEF4FB"/>
                    </a:solidFill>
                  </a:tcPr>
                </a:tc>
                <a:tc>
                  <a:txBody>
                    <a:bodyPr/>
                    <a:lstStyle/>
                    <a:p>
                      <a:pPr>
                        <a:defRPr sz="1300">
                          <a:solidFill>
                            <a:srgbClr val="1F1F1F"/>
                          </a:solidFill>
                          <a:latin typeface="Calibri"/>
                        </a:defRPr>
                      </a:pPr>
                      <a:r>
                        <a:t>std::string</a:t>
                      </a:r>
                    </a:p>
                  </a:txBody>
                  <a:tcPr>
                    <a:solidFill>
                      <a:srgbClr val="EEF4FB"/>
                    </a:solidFill>
                  </a:tcPr>
                </a:tc>
                <a:extLst>
                  <a:ext uri="{0D108BD9-81ED-4DB2-BD59-A6C34878D82A}">
                    <a16:rowId xmlns:a16="http://schemas.microsoft.com/office/drawing/2014/main" val="10002"/>
                  </a:ext>
                </a:extLst>
              </a:tr>
              <a:tr h="347472">
                <a:tc>
                  <a:txBody>
                    <a:bodyPr/>
                    <a:lstStyle/>
                    <a:p>
                      <a:pPr>
                        <a:defRPr sz="1300">
                          <a:solidFill>
                            <a:srgbClr val="1F1F1F"/>
                          </a:solidFill>
                          <a:latin typeface="Calibri"/>
                        </a:defRPr>
                      </a:pPr>
                      <a:r>
                        <a:t>QStringList</a:t>
                      </a:r>
                    </a:p>
                  </a:txBody>
                  <a:tcPr>
                    <a:solidFill>
                      <a:srgbClr val="FFFFFF"/>
                    </a:solidFill>
                  </a:tcPr>
                </a:tc>
                <a:tc>
                  <a:txBody>
                    <a:bodyPr/>
                    <a:lstStyle/>
                    <a:p>
                      <a:pPr>
                        <a:defRPr sz="1300">
                          <a:solidFill>
                            <a:srgbClr val="1F1F1F"/>
                          </a:solidFill>
                          <a:latin typeface="Calibri"/>
                        </a:defRPr>
                      </a:pPr>
                      <a:r>
                        <a:t>qtac::StringList</a:t>
                      </a:r>
                    </a:p>
                  </a:txBody>
                  <a:tcPr>
                    <a:solidFill>
                      <a:srgbClr val="FFFFFF"/>
                    </a:solidFill>
                  </a:tcPr>
                </a:tc>
                <a:tc>
                  <a:txBody>
                    <a:bodyPr/>
                    <a:lstStyle/>
                    <a:p>
                      <a:pPr>
                        <a:defRPr sz="1300">
                          <a:solidFill>
                            <a:srgbClr val="1F1F1F"/>
                          </a:solidFill>
                          <a:latin typeface="Calibri"/>
                        </a:defRPr>
                      </a:pPr>
                      <a:r>
                        <a:t>std::vector&lt;qtac::String&gt;</a:t>
                      </a:r>
                    </a:p>
                  </a:txBody>
                  <a:tcPr>
                    <a:solidFill>
                      <a:srgbClr val="FFFFFF"/>
                    </a:solidFill>
                  </a:tcPr>
                </a:tc>
                <a:extLst>
                  <a:ext uri="{0D108BD9-81ED-4DB2-BD59-A6C34878D82A}">
                    <a16:rowId xmlns:a16="http://schemas.microsoft.com/office/drawing/2014/main" val="10003"/>
                  </a:ext>
                </a:extLst>
              </a:tr>
              <a:tr h="347472">
                <a:tc>
                  <a:txBody>
                    <a:bodyPr/>
                    <a:lstStyle/>
                    <a:p>
                      <a:pPr>
                        <a:defRPr sz="1300">
                          <a:solidFill>
                            <a:srgbClr val="1F1F1F"/>
                          </a:solidFill>
                          <a:latin typeface="Calibri"/>
                        </a:defRPr>
                      </a:pPr>
                      <a:r>
                        <a:t>QList&lt;T&gt;</a:t>
                      </a:r>
                    </a:p>
                  </a:txBody>
                  <a:tcPr>
                    <a:solidFill>
                      <a:srgbClr val="EEF4FB"/>
                    </a:solidFill>
                  </a:tcPr>
                </a:tc>
                <a:tc>
                  <a:txBody>
                    <a:bodyPr/>
                    <a:lstStyle/>
                    <a:p>
                      <a:pPr>
                        <a:defRPr sz="1300">
                          <a:solidFill>
                            <a:srgbClr val="1F1F1F"/>
                          </a:solidFill>
                          <a:latin typeface="Calibri"/>
                        </a:defRPr>
                      </a:pPr>
                      <a:r>
                        <a:t>qtac::List&lt;T&gt;</a:t>
                      </a:r>
                    </a:p>
                  </a:txBody>
                  <a:tcPr>
                    <a:solidFill>
                      <a:srgbClr val="EEF4FB"/>
                    </a:solidFill>
                  </a:tcPr>
                </a:tc>
                <a:tc>
                  <a:txBody>
                    <a:bodyPr/>
                    <a:lstStyle/>
                    <a:p>
                      <a:pPr>
                        <a:defRPr sz="1300">
                          <a:solidFill>
                            <a:srgbClr val="1F1F1F"/>
                          </a:solidFill>
                          <a:latin typeface="Calibri"/>
                        </a:defRPr>
                      </a:pPr>
                      <a:r>
                        <a:t>std::vector&lt;T&gt;</a:t>
                      </a:r>
                    </a:p>
                  </a:txBody>
                  <a:tcPr>
                    <a:solidFill>
                      <a:srgbClr val="EEF4FB"/>
                    </a:solidFill>
                  </a:tcPr>
                </a:tc>
                <a:extLst>
                  <a:ext uri="{0D108BD9-81ED-4DB2-BD59-A6C34878D82A}">
                    <a16:rowId xmlns:a16="http://schemas.microsoft.com/office/drawing/2014/main" val="10004"/>
                  </a:ext>
                </a:extLst>
              </a:tr>
              <a:tr h="347472">
                <a:tc>
                  <a:txBody>
                    <a:bodyPr/>
                    <a:lstStyle/>
                    <a:p>
                      <a:pPr>
                        <a:defRPr sz="1300">
                          <a:solidFill>
                            <a:srgbClr val="1F1F1F"/>
                          </a:solidFill>
                          <a:latin typeface="Calibri"/>
                        </a:defRPr>
                      </a:pPr>
                      <a:r>
                        <a:t>QMap&lt;K,V&gt;</a:t>
                      </a:r>
                    </a:p>
                  </a:txBody>
                  <a:tcPr>
                    <a:solidFill>
                      <a:srgbClr val="FFFFFF"/>
                    </a:solidFill>
                  </a:tcPr>
                </a:tc>
                <a:tc>
                  <a:txBody>
                    <a:bodyPr/>
                    <a:lstStyle/>
                    <a:p>
                      <a:pPr>
                        <a:defRPr sz="1300">
                          <a:solidFill>
                            <a:srgbClr val="1F1F1F"/>
                          </a:solidFill>
                          <a:latin typeface="Calibri"/>
                        </a:defRPr>
                      </a:pPr>
                      <a:r>
                        <a:t>qtac::Map&lt;K,V&gt;</a:t>
                      </a:r>
                    </a:p>
                  </a:txBody>
                  <a:tcPr>
                    <a:solidFill>
                      <a:srgbClr val="FFFFFF"/>
                    </a:solidFill>
                  </a:tcPr>
                </a:tc>
                <a:tc>
                  <a:txBody>
                    <a:bodyPr/>
                    <a:lstStyle/>
                    <a:p>
                      <a:pPr>
                        <a:defRPr sz="1300">
                          <a:solidFill>
                            <a:srgbClr val="1F1F1F"/>
                          </a:solidFill>
                          <a:latin typeface="Calibri"/>
                        </a:defRPr>
                      </a:pPr>
                      <a:r>
                        <a:t>std::map&lt;K,V&gt;</a:t>
                      </a:r>
                    </a:p>
                  </a:txBody>
                  <a:tcPr>
                    <a:solidFill>
                      <a:srgbClr val="FFFFFF"/>
                    </a:solidFill>
                  </a:tcPr>
                </a:tc>
                <a:extLst>
                  <a:ext uri="{0D108BD9-81ED-4DB2-BD59-A6C34878D82A}">
                    <a16:rowId xmlns:a16="http://schemas.microsoft.com/office/drawing/2014/main" val="10005"/>
                  </a:ext>
                </a:extLst>
              </a:tr>
              <a:tr h="347472">
                <a:tc>
                  <a:txBody>
                    <a:bodyPr/>
                    <a:lstStyle/>
                    <a:p>
                      <a:pPr>
                        <a:defRPr sz="1300">
                          <a:solidFill>
                            <a:srgbClr val="1F1F1F"/>
                          </a:solidFill>
                          <a:latin typeface="Calibri"/>
                        </a:defRPr>
                      </a:pPr>
                      <a:r>
                        <a:t>QVariant</a:t>
                      </a:r>
                    </a:p>
                  </a:txBody>
                  <a:tcPr>
                    <a:solidFill>
                      <a:srgbClr val="EEF4FB"/>
                    </a:solidFill>
                  </a:tcPr>
                </a:tc>
                <a:tc>
                  <a:txBody>
                    <a:bodyPr/>
                    <a:lstStyle/>
                    <a:p>
                      <a:pPr>
                        <a:defRPr sz="1300">
                          <a:solidFill>
                            <a:srgbClr val="1F1F1F"/>
                          </a:solidFill>
                          <a:latin typeface="Calibri"/>
                        </a:defRPr>
                      </a:pPr>
                      <a:r>
                        <a:t>qtac::Variant</a:t>
                      </a:r>
                    </a:p>
                  </a:txBody>
                  <a:tcPr>
                    <a:solidFill>
                      <a:srgbClr val="EEF4FB"/>
                    </a:solidFill>
                  </a:tcPr>
                </a:tc>
                <a:tc>
                  <a:txBody>
                    <a:bodyPr/>
                    <a:lstStyle/>
                    <a:p>
                      <a:pPr>
                        <a:defRPr sz="1300">
                          <a:solidFill>
                            <a:srgbClr val="1F1F1F"/>
                          </a:solidFill>
                          <a:latin typeface="Calibri"/>
                        </a:defRPr>
                      </a:pPr>
                      <a:r>
                        <a:t>std::variant</a:t>
                      </a:r>
                    </a:p>
                  </a:txBody>
                  <a:tcPr>
                    <a:solidFill>
                      <a:srgbClr val="EEF4FB"/>
                    </a:solidFill>
                  </a:tcPr>
                </a:tc>
                <a:extLst>
                  <a:ext uri="{0D108BD9-81ED-4DB2-BD59-A6C34878D82A}">
                    <a16:rowId xmlns:a16="http://schemas.microsoft.com/office/drawing/2014/main" val="10006"/>
                  </a:ext>
                </a:extLst>
              </a:tr>
              <a:tr h="347472">
                <a:tc>
                  <a:txBody>
                    <a:bodyPr/>
                    <a:lstStyle/>
                    <a:p>
                      <a:pPr>
                        <a:defRPr sz="1300">
                          <a:solidFill>
                            <a:srgbClr val="1F1F1F"/>
                          </a:solidFill>
                          <a:latin typeface="Calibri"/>
                        </a:defRPr>
                      </a:pPr>
                      <a:r>
                        <a:t>QSharedPointer&lt;T&gt;</a:t>
                      </a:r>
                    </a:p>
                  </a:txBody>
                  <a:tcPr>
                    <a:solidFill>
                      <a:srgbClr val="FFFFFF"/>
                    </a:solidFill>
                  </a:tcPr>
                </a:tc>
                <a:tc>
                  <a:txBody>
                    <a:bodyPr/>
                    <a:lstStyle/>
                    <a:p>
                      <a:pPr>
                        <a:defRPr sz="1300">
                          <a:solidFill>
                            <a:srgbClr val="1F1F1F"/>
                          </a:solidFill>
                          <a:latin typeface="Calibri"/>
                        </a:defRPr>
                      </a:pPr>
                      <a:r>
                        <a:t>std::shared_ptr&lt;T&gt;</a:t>
                      </a:r>
                    </a:p>
                  </a:txBody>
                  <a:tcPr>
                    <a:solidFill>
                      <a:srgbClr val="FFFFFF"/>
                    </a:solidFill>
                  </a:tcPr>
                </a:tc>
                <a:tc>
                  <a:txBody>
                    <a:bodyPr/>
                    <a:lstStyle/>
                    <a:p>
                      <a:pPr>
                        <a:defRPr sz="1300">
                          <a:solidFill>
                            <a:srgbClr val="1F1F1F"/>
                          </a:solidFill>
                          <a:latin typeface="Calibri"/>
                        </a:defRPr>
                      </a:pPr>
                      <a:r>
                        <a:t>C++11 stdlib</a:t>
                      </a:r>
                    </a:p>
                  </a:txBody>
                  <a:tcPr>
                    <a:solidFill>
                      <a:srgbClr val="FFFFFF"/>
                    </a:solidFill>
                  </a:tcPr>
                </a:tc>
                <a:extLst>
                  <a:ext uri="{0D108BD9-81ED-4DB2-BD59-A6C34878D82A}">
                    <a16:rowId xmlns:a16="http://schemas.microsoft.com/office/drawing/2014/main" val="10007"/>
                  </a:ext>
                </a:extLst>
              </a:tr>
              <a:tr h="347472">
                <a:tc>
                  <a:txBody>
                    <a:bodyPr/>
                    <a:lstStyle/>
                    <a:p>
                      <a:pPr>
                        <a:defRPr sz="1300">
                          <a:solidFill>
                            <a:srgbClr val="1F1F1F"/>
                          </a:solidFill>
                          <a:latin typeface="Calibri"/>
                        </a:defRPr>
                      </a:pPr>
                      <a:r>
                        <a:t>QMutex / QWaitCondition</a:t>
                      </a:r>
                    </a:p>
                  </a:txBody>
                  <a:tcPr>
                    <a:solidFill>
                      <a:srgbClr val="EEF4FB"/>
                    </a:solidFill>
                  </a:tcPr>
                </a:tc>
                <a:tc>
                  <a:txBody>
                    <a:bodyPr/>
                    <a:lstStyle/>
                    <a:p>
                      <a:pPr>
                        <a:defRPr sz="1300">
                          <a:solidFill>
                            <a:srgbClr val="1F1F1F"/>
                          </a:solidFill>
                          <a:latin typeface="Calibri"/>
                        </a:defRPr>
                      </a:pPr>
                      <a:r>
                        <a:t>std::mutex / std::condition_variable</a:t>
                      </a:r>
                    </a:p>
                  </a:txBody>
                  <a:tcPr>
                    <a:solidFill>
                      <a:srgbClr val="EEF4FB"/>
                    </a:solidFill>
                  </a:tcPr>
                </a:tc>
                <a:tc>
                  <a:txBody>
                    <a:bodyPr/>
                    <a:lstStyle/>
                    <a:p>
                      <a:pPr>
                        <a:defRPr sz="1300">
                          <a:solidFill>
                            <a:srgbClr val="1F1F1F"/>
                          </a:solidFill>
                          <a:latin typeface="Calibri"/>
                        </a:defRPr>
                      </a:pPr>
                      <a:r>
                        <a:t>C++11 stdlib</a:t>
                      </a:r>
                    </a:p>
                  </a:txBody>
                  <a:tcPr>
                    <a:solidFill>
                      <a:srgbClr val="EEF4FB"/>
                    </a:solidFill>
                  </a:tcPr>
                </a:tc>
                <a:extLst>
                  <a:ext uri="{0D108BD9-81ED-4DB2-BD59-A6C34878D82A}">
                    <a16:rowId xmlns:a16="http://schemas.microsoft.com/office/drawing/2014/main" val="10008"/>
                  </a:ext>
                </a:extLst>
              </a:tr>
              <a:tr h="347472">
                <a:tc>
                  <a:txBody>
                    <a:bodyPr/>
                    <a:lstStyle/>
                    <a:p>
                      <a:pPr>
                        <a:defRPr sz="1300">
                          <a:solidFill>
                            <a:srgbClr val="1F1F1F"/>
                          </a:solidFill>
                          <a:latin typeface="Calibri"/>
                        </a:defRPr>
                      </a:pPr>
                      <a:r>
                        <a:t>QPair&lt;A,B&gt;</a:t>
                      </a:r>
                    </a:p>
                  </a:txBody>
                  <a:tcPr>
                    <a:solidFill>
                      <a:srgbClr val="FFFFFF"/>
                    </a:solidFill>
                  </a:tcPr>
                </a:tc>
                <a:tc>
                  <a:txBody>
                    <a:bodyPr/>
                    <a:lstStyle/>
                    <a:p>
                      <a:pPr>
                        <a:defRPr sz="1300">
                          <a:solidFill>
                            <a:srgbClr val="1F1F1F"/>
                          </a:solidFill>
                          <a:latin typeface="Calibri"/>
                        </a:defRPr>
                      </a:pPr>
                      <a:r>
                        <a:t>qtac::Pair&lt;A,B&gt;</a:t>
                      </a:r>
                    </a:p>
                  </a:txBody>
                  <a:tcPr>
                    <a:solidFill>
                      <a:srgbClr val="FFFFFF"/>
                    </a:solidFill>
                  </a:tcPr>
                </a:tc>
                <a:tc>
                  <a:txBody>
                    <a:bodyPr/>
                    <a:lstStyle/>
                    <a:p>
                      <a:pPr>
                        <a:defRPr sz="1300">
                          <a:solidFill>
                            <a:srgbClr val="1F1F1F"/>
                          </a:solidFill>
                          <a:latin typeface="Calibri"/>
                        </a:defRPr>
                      </a:pPr>
                      <a:r>
                        <a:t>std::pair&lt;A,B&gt;</a:t>
                      </a:r>
                    </a:p>
                  </a:txBody>
                  <a:tcPr>
                    <a:solidFill>
                      <a:srgbClr val="FFFFFF"/>
                    </a:solidFill>
                  </a:tcPr>
                </a:tc>
                <a:extLst>
                  <a:ext uri="{0D108BD9-81ED-4DB2-BD59-A6C34878D82A}">
                    <a16:rowId xmlns:a16="http://schemas.microsoft.com/office/drawing/2014/main" val="10009"/>
                  </a:ext>
                </a:extLst>
              </a:tr>
              <a:tr h="347472">
                <a:tc>
                  <a:txBody>
                    <a:bodyPr/>
                    <a:lstStyle/>
                    <a:p>
                      <a:pPr>
                        <a:defRPr sz="1300">
                          <a:solidFill>
                            <a:srgbClr val="1F1F1F"/>
                          </a:solidFill>
                          <a:latin typeface="Calibri"/>
                        </a:defRPr>
                      </a:pPr>
                      <a:r>
                        <a:t>QSerialPort / QSerialPortInfo</a:t>
                      </a:r>
                    </a:p>
                  </a:txBody>
                  <a:tcPr>
                    <a:solidFill>
                      <a:srgbClr val="EEF4FB"/>
                    </a:solidFill>
                  </a:tcPr>
                </a:tc>
                <a:tc>
                  <a:txBody>
                    <a:bodyPr/>
                    <a:lstStyle/>
                    <a:p>
                      <a:pPr>
                        <a:defRPr sz="1300">
                          <a:solidFill>
                            <a:srgbClr val="1F1F1F"/>
                          </a:solidFill>
                          <a:latin typeface="Calibri"/>
                        </a:defRPr>
                      </a:pPr>
                      <a:r>
                        <a:t>qtac::SerialPort / SerialPortInfo</a:t>
                      </a:r>
                    </a:p>
                  </a:txBody>
                  <a:tcPr>
                    <a:solidFill>
                      <a:srgbClr val="EEF4FB"/>
                    </a:solidFill>
                  </a:tcPr>
                </a:tc>
                <a:tc>
                  <a:txBody>
                    <a:bodyPr/>
                    <a:lstStyle/>
                    <a:p>
                      <a:pPr>
                        <a:defRPr sz="1300">
                          <a:solidFill>
                            <a:srgbClr val="1F1F1F"/>
                          </a:solidFill>
                          <a:latin typeface="Calibri"/>
                        </a:defRPr>
                      </a:pPr>
                      <a:r>
                        <a:t>libserialport</a:t>
                      </a:r>
                    </a:p>
                  </a:txBody>
                  <a:tcPr>
                    <a:solidFill>
                      <a:srgbClr val="EEF4FB"/>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365760" y="5989320"/>
            <a:ext cx="11338560" cy="548640"/>
          </a:xfrm>
          <a:prstGeom prst="rect">
            <a:avLst/>
          </a:prstGeom>
          <a:noFill/>
        </p:spPr>
        <p:txBody>
          <a:bodyPr wrap="square">
            <a:spAutoFit/>
          </a:bodyPr>
          <a:lstStyle/>
          <a:p>
            <a:pPr algn="l"/>
            <a:r>
              <a:rPr sz="1300" b="0">
                <a:solidFill>
                  <a:srgbClr val="444444"/>
                </a:solidFill>
                <a:latin typeface="Calibri"/>
              </a:rPr>
              <a:t>All wrappers expose the same method names as Qt: toLower(), contains(), split(), join(), append(), isEmpty()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The Biggest Design Challenge: Signals &amp; Slots</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68680"/>
            <a:ext cx="5303520" cy="365760"/>
          </a:xfrm>
          <a:prstGeom prst="rect">
            <a:avLst/>
          </a:prstGeom>
          <a:noFill/>
        </p:spPr>
        <p:txBody>
          <a:bodyPr wrap="square">
            <a:spAutoFit/>
          </a:bodyPr>
          <a:lstStyle/>
          <a:p>
            <a:pPr algn="l"/>
            <a:r>
              <a:rPr sz="1400" b="1">
                <a:solidFill>
                  <a:srgbClr val="444444"/>
                </a:solidFill>
                <a:latin typeface="Calibri"/>
              </a:rPr>
              <a:t>Legacy Qt signals in TACDriveThread:</a:t>
            </a:r>
          </a:p>
        </p:txBody>
      </p:sp>
      <p:sp>
        <p:nvSpPr>
          <p:cNvPr id="5" name="Rectangle 4"/>
          <p:cNvSpPr/>
          <p:nvPr/>
        </p:nvSpPr>
        <p:spPr>
          <a:xfrm>
            <a:off x="457200" y="1234440"/>
            <a:ext cx="5303520" cy="182880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5120640" cy="1737360"/>
          </a:xfrm>
          <a:prstGeom prst="rect">
            <a:avLst/>
          </a:prstGeom>
          <a:noFill/>
        </p:spPr>
        <p:txBody>
          <a:bodyPr wrap="none">
            <a:spAutoFit/>
          </a:bodyPr>
          <a:lstStyle/>
          <a:p>
            <a:pPr>
              <a:spcBef>
                <a:spcPts val="0"/>
              </a:spcBef>
              <a:spcAft>
                <a:spcPts val="0"/>
              </a:spcAft>
            </a:pPr>
            <a:r>
              <a:rPr sz="1000">
                <a:solidFill>
                  <a:srgbClr val="1F1F1F"/>
                </a:solidFill>
                <a:latin typeface="Courier New"/>
              </a:rPr>
              <a:t>// Q_OBJECT macro — moc generates glue code</a:t>
            </a:r>
          </a:p>
          <a:p>
            <a:pPr>
              <a:spcBef>
                <a:spcPts val="0"/>
              </a:spcBef>
              <a:spcAft>
                <a:spcPts val="0"/>
              </a:spcAft>
            </a:pPr>
            <a:r>
              <a:rPr sz="1000">
                <a:solidFill>
                  <a:srgbClr val="1F1F1F"/>
                </a:solidFill>
                <a:latin typeface="Courier New"/>
              </a:rPr>
              <a:t>signals:</a:t>
            </a:r>
          </a:p>
          <a:p>
            <a:pPr>
              <a:spcBef>
                <a:spcPts val="0"/>
              </a:spcBef>
              <a:spcAft>
                <a:spcPts val="0"/>
              </a:spcAft>
            </a:pPr>
            <a:r>
              <a:rPr sz="1000">
                <a:solidFill>
                  <a:srgbClr val="1F1F1F"/>
                </a:solidFill>
                <a:latin typeface="Courier New"/>
              </a:rPr>
              <a:t>    void pinStateChanged(quint64 pin, bool state);</a:t>
            </a:r>
          </a:p>
          <a:p>
            <a:pPr>
              <a:spcBef>
                <a:spcPts val="0"/>
              </a:spcBef>
              <a:spcAft>
                <a:spcPts val="0"/>
              </a:spcAft>
            </a:pPr>
            <a:r>
              <a:rPr sz="1000">
                <a:solidFill>
                  <a:srgbClr val="1F1F1F"/>
                </a:solidFill>
                <a:latin typeface="Courier New"/>
              </a:rPr>
              <a:t>    void deviceOpen();</a:t>
            </a:r>
          </a:p>
          <a:p>
            <a:pPr>
              <a:spcBef>
                <a:spcPts val="0"/>
              </a:spcBef>
              <a:spcAft>
                <a:spcPts val="0"/>
              </a:spcAft>
            </a:pPr>
            <a:r>
              <a:rPr sz="1000">
                <a:solidFill>
                  <a:srgbClr val="1F1F1F"/>
                </a:solidFill>
                <a:latin typeface="Courier New"/>
              </a:rPr>
              <a:t>    void firmwareVersionUpdate(QString firmware);</a:t>
            </a:r>
          </a:p>
          <a:p>
            <a:pPr>
              <a:spcBef>
                <a:spcPts val="0"/>
              </a:spcBef>
              <a:spcAft>
                <a:spcPts val="0"/>
              </a:spcAft>
            </a:pPr>
            <a:r>
              <a:rPr sz="1000">
                <a:solidFill>
                  <a:srgbClr val="1F1F1F"/>
                </a:solidFill>
                <a:latin typeface="Courier New"/>
              </a:rPr>
              <a:t>    // ... 14 signals total</a:t>
            </a:r>
          </a:p>
        </p:txBody>
      </p:sp>
      <p:sp>
        <p:nvSpPr>
          <p:cNvPr id="7" name="TextBox 6"/>
          <p:cNvSpPr txBox="1"/>
          <p:nvPr/>
        </p:nvSpPr>
        <p:spPr>
          <a:xfrm>
            <a:off x="457200" y="3200400"/>
            <a:ext cx="5303520" cy="365760"/>
          </a:xfrm>
          <a:prstGeom prst="rect">
            <a:avLst/>
          </a:prstGeom>
          <a:noFill/>
        </p:spPr>
        <p:txBody>
          <a:bodyPr wrap="square">
            <a:spAutoFit/>
          </a:bodyPr>
          <a:lstStyle/>
          <a:p>
            <a:pPr algn="l"/>
            <a:r>
              <a:rPr sz="1400" b="1">
                <a:solidFill>
                  <a:srgbClr val="444444"/>
                </a:solidFill>
                <a:latin typeface="Calibri"/>
              </a:rPr>
              <a:t>Why std::function alone is not enough:</a:t>
            </a:r>
          </a:p>
        </p:txBody>
      </p:sp>
      <p:sp>
        <p:nvSpPr>
          <p:cNvPr id="8" name="Rectangle 7"/>
          <p:cNvSpPr/>
          <p:nvPr/>
        </p:nvSpPr>
        <p:spPr>
          <a:xfrm>
            <a:off x="457200" y="3566160"/>
            <a:ext cx="5303520" cy="123444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611880"/>
            <a:ext cx="5120640" cy="1143000"/>
          </a:xfrm>
          <a:prstGeom prst="rect">
            <a:avLst/>
          </a:prstGeom>
          <a:noFill/>
        </p:spPr>
        <p:txBody>
          <a:bodyPr wrap="none">
            <a:spAutoFit/>
          </a:bodyPr>
          <a:lstStyle/>
          <a:p>
            <a:pPr>
              <a:spcBef>
                <a:spcPts val="0"/>
              </a:spcBef>
              <a:spcAft>
                <a:spcPts val="0"/>
              </a:spcAft>
            </a:pPr>
            <a:r>
              <a:rPr sz="1000">
                <a:solidFill>
                  <a:srgbClr val="1F1F1F"/>
                </a:solidFill>
                <a:latin typeface="Courier New"/>
              </a:rPr>
              <a:t>// std::function holds ONE callback only:</a:t>
            </a:r>
          </a:p>
          <a:p>
            <a:pPr>
              <a:spcBef>
                <a:spcPts val="0"/>
              </a:spcBef>
              <a:spcAft>
                <a:spcPts val="0"/>
              </a:spcAft>
            </a:pPr>
            <a:r>
              <a:rPr sz="1000">
                <a:solidFill>
                  <a:srgbClr val="1F1F1F"/>
                </a:solidFill>
                <a:latin typeface="Courier New"/>
              </a:rPr>
              <a:t>std::function&lt;void(uint64_t,bool)&gt; onPinChanged;</a:t>
            </a:r>
          </a:p>
          <a:p>
            <a:pPr>
              <a:spcBef>
                <a:spcPts val="0"/>
              </a:spcBef>
              <a:spcAft>
                <a:spcPts val="0"/>
              </a:spcAft>
            </a:pPr>
            <a:r>
              <a:rPr sz="1000">
                <a:solidFill>
                  <a:srgbClr val="1F1F1F"/>
                </a:solidFill>
                <a:latin typeface="Courier New"/>
              </a:rPr>
              <a:t> </a:t>
            </a:r>
          </a:p>
          <a:p>
            <a:pPr>
              <a:spcBef>
                <a:spcPts val="0"/>
              </a:spcBef>
              <a:spcAft>
                <a:spcPts val="0"/>
              </a:spcAft>
            </a:pPr>
            <a:r>
              <a:rPr sz="1000">
                <a:solidFill>
                  <a:srgbClr val="1F1F1F"/>
                </a:solidFill>
                <a:latin typeface="Courier New"/>
              </a:rPr>
              <a:t>// Second connect silently overwrites the first!</a:t>
            </a:r>
          </a:p>
          <a:p>
            <a:pPr>
              <a:spcBef>
                <a:spcPts val="0"/>
              </a:spcBef>
              <a:spcAft>
                <a:spcPts val="0"/>
              </a:spcAft>
            </a:pPr>
            <a:r>
              <a:rPr sz="1000">
                <a:solidFill>
                  <a:srgbClr val="1F1F1F"/>
                </a:solidFill>
                <a:latin typeface="Courier New"/>
              </a:rPr>
              <a:t>dt-&gt;onPinChanged = [](auto p, auto s){ /* GUI */ };</a:t>
            </a:r>
          </a:p>
          <a:p>
            <a:pPr>
              <a:spcBef>
                <a:spcPts val="0"/>
              </a:spcBef>
              <a:spcAft>
                <a:spcPts val="0"/>
              </a:spcAft>
            </a:pPr>
            <a:r>
              <a:rPr sz="1000">
                <a:solidFill>
                  <a:srgbClr val="1F1F1F"/>
                </a:solidFill>
                <a:latin typeface="Courier New"/>
              </a:rPr>
              <a:t>dt-&gt;onPinChanged = [](auto p, auto s){ /* log */ };  // ← BUG</a:t>
            </a:r>
          </a:p>
        </p:txBody>
      </p:sp>
      <p:sp>
        <p:nvSpPr>
          <p:cNvPr id="10" name="TextBox 9"/>
          <p:cNvSpPr txBox="1"/>
          <p:nvPr/>
        </p:nvSpPr>
        <p:spPr>
          <a:xfrm>
            <a:off x="6035040" y="868680"/>
            <a:ext cx="5760720" cy="365760"/>
          </a:xfrm>
          <a:prstGeom prst="rect">
            <a:avLst/>
          </a:prstGeom>
          <a:noFill/>
        </p:spPr>
        <p:txBody>
          <a:bodyPr wrap="square">
            <a:spAutoFit/>
          </a:bodyPr>
          <a:lstStyle/>
          <a:p>
            <a:pPr algn="l"/>
            <a:r>
              <a:rPr sz="1400" b="1">
                <a:solidFill>
                  <a:srgbClr val="0070C0"/>
                </a:solidFill>
                <a:latin typeface="Calibri"/>
              </a:rPr>
              <a:t>Qt signals do three things at once:</a:t>
            </a:r>
          </a:p>
        </p:txBody>
      </p:sp>
      <p:graphicFrame>
        <p:nvGraphicFramePr>
          <p:cNvPr id="11" name="Table 10"/>
          <p:cNvGraphicFramePr>
            <a:graphicFrameLocks noGrp="1"/>
          </p:cNvGraphicFramePr>
          <p:nvPr/>
        </p:nvGraphicFramePr>
        <p:xfrm>
          <a:off x="6035040" y="1280160"/>
          <a:ext cx="5577840" cy="1389888"/>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47472">
                <a:tc>
                  <a:txBody>
                    <a:bodyPr/>
                    <a:lstStyle/>
                    <a:p>
                      <a:pPr>
                        <a:defRPr sz="1300" b="1">
                          <a:solidFill>
                            <a:srgbClr val="FFFFFF"/>
                          </a:solidFill>
                          <a:latin typeface="Calibri"/>
                        </a:defRPr>
                      </a:pPr>
                      <a:r>
                        <a:t>Property</a:t>
                      </a:r>
                    </a:p>
                  </a:txBody>
                  <a:tcPr>
                    <a:solidFill>
                      <a:srgbClr val="0070C0"/>
                    </a:solidFill>
                  </a:tcPr>
                </a:tc>
                <a:tc>
                  <a:txBody>
                    <a:bodyPr/>
                    <a:lstStyle/>
                    <a:p>
                      <a:pPr>
                        <a:defRPr sz="1300" b="1">
                          <a:solidFill>
                            <a:srgbClr val="FFFFFF"/>
                          </a:solidFill>
                          <a:latin typeface="Calibri"/>
                        </a:defRPr>
                      </a:pPr>
                      <a:r>
                        <a:t>Why it matters</a:t>
                      </a:r>
                    </a:p>
                  </a:txBody>
                  <a:tcPr>
                    <a:solidFill>
                      <a:srgbClr val="0070C0"/>
                    </a:solidFill>
                  </a:tcPr>
                </a:tc>
                <a:extLst>
                  <a:ext uri="{0D108BD9-81ED-4DB2-BD59-A6C34878D82A}">
                    <a16:rowId xmlns:a16="http://schemas.microsoft.com/office/drawing/2014/main" val="10000"/>
                  </a:ext>
                </a:extLst>
              </a:tr>
              <a:tr h="347472">
                <a:tc>
                  <a:txBody>
                    <a:bodyPr/>
                    <a:lstStyle/>
                    <a:p>
                      <a:pPr>
                        <a:defRPr sz="1300">
                          <a:solidFill>
                            <a:srgbClr val="1F1F1F"/>
                          </a:solidFill>
                          <a:latin typeface="Calibri"/>
                        </a:defRPr>
                      </a:pPr>
                      <a:r>
                        <a:t>Multi-subscriber</a:t>
                      </a:r>
                    </a:p>
                  </a:txBody>
                  <a:tcPr>
                    <a:solidFill>
                      <a:srgbClr val="FFFFFF"/>
                    </a:solidFill>
                  </a:tcPr>
                </a:tc>
                <a:tc>
                  <a:txBody>
                    <a:bodyPr/>
                    <a:lstStyle/>
                    <a:p>
                      <a:pPr>
                        <a:defRPr sz="1300">
                          <a:solidFill>
                            <a:srgbClr val="1F1F1F"/>
                          </a:solidFill>
                          <a:latin typeface="Calibri"/>
                        </a:defRPr>
                      </a:pPr>
                      <a:r>
                        <a:t>GUI + logger both connect to one signal</a:t>
                      </a:r>
                    </a:p>
                  </a:txBody>
                  <a:tcPr>
                    <a:solidFill>
                      <a:srgbClr val="FFFFFF"/>
                    </a:solidFill>
                  </a:tcPr>
                </a:tc>
                <a:extLst>
                  <a:ext uri="{0D108BD9-81ED-4DB2-BD59-A6C34878D82A}">
                    <a16:rowId xmlns:a16="http://schemas.microsoft.com/office/drawing/2014/main" val="10001"/>
                  </a:ext>
                </a:extLst>
              </a:tr>
              <a:tr h="347472">
                <a:tc>
                  <a:txBody>
                    <a:bodyPr/>
                    <a:lstStyle/>
                    <a:p>
                      <a:pPr>
                        <a:defRPr sz="1300">
                          <a:solidFill>
                            <a:srgbClr val="1F1F1F"/>
                          </a:solidFill>
                          <a:latin typeface="Calibri"/>
                        </a:defRPr>
                      </a:pPr>
                      <a:r>
                        <a:t>Thread-safe dispatch</a:t>
                      </a:r>
                    </a:p>
                  </a:txBody>
                  <a:tcPr>
                    <a:solidFill>
                      <a:srgbClr val="EEF4FB"/>
                    </a:solidFill>
                  </a:tcPr>
                </a:tc>
                <a:tc>
                  <a:txBody>
                    <a:bodyPr/>
                    <a:lstStyle/>
                    <a:p>
                      <a:pPr>
                        <a:defRPr sz="1300">
                          <a:solidFill>
                            <a:srgbClr val="1F1F1F"/>
                          </a:solidFill>
                          <a:latin typeface="Calibri"/>
                        </a:defRPr>
                      </a:pPr>
                      <a:r>
                        <a:t>Device thread fires; Qt delivers on GUI thread</a:t>
                      </a:r>
                    </a:p>
                  </a:txBody>
                  <a:tcPr>
                    <a:solidFill>
                      <a:srgbClr val="EEF4FB"/>
                    </a:solidFill>
                  </a:tcPr>
                </a:tc>
                <a:extLst>
                  <a:ext uri="{0D108BD9-81ED-4DB2-BD59-A6C34878D82A}">
                    <a16:rowId xmlns:a16="http://schemas.microsoft.com/office/drawing/2014/main" val="10002"/>
                  </a:ext>
                </a:extLst>
              </a:tr>
              <a:tr h="347472">
                <a:tc>
                  <a:txBody>
                    <a:bodyPr/>
                    <a:lstStyle/>
                    <a:p>
                      <a:pPr>
                        <a:defRPr sz="1300">
                          <a:solidFill>
                            <a:srgbClr val="1F1F1F"/>
                          </a:solidFill>
                          <a:latin typeface="Calibri"/>
                        </a:defRPr>
                      </a:pPr>
                      <a:r>
                        <a:t>Auto-disconnect</a:t>
                      </a:r>
                    </a:p>
                  </a:txBody>
                  <a:tcPr>
                    <a:solidFill>
                      <a:srgbClr val="FFFFFF"/>
                    </a:solidFill>
                  </a:tcPr>
                </a:tc>
                <a:tc>
                  <a:txBody>
                    <a:bodyPr/>
                    <a:lstStyle/>
                    <a:p>
                      <a:pPr>
                        <a:defRPr sz="1300">
                          <a:solidFill>
                            <a:srgbClr val="1F1F1F"/>
                          </a:solidFill>
                          <a:latin typeface="Calibri"/>
                        </a:defRPr>
                      </a:pPr>
                      <a:r>
                        <a:t>Connection breaks when object is destroyed</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6035040" y="3200400"/>
            <a:ext cx="5760720" cy="365760"/>
          </a:xfrm>
          <a:prstGeom prst="rect">
            <a:avLst/>
          </a:prstGeom>
          <a:noFill/>
        </p:spPr>
        <p:txBody>
          <a:bodyPr wrap="square">
            <a:spAutoFit/>
          </a:bodyPr>
          <a:lstStyle/>
          <a:p>
            <a:pPr algn="l"/>
            <a:r>
              <a:rPr sz="1400" b="1">
                <a:solidFill>
                  <a:srgbClr val="444444"/>
                </a:solidFill>
                <a:latin typeface="Calibri"/>
              </a:rPr>
              <a:t>None of these are provided by std::function.</a:t>
            </a:r>
          </a:p>
        </p:txBody>
      </p:sp>
      <p:sp>
        <p:nvSpPr>
          <p:cNvPr id="13" name="TextBox 12"/>
          <p:cNvSpPr txBox="1"/>
          <p:nvPr/>
        </p:nvSpPr>
        <p:spPr>
          <a:xfrm>
            <a:off x="6035040" y="3611880"/>
            <a:ext cx="5760720" cy="2560320"/>
          </a:xfrm>
          <a:prstGeom prst="rect">
            <a:avLst/>
          </a:prstGeom>
          <a:noFill/>
        </p:spPr>
        <p:txBody>
          <a:bodyPr wrap="square">
            <a:spAutoFit/>
          </a:bodyPr>
          <a:lstStyle/>
          <a:p>
            <a:pPr>
              <a:spcBef>
                <a:spcPts val="200"/>
              </a:spcBef>
            </a:pPr>
            <a:r>
              <a:rPr sz="1400">
                <a:solidFill>
                  <a:srgbClr val="1F1F1F"/>
                </a:solidFill>
                <a:latin typeface="Calibri"/>
              </a:rPr>
              <a:t>•  Missing any one of these causes real bugs:</a:t>
            </a:r>
          </a:p>
          <a:p>
            <a:pPr>
              <a:spcBef>
                <a:spcPts val="200"/>
              </a:spcBef>
            </a:pPr>
            <a:r>
              <a:rPr sz="1200">
                <a:solidFill>
                  <a:srgbClr val="444444"/>
                </a:solidFill>
                <a:latin typeface="Calibri"/>
              </a:rPr>
              <a:t>  •  • Silent subscriber overwrite → GUI stops updating</a:t>
            </a:r>
          </a:p>
          <a:p>
            <a:pPr>
              <a:spcBef>
                <a:spcPts val="200"/>
              </a:spcBef>
            </a:pPr>
            <a:r>
              <a:rPr sz="1200">
                <a:solidFill>
                  <a:srgbClr val="444444"/>
                </a:solidFill>
                <a:latin typeface="Calibri"/>
              </a:rPr>
              <a:t>  •  • Wrong-thread callback → GUI corruption / crash</a:t>
            </a:r>
          </a:p>
          <a:p>
            <a:pPr>
              <a:spcBef>
                <a:spcPts val="200"/>
              </a:spcBef>
            </a:pPr>
            <a:r>
              <a:rPr sz="1200">
                <a:solidFill>
                  <a:srgbClr val="444444"/>
                </a:solidFill>
                <a:latin typeface="Calibri"/>
              </a:rPr>
              <a:t>  •  • No auto-disconnect → dangling pointer on object destruction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Solution: qtac::Signal&lt;Args...&gt;</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68680"/>
            <a:ext cx="5303520" cy="365760"/>
          </a:xfrm>
          <a:prstGeom prst="rect">
            <a:avLst/>
          </a:prstGeom>
          <a:noFill/>
        </p:spPr>
        <p:txBody>
          <a:bodyPr wrap="square">
            <a:spAutoFit/>
          </a:bodyPr>
          <a:lstStyle/>
          <a:p>
            <a:pPr algn="l"/>
            <a:r>
              <a:rPr sz="1400" b="1">
                <a:solidFill>
                  <a:srgbClr val="444444"/>
                </a:solidFill>
                <a:latin typeface="Calibri"/>
              </a:rPr>
              <a:t>Template design:</a:t>
            </a:r>
          </a:p>
        </p:txBody>
      </p:sp>
      <p:sp>
        <p:nvSpPr>
          <p:cNvPr id="5" name="Rectangle 4"/>
          <p:cNvSpPr/>
          <p:nvPr/>
        </p:nvSpPr>
        <p:spPr>
          <a:xfrm>
            <a:off x="457200" y="1234440"/>
            <a:ext cx="5303520" cy="219456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5120640" cy="2103120"/>
          </a:xfrm>
          <a:prstGeom prst="rect">
            <a:avLst/>
          </a:prstGeom>
          <a:noFill/>
        </p:spPr>
        <p:txBody>
          <a:bodyPr wrap="none">
            <a:spAutoFit/>
          </a:bodyPr>
          <a:lstStyle/>
          <a:p>
            <a:pPr>
              <a:spcBef>
                <a:spcPts val="0"/>
              </a:spcBef>
              <a:spcAft>
                <a:spcPts val="0"/>
              </a:spcAft>
            </a:pPr>
            <a:r>
              <a:rPr sz="1000">
                <a:solidFill>
                  <a:srgbClr val="1F1F1F"/>
                </a:solidFill>
                <a:latin typeface="Courier New"/>
              </a:rPr>
              <a:t>template&lt;typename... Args&gt;</a:t>
            </a:r>
          </a:p>
          <a:p>
            <a:pPr>
              <a:spcBef>
                <a:spcPts val="0"/>
              </a:spcBef>
              <a:spcAft>
                <a:spcPts val="0"/>
              </a:spcAft>
            </a:pPr>
            <a:r>
              <a:rPr sz="1000">
                <a:solidFill>
                  <a:srgbClr val="1F1F1F"/>
                </a:solidFill>
                <a:latin typeface="Courier New"/>
              </a:rPr>
              <a:t>class Signal {</a:t>
            </a:r>
          </a:p>
          <a:p>
            <a:pPr>
              <a:spcBef>
                <a:spcPts val="0"/>
              </a:spcBef>
              <a:spcAft>
                <a:spcPts val="0"/>
              </a:spcAft>
            </a:pPr>
            <a:r>
              <a:rPr sz="1000">
                <a:solidFill>
                  <a:srgbClr val="1F1F1F"/>
                </a:solidFill>
                <a:latin typeface="Courier New"/>
              </a:rPr>
              <a:t>public:</a:t>
            </a:r>
          </a:p>
          <a:p>
            <a:pPr>
              <a:spcBef>
                <a:spcPts val="0"/>
              </a:spcBef>
              <a:spcAft>
                <a:spcPts val="0"/>
              </a:spcAft>
            </a:pPr>
            <a:r>
              <a:rPr sz="1000">
                <a:solidFill>
                  <a:srgbClr val="1F1F1F"/>
                </a:solidFill>
                <a:latin typeface="Courier New"/>
              </a:rPr>
              <a:t>    // Returns token — subscriber lives while token held</a:t>
            </a:r>
          </a:p>
          <a:p>
            <a:pPr>
              <a:spcBef>
                <a:spcPts val="0"/>
              </a:spcBef>
              <a:spcAft>
                <a:spcPts val="0"/>
              </a:spcAft>
            </a:pPr>
            <a:r>
              <a:rPr sz="1000">
                <a:solidFill>
                  <a:srgbClr val="1F1F1F"/>
                </a:solidFill>
                <a:latin typeface="Courier New"/>
              </a:rPr>
              <a:t>    std::shared_ptr&lt;void&gt; connect(</a:t>
            </a:r>
          </a:p>
          <a:p>
            <a:pPr>
              <a:spcBef>
                <a:spcPts val="0"/>
              </a:spcBef>
              <a:spcAft>
                <a:spcPts val="0"/>
              </a:spcAft>
            </a:pPr>
            <a:r>
              <a:rPr sz="1000">
                <a:solidFill>
                  <a:srgbClr val="1F1F1F"/>
                </a:solidFill>
                <a:latin typeface="Courier New"/>
              </a:rPr>
              <a:t>        std::function&lt;void(Args...)&gt; fn);</a:t>
            </a:r>
          </a:p>
          <a:p>
            <a:pPr>
              <a:spcBef>
                <a:spcPts val="0"/>
              </a:spcBef>
              <a:spcAft>
                <a:spcPts val="0"/>
              </a:spcAft>
            </a:pPr>
            <a:r>
              <a:rPr sz="1000">
                <a:solidFill>
                  <a:srgbClr val="1F1F1F"/>
                </a:solidFill>
                <a:latin typeface="Courier New"/>
              </a:rPr>
              <a:t> </a:t>
            </a:r>
          </a:p>
          <a:p>
            <a:pPr>
              <a:spcBef>
                <a:spcPts val="0"/>
              </a:spcBef>
              <a:spcAft>
                <a:spcPts val="0"/>
              </a:spcAft>
            </a:pPr>
            <a:r>
              <a:rPr sz="1000">
                <a:solidFill>
                  <a:srgbClr val="1F1F1F"/>
                </a:solidFill>
                <a:latin typeface="Courier New"/>
              </a:rPr>
              <a:t>    // Fire all live subscribers</a:t>
            </a:r>
          </a:p>
          <a:p>
            <a:pPr>
              <a:spcBef>
                <a:spcPts val="0"/>
              </a:spcBef>
              <a:spcAft>
                <a:spcPts val="0"/>
              </a:spcAft>
            </a:pPr>
            <a:r>
              <a:rPr sz="1000">
                <a:solidFill>
                  <a:srgbClr val="1F1F1F"/>
                </a:solidFill>
                <a:latin typeface="Courier New"/>
              </a:rPr>
              <a:t>    void operator()(Args... args);</a:t>
            </a:r>
          </a:p>
          <a:p>
            <a:pPr>
              <a:spcBef>
                <a:spcPts val="0"/>
              </a:spcBef>
              <a:spcAft>
                <a:spcPts val="0"/>
              </a:spcAft>
            </a:pPr>
            <a:r>
              <a:rPr sz="1000">
                <a:solidFill>
                  <a:srgbClr val="1F1F1F"/>
                </a:solidFill>
                <a:latin typeface="Courier New"/>
              </a:rPr>
              <a:t>};</a:t>
            </a:r>
          </a:p>
        </p:txBody>
      </p:sp>
      <p:sp>
        <p:nvSpPr>
          <p:cNvPr id="7" name="TextBox 6"/>
          <p:cNvSpPr txBox="1"/>
          <p:nvPr/>
        </p:nvSpPr>
        <p:spPr>
          <a:xfrm>
            <a:off x="457200" y="3566160"/>
            <a:ext cx="5303520" cy="365760"/>
          </a:xfrm>
          <a:prstGeom prst="rect">
            <a:avLst/>
          </a:prstGeom>
          <a:noFill/>
        </p:spPr>
        <p:txBody>
          <a:bodyPr wrap="square">
            <a:spAutoFit/>
          </a:bodyPr>
          <a:lstStyle/>
          <a:p>
            <a:pPr algn="l"/>
            <a:r>
              <a:rPr sz="1400" b="1">
                <a:solidFill>
                  <a:srgbClr val="444444"/>
                </a:solidFill>
                <a:latin typeface="Calibri"/>
              </a:rPr>
              <a:t>Usage — identical feel to Qt signals:</a:t>
            </a:r>
          </a:p>
        </p:txBody>
      </p:sp>
      <p:sp>
        <p:nvSpPr>
          <p:cNvPr id="8" name="Rectangle 7"/>
          <p:cNvSpPr/>
          <p:nvPr/>
        </p:nvSpPr>
        <p:spPr>
          <a:xfrm>
            <a:off x="457200" y="3931920"/>
            <a:ext cx="5303520" cy="233172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977640"/>
            <a:ext cx="5120640" cy="2240280"/>
          </a:xfrm>
          <a:prstGeom prst="rect">
            <a:avLst/>
          </a:prstGeom>
          <a:noFill/>
        </p:spPr>
        <p:txBody>
          <a:bodyPr wrap="none">
            <a:spAutoFit/>
          </a:bodyPr>
          <a:lstStyle/>
          <a:p>
            <a:pPr>
              <a:spcBef>
                <a:spcPts val="0"/>
              </a:spcBef>
              <a:spcAft>
                <a:spcPts val="0"/>
              </a:spcAft>
            </a:pPr>
            <a:r>
              <a:rPr sz="1000">
                <a:solidFill>
                  <a:srgbClr val="1F1F1F"/>
                </a:solidFill>
                <a:latin typeface="Courier New"/>
              </a:rPr>
              <a:t>// Declared in TACDriveThread:</a:t>
            </a:r>
          </a:p>
          <a:p>
            <a:pPr>
              <a:spcBef>
                <a:spcPts val="0"/>
              </a:spcBef>
              <a:spcAft>
                <a:spcPts val="0"/>
              </a:spcAft>
            </a:pPr>
            <a:r>
              <a:rPr sz="1000">
                <a:solidFill>
                  <a:srgbClr val="1F1F1F"/>
                </a:solidFill>
                <a:latin typeface="Courier New"/>
              </a:rPr>
              <a:t>qtac::Signal&lt;uint64_t, bool&gt;      onPinStateChanged;</a:t>
            </a:r>
          </a:p>
          <a:p>
            <a:pPr>
              <a:spcBef>
                <a:spcPts val="0"/>
              </a:spcBef>
              <a:spcAft>
                <a:spcPts val="0"/>
              </a:spcAft>
            </a:pPr>
            <a:r>
              <a:rPr sz="1000">
                <a:solidFill>
                  <a:srgbClr val="1F1F1F"/>
                </a:solidFill>
                <a:latin typeface="Courier New"/>
              </a:rPr>
              <a:t>qtac::Signal&lt;const qtac::String&amp;&gt; onFirmwareVersionUpdate;</a:t>
            </a:r>
          </a:p>
          <a:p>
            <a:pPr>
              <a:spcBef>
                <a:spcPts val="0"/>
              </a:spcBef>
              <a:spcAft>
                <a:spcPts val="0"/>
              </a:spcAft>
            </a:pPr>
            <a:r>
              <a:rPr sz="1000">
                <a:solidFill>
                  <a:srgbClr val="1F1F1F"/>
                </a:solidFill>
                <a:latin typeface="Courier New"/>
              </a:rPr>
              <a:t> </a:t>
            </a:r>
          </a:p>
          <a:p>
            <a:pPr>
              <a:spcBef>
                <a:spcPts val="0"/>
              </a:spcBef>
              <a:spcAft>
                <a:spcPts val="0"/>
              </a:spcAft>
            </a:pPr>
            <a:r>
              <a:rPr sz="1000">
                <a:solidFill>
                  <a:srgbClr val="1F1F1F"/>
                </a:solidFill>
                <a:latin typeface="Courier New"/>
              </a:rPr>
              <a:t>// Subscriber (auto-disconnects when token drops):</a:t>
            </a:r>
          </a:p>
          <a:p>
            <a:pPr>
              <a:spcBef>
                <a:spcPts val="0"/>
              </a:spcBef>
              <a:spcAft>
                <a:spcPts val="0"/>
              </a:spcAft>
            </a:pPr>
            <a:r>
              <a:rPr sz="1000">
                <a:solidFill>
                  <a:srgbClr val="1F1F1F"/>
                </a:solidFill>
                <a:latin typeface="Courier New"/>
              </a:rPr>
              <a:t>_token = thread-&gt;onPinStateChanged.connect(</a:t>
            </a:r>
          </a:p>
          <a:p>
            <a:pPr>
              <a:spcBef>
                <a:spcPts val="0"/>
              </a:spcBef>
              <a:spcAft>
                <a:spcPts val="0"/>
              </a:spcAft>
            </a:pPr>
            <a:r>
              <a:rPr sz="1000">
                <a:solidFill>
                  <a:srgbClr val="1F1F1F"/>
                </a:solidFill>
                <a:latin typeface="Courier New"/>
              </a:rPr>
              <a:t>    [this](uint64_t pin, bool state) {</a:t>
            </a:r>
          </a:p>
          <a:p>
            <a:pPr>
              <a:spcBef>
                <a:spcPts val="0"/>
              </a:spcBef>
              <a:spcAft>
                <a:spcPts val="0"/>
              </a:spcAft>
            </a:pPr>
            <a:r>
              <a:rPr sz="1000">
                <a:solidFill>
                  <a:srgbClr val="1F1F1F"/>
                </a:solidFill>
                <a:latin typeface="Courier New"/>
              </a:rPr>
              <a:t>        // handle pin change</a:t>
            </a:r>
          </a:p>
          <a:p>
            <a:pPr>
              <a:spcBef>
                <a:spcPts val="0"/>
              </a:spcBef>
              <a:spcAft>
                <a:spcPts val="0"/>
              </a:spcAft>
            </a:pPr>
            <a:r>
              <a:rPr sz="1000">
                <a:solidFill>
                  <a:srgbClr val="1F1F1F"/>
                </a:solidFill>
                <a:latin typeface="Courier New"/>
              </a:rPr>
              <a:t>    });</a:t>
            </a:r>
          </a:p>
        </p:txBody>
      </p:sp>
      <p:sp>
        <p:nvSpPr>
          <p:cNvPr id="10" name="TextBox 9"/>
          <p:cNvSpPr txBox="1"/>
          <p:nvPr/>
        </p:nvSpPr>
        <p:spPr>
          <a:xfrm>
            <a:off x="6035040" y="868680"/>
            <a:ext cx="5760720" cy="365760"/>
          </a:xfrm>
          <a:prstGeom prst="rect">
            <a:avLst/>
          </a:prstGeom>
          <a:noFill/>
        </p:spPr>
        <p:txBody>
          <a:bodyPr wrap="square">
            <a:spAutoFit/>
          </a:bodyPr>
          <a:lstStyle/>
          <a:p>
            <a:pPr algn="l"/>
            <a:r>
              <a:rPr sz="1400" b="1">
                <a:solidFill>
                  <a:srgbClr val="0070C0"/>
                </a:solidFill>
                <a:latin typeface="Calibri"/>
              </a:rPr>
              <a:t>How it works:</a:t>
            </a:r>
          </a:p>
        </p:txBody>
      </p:sp>
      <p:sp>
        <p:nvSpPr>
          <p:cNvPr id="11" name="TextBox 10"/>
          <p:cNvSpPr txBox="1"/>
          <p:nvPr/>
        </p:nvSpPr>
        <p:spPr>
          <a:xfrm>
            <a:off x="6035040" y="1280160"/>
            <a:ext cx="5760720" cy="5303520"/>
          </a:xfrm>
          <a:prstGeom prst="rect">
            <a:avLst/>
          </a:prstGeom>
          <a:noFill/>
        </p:spPr>
        <p:txBody>
          <a:bodyPr wrap="square">
            <a:spAutoFit/>
          </a:bodyPr>
          <a:lstStyle/>
          <a:p>
            <a:pPr>
              <a:spcBef>
                <a:spcPts val="200"/>
              </a:spcBef>
            </a:pPr>
            <a:r>
              <a:rPr sz="1300">
                <a:solidFill>
                  <a:srgbClr val="1F1F1F"/>
                </a:solidFill>
                <a:latin typeface="Calibri"/>
              </a:rPr>
              <a:t>•  Stores a list of weak_ptr-wrapped callbacks</a:t>
            </a:r>
          </a:p>
          <a:p>
            <a:pPr>
              <a:spcBef>
                <a:spcPts val="200"/>
              </a:spcBef>
            </a:pPr>
            <a:r>
              <a:rPr sz="1300">
                <a:solidFill>
                  <a:srgbClr val="1F1F1F"/>
                </a:solidFill>
                <a:latin typeface="Calibri"/>
              </a:rPr>
              <a:t>•  connect() wraps the lambda in a shared_ptr — the returned token keeps it alive</a:t>
            </a:r>
          </a:p>
          <a:p>
            <a:pPr>
              <a:spcBef>
                <a:spcPts val="200"/>
              </a:spcBef>
            </a:pPr>
            <a:r>
              <a:rPr sz="1300">
                <a:solidFill>
                  <a:srgbClr val="1F1F1F"/>
                </a:solidFill>
                <a:latin typeface="Calibri"/>
              </a:rPr>
              <a:t>•  Token out of scope → weak_ptr expires → auto-disconnect on next fire</a:t>
            </a:r>
          </a:p>
          <a:p>
            <a:pPr>
              <a:spcBef>
                <a:spcPts val="200"/>
              </a:spcBef>
            </a:pPr>
            <a:r>
              <a:rPr sz="1300">
                <a:solidFill>
                  <a:srgbClr val="1F1F1F"/>
                </a:solidFill>
                <a:latin typeface="Calibri"/>
              </a:rPr>
              <a:t>•  operator() iterates list, promotes weak_ptrs, fires live ones, cleans up dead ones</a:t>
            </a:r>
          </a:p>
          <a:p>
            <a:pPr>
              <a:spcBef>
                <a:spcPts val="200"/>
              </a:spcBef>
            </a:pPr>
            <a:r>
              <a:rPr sz="1300">
                <a:solidFill>
                  <a:srgbClr val="1F1F1F"/>
                </a:solidFill>
                <a:latin typeface="Calibri"/>
              </a:rPr>
              <a:t>•  Internal mutex makes connect/fire thread-safe</a:t>
            </a:r>
          </a:p>
          <a:p>
            <a:pPr>
              <a:spcBef>
                <a:spcPts val="200"/>
              </a:spcBef>
            </a:pPr>
            <a:r>
              <a:rPr sz="1300">
                <a:solidFill>
                  <a:srgbClr val="1F1F1F"/>
                </a:solidFill>
                <a:latin typeface="Calibri"/>
              </a:rPr>
              <a:t>•  </a:t>
            </a:r>
          </a:p>
          <a:p>
            <a:pPr>
              <a:spcBef>
                <a:spcPts val="200"/>
              </a:spcBef>
            </a:pPr>
            <a:r>
              <a:rPr sz="1300">
                <a:solidFill>
                  <a:srgbClr val="1F1F1F"/>
                </a:solidFill>
                <a:latin typeface="Calibri"/>
              </a:rPr>
              <a:t>•  Thread marshaling to GUI thread is handled separately by TACDeviceBridge via QMetaObject::invokeMethod(Qt::QueuedConnection)</a:t>
            </a:r>
          </a:p>
          <a:p>
            <a:pPr>
              <a:spcBef>
                <a:spcPts val="200"/>
              </a:spcBef>
            </a:pPr>
            <a:r>
              <a:rPr sz="1300">
                <a:solidFill>
                  <a:srgbClr val="1F1F1F"/>
                </a:solidFill>
                <a:latin typeface="Calibri"/>
              </a:rPr>
              <a:t>•  </a:t>
            </a:r>
          </a:p>
          <a:p>
            <a:pPr>
              <a:spcBef>
                <a:spcPts val="200"/>
              </a:spcBef>
            </a:pPr>
            <a:r>
              <a:rPr sz="1300">
                <a:solidFill>
                  <a:srgbClr val="1F1F1F"/>
                </a:solidFill>
                <a:latin typeface="Calibri"/>
              </a:rPr>
              <a:t>•  Separation of concerns:</a:t>
            </a:r>
          </a:p>
          <a:p>
            <a:pPr>
              <a:spcBef>
                <a:spcPts val="200"/>
              </a:spcBef>
            </a:pPr>
            <a:r>
              <a:rPr sz="1100">
                <a:solidFill>
                  <a:srgbClr val="444444"/>
                </a:solidFill>
                <a:latin typeface="Calibri"/>
              </a:rPr>
              <a:t>  •  Core library: what happened</a:t>
            </a:r>
          </a:p>
          <a:p>
            <a:pPr>
              <a:spcBef>
                <a:spcPts val="200"/>
              </a:spcBef>
            </a:pPr>
            <a:r>
              <a:rPr sz="1100">
                <a:solidFill>
                  <a:srgbClr val="444444"/>
                </a:solidFill>
                <a:latin typeface="Calibri"/>
              </a:rPr>
              <a:t>  •  Bridge: where to deliver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The Qt Bridge: Clean Separation</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822960"/>
            <a:ext cx="5943600" cy="557784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868680"/>
            <a:ext cx="5760720" cy="5486400"/>
          </a:xfrm>
          <a:prstGeom prst="rect">
            <a:avLst/>
          </a:prstGeom>
          <a:noFill/>
        </p:spPr>
        <p:txBody>
          <a:bodyPr wrap="none">
            <a:spAutoFit/>
          </a:bodyPr>
          <a:lstStyle/>
          <a:p>
            <a:pPr>
              <a:spcBef>
                <a:spcPts val="0"/>
              </a:spcBef>
              <a:spcAft>
                <a:spcPts val="0"/>
              </a:spcAft>
            </a:pPr>
            <a:r>
              <a:rPr sz="900">
                <a:solidFill>
                  <a:srgbClr val="1F1F1F"/>
                </a:solidFill>
                <a:latin typeface="Courier New"/>
              </a:rPr>
              <a:t>┌──────────────────────────────────────────────┐</a:t>
            </a:r>
          </a:p>
          <a:p>
            <a:pPr>
              <a:spcBef>
                <a:spcPts val="0"/>
              </a:spcBef>
              <a:spcAft>
                <a:spcPts val="0"/>
              </a:spcAft>
            </a:pPr>
            <a:r>
              <a:rPr sz="900">
                <a:solidFill>
                  <a:srgbClr val="1F1F1F"/>
                </a:solidFill>
                <a:latin typeface="Courier New"/>
              </a:rPr>
              <a:t>│          source/app  (Qt6 GUI)               │  ← uses Qt freely</a:t>
            </a:r>
          </a:p>
          <a:p>
            <a:pPr>
              <a:spcBef>
                <a:spcPts val="0"/>
              </a:spcBef>
              <a:spcAft>
                <a:spcPts val="0"/>
              </a:spcAft>
            </a:pPr>
            <a:r>
              <a:rPr sz="900">
                <a:solidFill>
                  <a:srgbClr val="1F1F1F"/>
                </a:solidFill>
                <a:latin typeface="Courier New"/>
              </a:rPr>
              <a:t>│  TACWindow · TACPinFrame · TACDeviceSelection│</a:t>
            </a:r>
          </a:p>
          <a:p>
            <a:pPr>
              <a:spcBef>
                <a:spcPts val="0"/>
              </a:spcBef>
              <a:spcAft>
                <a:spcPts val="0"/>
              </a:spcAft>
            </a:pPr>
            <a:r>
              <a:rPr sz="900">
                <a:solidFill>
                  <a:srgbClr val="1F1F1F"/>
                </a:solidFill>
                <a:latin typeface="Courier New"/>
              </a:rPr>
              <a:t>└────────────────────┬─────────────────────────┘</a:t>
            </a:r>
          </a:p>
          <a:p>
            <a:pPr>
              <a:spcBef>
                <a:spcPts val="0"/>
              </a:spcBef>
              <a:spcAft>
                <a:spcPts val="0"/>
              </a:spcAft>
            </a:pPr>
            <a:r>
              <a:rPr sz="900">
                <a:solidFill>
                  <a:srgbClr val="1F1F1F"/>
                </a:solidFill>
                <a:latin typeface="Courier New"/>
              </a:rPr>
              <a:t>                     │  Qt signals → GUI widgets</a:t>
            </a:r>
          </a:p>
          <a:p>
            <a:pPr>
              <a:spcBef>
                <a:spcPts val="0"/>
              </a:spcBef>
              <a:spcAft>
                <a:spcPts val="0"/>
              </a:spcAft>
            </a:pPr>
            <a:r>
              <a:rPr sz="900">
                <a:solidFill>
                  <a:srgbClr val="1F1F1F"/>
                </a:solidFill>
                <a:latin typeface="Courier New"/>
              </a:rPr>
              <a:t>┌────────────────────▼─────────────────────────┐</a:t>
            </a:r>
          </a:p>
          <a:p>
            <a:pPr>
              <a:spcBef>
                <a:spcPts val="0"/>
              </a:spcBef>
              <a:spcAft>
                <a:spcPts val="0"/>
              </a:spcAft>
            </a:pPr>
            <a:r>
              <a:rPr sz="900">
                <a:solidFill>
                  <a:srgbClr val="1F1F1F"/>
                </a:solidFill>
                <a:latin typeface="Courier New"/>
              </a:rPr>
              <a:t>│   source/libraries/qt-adapter                │  ← thin bridge</a:t>
            </a:r>
          </a:p>
          <a:p>
            <a:pPr>
              <a:spcBef>
                <a:spcPts val="0"/>
              </a:spcBef>
              <a:spcAft>
                <a:spcPts val="0"/>
              </a:spcAft>
            </a:pPr>
            <a:r>
              <a:rPr sz="900">
                <a:solidFill>
                  <a:srgbClr val="1F1F1F"/>
                </a:solidFill>
                <a:latin typeface="Courier New"/>
              </a:rPr>
              <a:t>│   TACDeviceBridge  (Q_OBJECT)                │</a:t>
            </a:r>
          </a:p>
          <a:p>
            <a:pPr>
              <a:spcBef>
                <a:spcPts val="0"/>
              </a:spcBef>
              <a:spcAft>
                <a:spcPts val="0"/>
              </a:spcAft>
            </a:pPr>
            <a:r>
              <a:rPr sz="900">
                <a:solidFill>
                  <a:srgbClr val="1F1F1F"/>
                </a:solidFill>
                <a:latin typeface="Courier New"/>
              </a:rPr>
              <a:t>│   • Wraps qtac::TACDriveThread               │</a:t>
            </a:r>
          </a:p>
          <a:p>
            <a:pPr>
              <a:spcBef>
                <a:spcPts val="0"/>
              </a:spcBef>
              <a:spcAft>
                <a:spcPts val="0"/>
              </a:spcAft>
            </a:pPr>
            <a:r>
              <a:rPr sz="900">
                <a:solidFill>
                  <a:srgbClr val="1F1F1F"/>
                </a:solidFill>
                <a:latin typeface="Courier New"/>
              </a:rPr>
              <a:t>│   • Receives qtac::Signal&lt;&gt; callbacks        │</a:t>
            </a:r>
          </a:p>
          <a:p>
            <a:pPr>
              <a:spcBef>
                <a:spcPts val="0"/>
              </a:spcBef>
              <a:spcAft>
                <a:spcPts val="0"/>
              </a:spcAft>
            </a:pPr>
            <a:r>
              <a:rPr sz="900">
                <a:solidFill>
                  <a:srgbClr val="1F1F1F"/>
                </a:solidFill>
                <a:latin typeface="Courier New"/>
              </a:rPr>
              <a:t>│   • Re-emits as Qt signals via               │</a:t>
            </a:r>
          </a:p>
          <a:p>
            <a:pPr>
              <a:spcBef>
                <a:spcPts val="0"/>
              </a:spcBef>
              <a:spcAft>
                <a:spcPts val="0"/>
              </a:spcAft>
            </a:pPr>
            <a:r>
              <a:rPr sz="900">
                <a:solidFill>
                  <a:srgbClr val="1F1F1F"/>
                </a:solidFill>
                <a:latin typeface="Courier New"/>
              </a:rPr>
              <a:t>│     QMetaObject::invokeMethod                │</a:t>
            </a:r>
          </a:p>
          <a:p>
            <a:pPr>
              <a:spcBef>
                <a:spcPts val="0"/>
              </a:spcBef>
              <a:spcAft>
                <a:spcPts val="0"/>
              </a:spcAft>
            </a:pPr>
            <a:r>
              <a:rPr sz="900">
                <a:solidFill>
                  <a:srgbClr val="1F1F1F"/>
                </a:solidFill>
                <a:latin typeface="Courier New"/>
              </a:rPr>
              <a:t>│     (Qt::QueuedConnection — thread-safe)     │</a:t>
            </a:r>
          </a:p>
          <a:p>
            <a:pPr>
              <a:spcBef>
                <a:spcPts val="0"/>
              </a:spcBef>
              <a:spcAft>
                <a:spcPts val="0"/>
              </a:spcAft>
            </a:pPr>
            <a:r>
              <a:rPr sz="900">
                <a:solidFill>
                  <a:srgbClr val="1F1F1F"/>
                </a:solidFill>
                <a:latin typeface="Courier New"/>
              </a:rPr>
              <a:t>└────────────────────┬─────────────────────────┘</a:t>
            </a:r>
          </a:p>
          <a:p>
            <a:pPr>
              <a:spcBef>
                <a:spcPts val="0"/>
              </a:spcBef>
              <a:spcAft>
                <a:spcPts val="0"/>
              </a:spcAft>
            </a:pPr>
            <a:r>
              <a:rPr sz="900">
                <a:solidFill>
                  <a:srgbClr val="1F1F1F"/>
                </a:solidFill>
                <a:latin typeface="Courier New"/>
              </a:rPr>
              <a:t>                     │  C++20 only below this line</a:t>
            </a:r>
          </a:p>
          <a:p>
            <a:pPr>
              <a:spcBef>
                <a:spcPts val="0"/>
              </a:spcBef>
              <a:spcAft>
                <a:spcPts val="0"/>
              </a:spcAft>
            </a:pPr>
            <a:r>
              <a:rPr sz="900">
                <a:solidFill>
                  <a:srgbClr val="1F1F1F"/>
                </a:solidFill>
                <a:latin typeface="Courier New"/>
              </a:rPr>
              <a:t>┌────────────────────▼─────────────────────────┐</a:t>
            </a:r>
          </a:p>
          <a:p>
            <a:pPr>
              <a:spcBef>
                <a:spcPts val="0"/>
              </a:spcBef>
              <a:spcAft>
                <a:spcPts val="0"/>
              </a:spcAft>
            </a:pPr>
            <a:r>
              <a:rPr sz="900">
                <a:solidFill>
                  <a:srgbClr val="1F1F1F"/>
                </a:solidFill>
                <a:latin typeface="Courier New"/>
              </a:rPr>
              <a:t>│   source/library  (qtac-core)                │  ← zero Qt</a:t>
            </a:r>
          </a:p>
          <a:p>
            <a:pPr>
              <a:spcBef>
                <a:spcPts val="0"/>
              </a:spcBef>
              <a:spcAft>
                <a:spcPts val="0"/>
              </a:spcAft>
            </a:pPr>
            <a:r>
              <a:rPr sz="900">
                <a:solidFill>
                  <a:srgbClr val="1F1F1F"/>
                </a:solidFill>
                <a:latin typeface="Courier New"/>
              </a:rPr>
              <a:t>│   AlpacaDevice · TACDriveThread · ...        │</a:t>
            </a:r>
          </a:p>
          <a:p>
            <a:pPr>
              <a:spcBef>
                <a:spcPts val="0"/>
              </a:spcBef>
              <a:spcAft>
                <a:spcPts val="0"/>
              </a:spcAft>
            </a:pPr>
            <a:r>
              <a:rPr sz="900">
                <a:solidFill>
                  <a:srgbClr val="1F1F1F"/>
                </a:solidFill>
                <a:latin typeface="Courier New"/>
              </a:rPr>
              <a:t>└──────────────────────────────────────────────┘</a:t>
            </a:r>
          </a:p>
        </p:txBody>
      </p:sp>
      <p:sp>
        <p:nvSpPr>
          <p:cNvPr id="6" name="TextBox 5"/>
          <p:cNvSpPr txBox="1"/>
          <p:nvPr/>
        </p:nvSpPr>
        <p:spPr>
          <a:xfrm>
            <a:off x="6492240" y="868680"/>
            <a:ext cx="5303520" cy="365760"/>
          </a:xfrm>
          <a:prstGeom prst="rect">
            <a:avLst/>
          </a:prstGeom>
          <a:noFill/>
        </p:spPr>
        <p:txBody>
          <a:bodyPr wrap="square">
            <a:spAutoFit/>
          </a:bodyPr>
          <a:lstStyle/>
          <a:p>
            <a:pPr algn="l"/>
            <a:r>
              <a:rPr sz="1500" b="1">
                <a:solidFill>
                  <a:srgbClr val="0070C0"/>
                </a:solidFill>
                <a:latin typeface="Calibri"/>
              </a:rPr>
              <a:t>Why the bridge pattern?</a:t>
            </a:r>
          </a:p>
        </p:txBody>
      </p:sp>
      <p:sp>
        <p:nvSpPr>
          <p:cNvPr id="7" name="TextBox 6"/>
          <p:cNvSpPr txBox="1"/>
          <p:nvPr/>
        </p:nvSpPr>
        <p:spPr>
          <a:xfrm>
            <a:off x="6492240" y="1325880"/>
            <a:ext cx="5303520" cy="5212080"/>
          </a:xfrm>
          <a:prstGeom prst="rect">
            <a:avLst/>
          </a:prstGeom>
          <a:noFill/>
        </p:spPr>
        <p:txBody>
          <a:bodyPr wrap="square">
            <a:spAutoFit/>
          </a:bodyPr>
          <a:lstStyle/>
          <a:p>
            <a:pPr>
              <a:spcBef>
                <a:spcPts val="200"/>
              </a:spcBef>
            </a:pPr>
            <a:r>
              <a:rPr sz="1300">
                <a:solidFill>
                  <a:srgbClr val="1F1F1F"/>
                </a:solidFill>
                <a:latin typeface="Calibri"/>
              </a:rPr>
              <a:t>•  TACDeviceBridge is the ONLY class allowed to know about both worlds</a:t>
            </a:r>
          </a:p>
          <a:p>
            <a:pPr>
              <a:spcBef>
                <a:spcPts val="200"/>
              </a:spcBef>
            </a:pPr>
            <a:r>
              <a:rPr sz="1300">
                <a:solidFill>
                  <a:srgbClr val="1F1F1F"/>
                </a:solidFill>
                <a:latin typeface="Calibri"/>
              </a:rPr>
              <a:t>•  Device library (below) has zero knowledge of Qt</a:t>
            </a:r>
          </a:p>
          <a:p>
            <a:pPr>
              <a:spcBef>
                <a:spcPts val="200"/>
              </a:spcBef>
            </a:pPr>
            <a:r>
              <a:rPr sz="1300">
                <a:solidFill>
                  <a:srgbClr val="1F1F1F"/>
                </a:solidFill>
                <a:latin typeface="Calibri"/>
              </a:rPr>
              <a:t>•  GUI code (above) has zero knowledge of threading</a:t>
            </a:r>
          </a:p>
          <a:p>
            <a:pPr>
              <a:spcBef>
                <a:spcPts val="200"/>
              </a:spcBef>
            </a:pPr>
            <a:r>
              <a:rPr sz="1300">
                <a:solidFill>
                  <a:srgbClr val="1F1F1F"/>
                </a:solidFill>
                <a:latin typeface="Calibri"/>
              </a:rPr>
              <a:t>•  Bridge handles cross-thread delivery safely</a:t>
            </a:r>
          </a:p>
          <a:p>
            <a:pPr>
              <a:spcBef>
                <a:spcPts val="200"/>
              </a:spcBef>
            </a:pPr>
            <a:r>
              <a:rPr sz="1300">
                <a:solidFill>
                  <a:srgbClr val="1F1F1F"/>
                </a:solidFill>
                <a:latin typeface="Calibri"/>
              </a:rPr>
              <a:t>•  </a:t>
            </a:r>
          </a:p>
          <a:p>
            <a:pPr>
              <a:spcBef>
                <a:spcPts val="200"/>
              </a:spcBef>
            </a:pPr>
            <a:r>
              <a:rPr sz="1300">
                <a:solidFill>
                  <a:srgbClr val="1F1F1F"/>
                </a:solidFill>
                <a:latin typeface="Calibri"/>
              </a:rPr>
              <a:t>•  Without the bridge:</a:t>
            </a:r>
          </a:p>
          <a:p>
            <a:pPr>
              <a:spcBef>
                <a:spcPts val="200"/>
              </a:spcBef>
            </a:pPr>
            <a:r>
              <a:rPr sz="1100">
                <a:solidFill>
                  <a:srgbClr val="444444"/>
                </a:solidFill>
                <a:latin typeface="Calibri"/>
              </a:rPr>
              <a:t>  •  • qtac::Signal&lt;&gt; fires on device thread</a:t>
            </a:r>
          </a:p>
          <a:p>
            <a:pPr>
              <a:spcBef>
                <a:spcPts val="200"/>
              </a:spcBef>
            </a:pPr>
            <a:r>
              <a:rPr sz="1100">
                <a:solidFill>
                  <a:srgbClr val="444444"/>
                </a:solidFill>
                <a:latin typeface="Calibri"/>
              </a:rPr>
              <a:t>  •  • GUI widget update from wrong thread → crash</a:t>
            </a:r>
          </a:p>
          <a:p>
            <a:pPr>
              <a:spcBef>
                <a:spcPts val="200"/>
              </a:spcBef>
            </a:pPr>
            <a:r>
              <a:rPr sz="1300">
                <a:solidFill>
                  <a:srgbClr val="1F1F1F"/>
                </a:solidFill>
                <a:latin typeface="Calibri"/>
              </a:rPr>
              <a:t>•  </a:t>
            </a:r>
          </a:p>
          <a:p>
            <a:pPr>
              <a:spcBef>
                <a:spcPts val="200"/>
              </a:spcBef>
            </a:pPr>
            <a:r>
              <a:rPr sz="1300">
                <a:solidFill>
                  <a:srgbClr val="1F1F1F"/>
                </a:solidFill>
                <a:latin typeface="Calibri"/>
              </a:rPr>
              <a:t>•  With the bridge:</a:t>
            </a:r>
          </a:p>
          <a:p>
            <a:pPr>
              <a:spcBef>
                <a:spcPts val="200"/>
              </a:spcBef>
            </a:pPr>
            <a:r>
              <a:rPr sz="1100">
                <a:solidFill>
                  <a:srgbClr val="444444"/>
                </a:solidFill>
                <a:latin typeface="Calibri"/>
              </a:rPr>
              <a:t>  •  • Signal fires on device thread</a:t>
            </a:r>
          </a:p>
          <a:p>
            <a:pPr>
              <a:spcBef>
                <a:spcPts val="200"/>
              </a:spcBef>
            </a:pPr>
            <a:r>
              <a:rPr sz="1100">
                <a:solidFill>
                  <a:srgbClr val="444444"/>
                </a:solidFill>
                <a:latin typeface="Calibri"/>
              </a:rPr>
              <a:t>  •  • invokeMethod queues event onto GUI thread</a:t>
            </a:r>
          </a:p>
          <a:p>
            <a:pPr>
              <a:spcBef>
                <a:spcPts val="200"/>
              </a:spcBef>
            </a:pPr>
            <a:r>
              <a:rPr sz="1100">
                <a:solidFill>
                  <a:srgbClr val="444444"/>
                </a:solidFill>
                <a:latin typeface="Calibri"/>
              </a:rPr>
              <a:t>  •  • Qt delivers it safely to the widget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TACDev.dll: Refactored to Qt-Free</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68680"/>
            <a:ext cx="5486400" cy="365760"/>
          </a:xfrm>
          <a:prstGeom prst="rect">
            <a:avLst/>
          </a:prstGeom>
          <a:noFill/>
        </p:spPr>
        <p:txBody>
          <a:bodyPr wrap="square">
            <a:spAutoFit/>
          </a:bodyPr>
          <a:lstStyle/>
          <a:p>
            <a:pPr algn="l"/>
            <a:r>
              <a:rPr sz="1400" b="1">
                <a:solidFill>
                  <a:srgbClr val="444444"/>
                </a:solidFill>
                <a:latin typeface="Calibri"/>
              </a:rPr>
              <a:t>C API (unchanged from caller's perspective):</a:t>
            </a:r>
          </a:p>
        </p:txBody>
      </p:sp>
      <p:sp>
        <p:nvSpPr>
          <p:cNvPr id="5" name="Rectangle 4"/>
          <p:cNvSpPr/>
          <p:nvPr/>
        </p:nvSpPr>
        <p:spPr>
          <a:xfrm>
            <a:off x="457200" y="1234440"/>
            <a:ext cx="5486400" cy="2788920"/>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5303520" cy="2697480"/>
          </a:xfrm>
          <a:prstGeom prst="rect">
            <a:avLst/>
          </a:prstGeom>
          <a:noFill/>
        </p:spPr>
        <p:txBody>
          <a:bodyPr wrap="none">
            <a:spAutoFit/>
          </a:bodyPr>
          <a:lstStyle/>
          <a:p>
            <a:pPr>
              <a:spcBef>
                <a:spcPts val="0"/>
              </a:spcBef>
              <a:spcAft>
                <a:spcPts val="0"/>
              </a:spcAft>
            </a:pPr>
            <a:r>
              <a:rPr sz="950">
                <a:solidFill>
                  <a:srgbClr val="1F1F1F"/>
                </a:solidFill>
                <a:latin typeface="Courier New"/>
              </a:rPr>
              <a:t>// TACDev.h — pure C, no Qt, no C++ exceptions</a:t>
            </a:r>
          </a:p>
          <a:p>
            <a:pPr>
              <a:spcBef>
                <a:spcPts val="0"/>
              </a:spcBef>
              <a:spcAft>
                <a:spcPts val="0"/>
              </a:spcAft>
            </a:pPr>
            <a:r>
              <a:rPr sz="950">
                <a:solidFill>
                  <a:srgbClr val="1F1F1F"/>
                </a:solidFill>
                <a:latin typeface="Courier New"/>
              </a:rPr>
              <a:t>TACDEV_API TACDevHandle</a:t>
            </a:r>
          </a:p>
          <a:p>
            <a:pPr>
              <a:spcBef>
                <a:spcPts val="0"/>
              </a:spcBef>
              <a:spcAft>
                <a:spcPts val="0"/>
              </a:spcAft>
            </a:pPr>
            <a:r>
              <a:rPr sz="950">
                <a:solidFill>
                  <a:srgbClr val="1F1F1F"/>
                </a:solidFill>
                <a:latin typeface="Courier New"/>
              </a:rPr>
              <a:t>    TACDev_Open(const char* portName);</a:t>
            </a:r>
          </a:p>
          <a:p>
            <a:pPr>
              <a:spcBef>
                <a:spcPts val="0"/>
              </a:spcBef>
              <a:spcAft>
                <a:spcPts val="0"/>
              </a:spcAft>
            </a:pPr>
            <a:r>
              <a:rPr sz="950">
                <a:solidFill>
                  <a:srgbClr val="1F1F1F"/>
                </a:solidFill>
                <a:latin typeface="Courier New"/>
              </a:rPr>
              <a:t>TACDEV_API void</a:t>
            </a:r>
          </a:p>
          <a:p>
            <a:pPr>
              <a:spcBef>
                <a:spcPts val="0"/>
              </a:spcBef>
              <a:spcAft>
                <a:spcPts val="0"/>
              </a:spcAft>
            </a:pPr>
            <a:r>
              <a:rPr sz="950">
                <a:solidFill>
                  <a:srgbClr val="1F1F1F"/>
                </a:solidFill>
                <a:latin typeface="Courier New"/>
              </a:rPr>
              <a:t>    TACDev_Close(TACDevHandle h);</a:t>
            </a:r>
          </a:p>
          <a:p>
            <a:pPr>
              <a:spcBef>
                <a:spcPts val="0"/>
              </a:spcBef>
              <a:spcAft>
                <a:spcPts val="0"/>
              </a:spcAft>
            </a:pPr>
            <a:r>
              <a:rPr sz="950">
                <a:solidFill>
                  <a:srgbClr val="1F1F1F"/>
                </a:solidFill>
                <a:latin typeface="Courier New"/>
              </a:rPr>
              <a:t>TACDEV_API int</a:t>
            </a:r>
          </a:p>
          <a:p>
            <a:pPr>
              <a:spcBef>
                <a:spcPts val="0"/>
              </a:spcBef>
              <a:spcAft>
                <a:spcPts val="0"/>
              </a:spcAft>
            </a:pPr>
            <a:r>
              <a:rPr sz="950">
                <a:solidFill>
                  <a:srgbClr val="1F1F1F"/>
                </a:solidFill>
                <a:latin typeface="Courier New"/>
              </a:rPr>
              <a:t>    TACDev_SendCommand(TACDevHandle h,</a:t>
            </a:r>
          </a:p>
          <a:p>
            <a:pPr>
              <a:spcBef>
                <a:spcPts val="0"/>
              </a:spcBef>
              <a:spcAft>
                <a:spcPts val="0"/>
              </a:spcAft>
            </a:pPr>
            <a:r>
              <a:rPr sz="950">
                <a:solidFill>
                  <a:srgbClr val="1F1F1F"/>
                </a:solidFill>
                <a:latin typeface="Courier New"/>
              </a:rPr>
              <a:t>                      const char* cmd, bool on);</a:t>
            </a:r>
          </a:p>
          <a:p>
            <a:pPr>
              <a:spcBef>
                <a:spcPts val="0"/>
              </a:spcBef>
              <a:spcAft>
                <a:spcPts val="0"/>
              </a:spcAft>
            </a:pPr>
            <a:r>
              <a:rPr sz="950">
                <a:solidFill>
                  <a:srgbClr val="1F1F1F"/>
                </a:solidFill>
                <a:latin typeface="Courier New"/>
              </a:rPr>
              <a:t>TACDEV_API int</a:t>
            </a:r>
          </a:p>
          <a:p>
            <a:pPr>
              <a:spcBef>
                <a:spcPts val="0"/>
              </a:spcBef>
              <a:spcAft>
                <a:spcPts val="0"/>
              </a:spcAft>
            </a:pPr>
            <a:r>
              <a:rPr sz="950">
                <a:solidFill>
                  <a:srgbClr val="1F1F1F"/>
                </a:solidFill>
                <a:latin typeface="Courier New"/>
              </a:rPr>
              <a:t>    TACDev_SetPinState(TACDevHandle h,</a:t>
            </a:r>
          </a:p>
          <a:p>
            <a:pPr>
              <a:spcBef>
                <a:spcPts val="0"/>
              </a:spcBef>
              <a:spcAft>
                <a:spcPts val="0"/>
              </a:spcAft>
            </a:pPr>
            <a:r>
              <a:rPr sz="950">
                <a:solidFill>
                  <a:srgbClr val="1F1F1F"/>
                </a:solidFill>
                <a:latin typeface="Courier New"/>
              </a:rPr>
              <a:t>                      uint64_t pin, bool state);</a:t>
            </a:r>
          </a:p>
          <a:p>
            <a:pPr>
              <a:spcBef>
                <a:spcPts val="0"/>
              </a:spcBef>
              <a:spcAft>
                <a:spcPts val="0"/>
              </a:spcAft>
            </a:pPr>
            <a:r>
              <a:rPr sz="950">
                <a:solidFill>
                  <a:srgbClr val="1F1F1F"/>
                </a:solidFill>
                <a:latin typeface="Courier New"/>
              </a:rPr>
              <a:t>TACDEV_API int</a:t>
            </a:r>
          </a:p>
          <a:p>
            <a:pPr>
              <a:spcBef>
                <a:spcPts val="0"/>
              </a:spcBef>
              <a:spcAft>
                <a:spcPts val="0"/>
              </a:spcAft>
            </a:pPr>
            <a:r>
              <a:rPr sz="950">
                <a:solidFill>
                  <a:srgbClr val="1F1F1F"/>
                </a:solidFill>
                <a:latin typeface="Courier New"/>
              </a:rPr>
              <a:t>    TACDev_QuickCommand(TACDevHandle h,</a:t>
            </a:r>
          </a:p>
          <a:p>
            <a:pPr>
              <a:spcBef>
                <a:spcPts val="0"/>
              </a:spcBef>
              <a:spcAft>
                <a:spcPts val="0"/>
              </a:spcAft>
            </a:pPr>
            <a:r>
              <a:rPr sz="950">
                <a:solidFill>
                  <a:srgbClr val="1F1F1F"/>
                </a:solidFill>
                <a:latin typeface="Courier New"/>
              </a:rPr>
              <a:t>                       const char* name);</a:t>
            </a:r>
          </a:p>
        </p:txBody>
      </p:sp>
      <p:graphicFrame>
        <p:nvGraphicFramePr>
          <p:cNvPr id="7" name="Table 6"/>
          <p:cNvGraphicFramePr>
            <a:graphicFrameLocks noGrp="1"/>
          </p:cNvGraphicFramePr>
          <p:nvPr/>
        </p:nvGraphicFramePr>
        <p:xfrm>
          <a:off x="457200" y="4160520"/>
          <a:ext cx="8138160" cy="1737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47472">
                <a:tc>
                  <a:txBody>
                    <a:bodyPr/>
                    <a:lstStyle/>
                    <a:p>
                      <a:pPr>
                        <a:defRPr sz="1200" b="1">
                          <a:solidFill>
                            <a:srgbClr val="FFFFFF"/>
                          </a:solidFill>
                          <a:latin typeface="Calibri"/>
                        </a:defRPr>
                      </a:pPr>
                      <a:endParaRPr/>
                    </a:p>
                  </a:txBody>
                  <a:tcPr>
                    <a:solidFill>
                      <a:srgbClr val="0070C0"/>
                    </a:solidFill>
                  </a:tcPr>
                </a:tc>
                <a:tc>
                  <a:txBody>
                    <a:bodyPr/>
                    <a:lstStyle/>
                    <a:p>
                      <a:pPr>
                        <a:defRPr sz="1200" b="1">
                          <a:solidFill>
                            <a:srgbClr val="FFFFFF"/>
                          </a:solidFill>
                          <a:latin typeface="Calibri"/>
                        </a:defRPr>
                      </a:pPr>
                      <a:r>
                        <a:t>Before</a:t>
                      </a:r>
                    </a:p>
                  </a:txBody>
                  <a:tcPr>
                    <a:solidFill>
                      <a:srgbClr val="0070C0"/>
                    </a:solidFill>
                  </a:tcPr>
                </a:tc>
                <a:tc>
                  <a:txBody>
                    <a:bodyPr/>
                    <a:lstStyle/>
                    <a:p>
                      <a:pPr>
                        <a:defRPr sz="1200" b="1">
                          <a:solidFill>
                            <a:srgbClr val="FFFFFF"/>
                          </a:solidFill>
                          <a:latin typeface="Calibri"/>
                        </a:defRPr>
                      </a:pPr>
                      <a:r>
                        <a:t>After</a:t>
                      </a:r>
                    </a:p>
                  </a:txBody>
                  <a:tcPr>
                    <a:solidFill>
                      <a:srgbClr val="0070C0"/>
                    </a:solidFill>
                  </a:tcPr>
                </a:tc>
                <a:extLst>
                  <a:ext uri="{0D108BD9-81ED-4DB2-BD59-A6C34878D82A}">
                    <a16:rowId xmlns:a16="http://schemas.microsoft.com/office/drawing/2014/main" val="10000"/>
                  </a:ext>
                </a:extLst>
              </a:tr>
              <a:tr h="347472">
                <a:tc>
                  <a:txBody>
                    <a:bodyPr/>
                    <a:lstStyle/>
                    <a:p>
                      <a:pPr>
                        <a:defRPr sz="1200">
                          <a:solidFill>
                            <a:srgbClr val="1F1F1F"/>
                          </a:solidFill>
                          <a:latin typeface="Calibri"/>
                        </a:defRPr>
                      </a:pPr>
                      <a:r>
                        <a:t>Qt runtime</a:t>
                      </a:r>
                    </a:p>
                  </a:txBody>
                  <a:tcPr>
                    <a:solidFill>
                      <a:srgbClr val="FFFFFF"/>
                    </a:solidFill>
                  </a:tcPr>
                </a:tc>
                <a:tc>
                  <a:txBody>
                    <a:bodyPr/>
                    <a:lstStyle/>
                    <a:p>
                      <a:pPr>
                        <a:defRPr sz="1200">
                          <a:solidFill>
                            <a:srgbClr val="1F1F1F"/>
                          </a:solidFill>
                          <a:latin typeface="Calibri"/>
                        </a:defRPr>
                      </a:pPr>
                      <a:r>
                        <a:t>Qt6Core.dll + Qt6SerialPort.dll + ICU  (~38 MB)</a:t>
                      </a:r>
                    </a:p>
                  </a:txBody>
                  <a:tcPr>
                    <a:solidFill>
                      <a:srgbClr val="FFFFFF"/>
                    </a:solidFill>
                  </a:tcPr>
                </a:tc>
                <a:tc>
                  <a:txBody>
                    <a:bodyPr/>
                    <a:lstStyle/>
                    <a:p>
                      <a:pPr>
                        <a:defRPr sz="1200">
                          <a:solidFill>
                            <a:srgbClr val="1F1F1F"/>
                          </a:solidFill>
                          <a:latin typeface="Calibri"/>
                        </a:defRPr>
                      </a:pPr>
                      <a:r>
                        <a:t>None</a:t>
                      </a:r>
                    </a:p>
                  </a:txBody>
                  <a:tcPr>
                    <a:solidFill>
                      <a:srgbClr val="FFFFFF"/>
                    </a:solidFill>
                  </a:tcPr>
                </a:tc>
                <a:extLst>
                  <a:ext uri="{0D108BD9-81ED-4DB2-BD59-A6C34878D82A}">
                    <a16:rowId xmlns:a16="http://schemas.microsoft.com/office/drawing/2014/main" val="10001"/>
                  </a:ext>
                </a:extLst>
              </a:tr>
              <a:tr h="347472">
                <a:tc>
                  <a:txBody>
                    <a:bodyPr/>
                    <a:lstStyle/>
                    <a:p>
                      <a:pPr>
                        <a:defRPr sz="1200">
                          <a:solidFill>
                            <a:srgbClr val="1F1F1F"/>
                          </a:solidFill>
                          <a:latin typeface="Calibri"/>
                        </a:defRPr>
                      </a:pPr>
                      <a:r>
                        <a:t>DLL footprint</a:t>
                      </a:r>
                    </a:p>
                  </a:txBody>
                  <a:tcPr>
                    <a:solidFill>
                      <a:srgbClr val="EEF4FB"/>
                    </a:solidFill>
                  </a:tcPr>
                </a:tc>
                <a:tc>
                  <a:txBody>
                    <a:bodyPr/>
                    <a:lstStyle/>
                    <a:p>
                      <a:pPr>
                        <a:defRPr sz="1200">
                          <a:solidFill>
                            <a:srgbClr val="1F1F1F"/>
                          </a:solidFill>
                          <a:latin typeface="Calibri"/>
                        </a:defRPr>
                      </a:pPr>
                      <a:r>
                        <a:t>~2 MB + 38 MB Qt DLLs</a:t>
                      </a:r>
                    </a:p>
                  </a:txBody>
                  <a:tcPr>
                    <a:solidFill>
                      <a:srgbClr val="EEF4FB"/>
                    </a:solidFill>
                  </a:tcPr>
                </a:tc>
                <a:tc>
                  <a:txBody>
                    <a:bodyPr/>
                    <a:lstStyle/>
                    <a:p>
                      <a:pPr>
                        <a:defRPr sz="1200">
                          <a:solidFill>
                            <a:srgbClr val="1F1F1F"/>
                          </a:solidFill>
                          <a:latin typeface="Calibri"/>
                        </a:defRPr>
                      </a:pPr>
                      <a:r>
                        <a:t>~300 KB</a:t>
                      </a:r>
                    </a:p>
                  </a:txBody>
                  <a:tcPr>
                    <a:solidFill>
                      <a:srgbClr val="EEF4FB"/>
                    </a:solidFill>
                  </a:tcPr>
                </a:tc>
                <a:extLst>
                  <a:ext uri="{0D108BD9-81ED-4DB2-BD59-A6C34878D82A}">
                    <a16:rowId xmlns:a16="http://schemas.microsoft.com/office/drawing/2014/main" val="10002"/>
                  </a:ext>
                </a:extLst>
              </a:tr>
              <a:tr h="347472">
                <a:tc>
                  <a:txBody>
                    <a:bodyPr/>
                    <a:lstStyle/>
                    <a:p>
                      <a:pPr>
                        <a:defRPr sz="1200">
                          <a:solidFill>
                            <a:srgbClr val="1F1F1F"/>
                          </a:solidFill>
                          <a:latin typeface="Calibri"/>
                        </a:defRPr>
                      </a:pPr>
                      <a:r>
                        <a:t>Lab machine setup</a:t>
                      </a:r>
                    </a:p>
                  </a:txBody>
                  <a:tcPr>
                    <a:solidFill>
                      <a:srgbClr val="FFFFFF"/>
                    </a:solidFill>
                  </a:tcPr>
                </a:tc>
                <a:tc>
                  <a:txBody>
                    <a:bodyPr/>
                    <a:lstStyle/>
                    <a:p>
                      <a:pPr>
                        <a:defRPr sz="1200">
                          <a:solidFill>
                            <a:srgbClr val="1F1F1F"/>
                          </a:solidFill>
                          <a:latin typeface="Calibri"/>
                        </a:defRPr>
                      </a:pPr>
                      <a:r>
                        <a:t>Install Qt6 runtime</a:t>
                      </a:r>
                    </a:p>
                  </a:txBody>
                  <a:tcPr>
                    <a:solidFill>
                      <a:srgbClr val="FFFFFF"/>
                    </a:solidFill>
                  </a:tcPr>
                </a:tc>
                <a:tc>
                  <a:txBody>
                    <a:bodyPr/>
                    <a:lstStyle/>
                    <a:p>
                      <a:pPr>
                        <a:defRPr sz="1200">
                          <a:solidFill>
                            <a:srgbClr val="1F1F1F"/>
                          </a:solidFill>
                          <a:latin typeface="Calibri"/>
                        </a:defRPr>
                      </a:pPr>
                      <a:r>
                        <a:t>Drop DLL next to script</a:t>
                      </a:r>
                    </a:p>
                  </a:txBody>
                  <a:tcPr>
                    <a:solidFill>
                      <a:srgbClr val="FFFFFF"/>
                    </a:solidFill>
                  </a:tcPr>
                </a:tc>
                <a:extLst>
                  <a:ext uri="{0D108BD9-81ED-4DB2-BD59-A6C34878D82A}">
                    <a16:rowId xmlns:a16="http://schemas.microsoft.com/office/drawing/2014/main" val="10003"/>
                  </a:ext>
                </a:extLst>
              </a:tr>
              <a:tr h="347472">
                <a:tc>
                  <a:txBody>
                    <a:bodyPr/>
                    <a:lstStyle/>
                    <a:p>
                      <a:pPr>
                        <a:defRPr sz="1200">
                          <a:solidFill>
                            <a:srgbClr val="1F1F1F"/>
                          </a:solidFill>
                          <a:latin typeface="Calibri"/>
                        </a:defRPr>
                      </a:pPr>
                      <a:r>
                        <a:t>Usable from Python/C#/LabVIEW</a:t>
                      </a:r>
                    </a:p>
                  </a:txBody>
                  <a:tcPr>
                    <a:solidFill>
                      <a:srgbClr val="EEF4FB"/>
                    </a:solidFill>
                  </a:tcPr>
                </a:tc>
                <a:tc>
                  <a:txBody>
                    <a:bodyPr/>
                    <a:lstStyle/>
                    <a:p>
                      <a:pPr>
                        <a:defRPr sz="1200">
                          <a:solidFill>
                            <a:srgbClr val="1F1F1F"/>
                          </a:solidFill>
                          <a:latin typeface="Calibri"/>
                        </a:defRPr>
                      </a:pPr>
                      <a:r>
                        <a:t>Yes (with Qt installed)</a:t>
                      </a:r>
                    </a:p>
                  </a:txBody>
                  <a:tcPr>
                    <a:solidFill>
                      <a:srgbClr val="EEF4FB"/>
                    </a:solidFill>
                  </a:tcPr>
                </a:tc>
                <a:tc>
                  <a:txBody>
                    <a:bodyPr/>
                    <a:lstStyle/>
                    <a:p>
                      <a:pPr>
                        <a:defRPr sz="1200">
                          <a:solidFill>
                            <a:srgbClr val="1F1F1F"/>
                          </a:solidFill>
                          <a:latin typeface="Calibri"/>
                        </a:defRPr>
                      </a:pPr>
                      <a:r>
                        <a:t>Yes (no Qt needed)</a:t>
                      </a:r>
                    </a:p>
                  </a:txBody>
                  <a:tcPr>
                    <a:solidFill>
                      <a:srgbClr val="EEF4FB"/>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8778240" y="1005840"/>
            <a:ext cx="3200400" cy="365760"/>
          </a:xfrm>
          <a:prstGeom prst="rect">
            <a:avLst/>
          </a:prstGeom>
          <a:noFill/>
        </p:spPr>
        <p:txBody>
          <a:bodyPr wrap="square">
            <a:spAutoFit/>
          </a:bodyPr>
          <a:lstStyle/>
          <a:p>
            <a:pPr algn="l"/>
            <a:r>
              <a:rPr sz="1400" b="1">
                <a:solidFill>
                  <a:srgbClr val="0070C0"/>
                </a:solidFill>
                <a:latin typeface="Calibri"/>
              </a:rPr>
              <a:t>Benefits:</a:t>
            </a:r>
          </a:p>
        </p:txBody>
      </p:sp>
      <p:sp>
        <p:nvSpPr>
          <p:cNvPr id="9" name="TextBox 8"/>
          <p:cNvSpPr txBox="1"/>
          <p:nvPr/>
        </p:nvSpPr>
        <p:spPr>
          <a:xfrm>
            <a:off x="8778240" y="1417320"/>
            <a:ext cx="3200400" cy="2743200"/>
          </a:xfrm>
          <a:prstGeom prst="rect">
            <a:avLst/>
          </a:prstGeom>
          <a:noFill/>
        </p:spPr>
        <p:txBody>
          <a:bodyPr wrap="square">
            <a:spAutoFit/>
          </a:bodyPr>
          <a:lstStyle/>
          <a:p>
            <a:pPr>
              <a:spcBef>
                <a:spcPts val="200"/>
              </a:spcBef>
            </a:pPr>
            <a:r>
              <a:rPr sz="1400">
                <a:solidFill>
                  <a:srgbClr val="1F1F1F"/>
                </a:solidFill>
                <a:latin typeface="Calibri"/>
              </a:rPr>
              <a:t>•  Lab scripts unchanged — same API</a:t>
            </a:r>
          </a:p>
          <a:p>
            <a:pPr>
              <a:spcBef>
                <a:spcPts val="200"/>
              </a:spcBef>
            </a:pPr>
            <a:r>
              <a:rPr sz="1400">
                <a:solidFill>
                  <a:srgbClr val="1F1F1F"/>
                </a:solidFill>
                <a:latin typeface="Calibri"/>
              </a:rPr>
              <a:t>•  No Qt6 install on lab machines</a:t>
            </a:r>
          </a:p>
          <a:p>
            <a:pPr>
              <a:spcBef>
                <a:spcPts val="200"/>
              </a:spcBef>
            </a:pPr>
            <a:r>
              <a:rPr sz="1400">
                <a:solidFill>
                  <a:srgbClr val="1F1F1F"/>
                </a:solidFill>
                <a:latin typeface="Calibri"/>
              </a:rPr>
              <a:t>•  Any language via C API: Python, C#, LabVIEW</a:t>
            </a:r>
          </a:p>
          <a:p>
            <a:pPr>
              <a:spcBef>
                <a:spcPts val="200"/>
              </a:spcBef>
            </a:pPr>
            <a:r>
              <a:rPr sz="1400">
                <a:solidFill>
                  <a:srgbClr val="1F1F1F"/>
                </a:solidFill>
                <a:latin typeface="Calibri"/>
              </a:rPr>
              <a:t>•  Built entirely from qtac-core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Implementation: Waves / Phases</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868680"/>
          <a:ext cx="11155680" cy="4169664"/>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0149840">
                  <a:extLst>
                    <a:ext uri="{9D8B030D-6E8A-4147-A177-3AD203B41FA5}">
                      <a16:colId xmlns:a16="http://schemas.microsoft.com/office/drawing/2014/main" val="20001"/>
                    </a:ext>
                  </a:extLst>
                </a:gridCol>
              </a:tblGrid>
              <a:tr h="347472">
                <a:tc>
                  <a:txBody>
                    <a:bodyPr/>
                    <a:lstStyle/>
                    <a:p>
                      <a:pPr>
                        <a:defRPr sz="1200" b="1">
                          <a:solidFill>
                            <a:srgbClr val="FFFFFF"/>
                          </a:solidFill>
                          <a:latin typeface="Calibri"/>
                        </a:defRPr>
                      </a:pPr>
                      <a:r>
                        <a:t>Wave</a:t>
                      </a:r>
                    </a:p>
                  </a:txBody>
                  <a:tcPr>
                    <a:solidFill>
                      <a:srgbClr val="0070C0"/>
                    </a:solidFill>
                  </a:tcPr>
                </a:tc>
                <a:tc>
                  <a:txBody>
                    <a:bodyPr/>
                    <a:lstStyle/>
                    <a:p>
                      <a:pPr>
                        <a:defRPr sz="1200" b="1">
                          <a:solidFill>
                            <a:srgbClr val="FFFFFF"/>
                          </a:solidFill>
                          <a:latin typeface="Calibri"/>
                        </a:defRPr>
                      </a:pPr>
                      <a:r>
                        <a:t>Work</a:t>
                      </a:r>
                    </a:p>
                  </a:txBody>
                  <a:tcPr>
                    <a:solidFill>
                      <a:srgbClr val="0070C0"/>
                    </a:solidFill>
                  </a:tcPr>
                </a:tc>
                <a:extLst>
                  <a:ext uri="{0D108BD9-81ED-4DB2-BD59-A6C34878D82A}">
                    <a16:rowId xmlns:a16="http://schemas.microsoft.com/office/drawing/2014/main" val="10000"/>
                  </a:ext>
                </a:extLst>
              </a:tr>
              <a:tr h="347472">
                <a:tc>
                  <a:txBody>
                    <a:bodyPr/>
                    <a:lstStyle/>
                    <a:p>
                      <a:pPr>
                        <a:defRPr sz="1200">
                          <a:solidFill>
                            <a:srgbClr val="1F1F1F"/>
                          </a:solidFill>
                          <a:latin typeface="Calibri"/>
                        </a:defRPr>
                      </a:pPr>
                      <a:r>
                        <a:t>W1</a:t>
                      </a:r>
                    </a:p>
                  </a:txBody>
                  <a:tcPr>
                    <a:solidFill>
                      <a:srgbClr val="FFFFFF"/>
                    </a:solidFill>
                  </a:tcPr>
                </a:tc>
                <a:tc>
                  <a:txBody>
                    <a:bodyPr/>
                    <a:lstStyle/>
                    <a:p>
                      <a:pPr>
                        <a:defRPr sz="1200">
                          <a:solidFill>
                            <a:srgbClr val="1F1F1F"/>
                          </a:solidFill>
                          <a:latin typeface="Calibri"/>
                        </a:defRPr>
                      </a:pPr>
                      <a:r>
                        <a:t>Platform configs, PSoC/PIC32CX device classes, devicelist.json loader</a:t>
                      </a:r>
                    </a:p>
                  </a:txBody>
                  <a:tcPr>
                    <a:solidFill>
                      <a:srgbClr val="FFFFFF"/>
                    </a:solidFill>
                  </a:tcPr>
                </a:tc>
                <a:extLst>
                  <a:ext uri="{0D108BD9-81ED-4DB2-BD59-A6C34878D82A}">
                    <a16:rowId xmlns:a16="http://schemas.microsoft.com/office/drawing/2014/main" val="10001"/>
                  </a:ext>
                </a:extLst>
              </a:tr>
              <a:tr h="347472">
                <a:tc>
                  <a:txBody>
                    <a:bodyPr/>
                    <a:lstStyle/>
                    <a:p>
                      <a:pPr>
                        <a:defRPr sz="1200">
                          <a:solidFill>
                            <a:srgbClr val="1F1F1F"/>
                          </a:solidFill>
                          <a:latin typeface="Calibri"/>
                        </a:defRPr>
                      </a:pPr>
                      <a:r>
                        <a:t>W2</a:t>
                      </a:r>
                    </a:p>
                  </a:txBody>
                  <a:tcPr>
                    <a:solidFill>
                      <a:srgbClr val="EEF4FB"/>
                    </a:solidFill>
                  </a:tcPr>
                </a:tc>
                <a:tc>
                  <a:txBody>
                    <a:bodyPr/>
                    <a:lstStyle/>
                    <a:p>
                      <a:pPr>
                        <a:defRPr sz="1200">
                          <a:solidFill>
                            <a:srgbClr val="1F1F1F"/>
                          </a:solidFill>
                          <a:latin typeface="Calibri"/>
                        </a:defRPr>
                      </a:pPr>
                      <a:r>
                        <a:t>qtac::SerialPort/SerialPortInfo (libserialport); Qt-free drive thread hierarchy</a:t>
                      </a:r>
                    </a:p>
                  </a:txBody>
                  <a:tcPr>
                    <a:solidFill>
                      <a:srgbClr val="EEF4FB"/>
                    </a:solidFill>
                  </a:tcPr>
                </a:tc>
                <a:extLst>
                  <a:ext uri="{0D108BD9-81ED-4DB2-BD59-A6C34878D82A}">
                    <a16:rowId xmlns:a16="http://schemas.microsoft.com/office/drawing/2014/main" val="10002"/>
                  </a:ext>
                </a:extLst>
              </a:tr>
              <a:tr h="347472">
                <a:tc>
                  <a:txBody>
                    <a:bodyPr/>
                    <a:lstStyle/>
                    <a:p>
                      <a:pPr>
                        <a:defRPr sz="1200">
                          <a:solidFill>
                            <a:srgbClr val="1F1F1F"/>
                          </a:solidFill>
                          <a:latin typeface="Calibri"/>
                        </a:defRPr>
                      </a:pPr>
                      <a:r>
                        <a:t>W3</a:t>
                      </a:r>
                    </a:p>
                  </a:txBody>
                  <a:tcPr>
                    <a:solidFill>
                      <a:srgbClr val="FFFFFF"/>
                    </a:solidFill>
                  </a:tcPr>
                </a:tc>
                <a:tc>
                  <a:txBody>
                    <a:bodyPr/>
                    <a:lstStyle/>
                    <a:p>
                      <a:pPr>
                        <a:defRPr sz="1200">
                          <a:solidFill>
                            <a:srgbClr val="1F1F1F"/>
                          </a:solidFill>
                          <a:latin typeface="Calibri"/>
                        </a:defRPr>
                      </a:pPr>
                      <a:r>
                        <a:t>qtac::Signal&lt;&gt; — multi-subscriber, lifetime-safe; migrate all callbacks</a:t>
                      </a:r>
                    </a:p>
                  </a:txBody>
                  <a:tcPr>
                    <a:solidFill>
                      <a:srgbClr val="FFFFFF"/>
                    </a:solidFill>
                  </a:tcPr>
                </a:tc>
                <a:extLst>
                  <a:ext uri="{0D108BD9-81ED-4DB2-BD59-A6C34878D82A}">
                    <a16:rowId xmlns:a16="http://schemas.microsoft.com/office/drawing/2014/main" val="10003"/>
                  </a:ext>
                </a:extLst>
              </a:tr>
              <a:tr h="347472">
                <a:tc>
                  <a:txBody>
                    <a:bodyPr/>
                    <a:lstStyle/>
                    <a:p>
                      <a:pPr>
                        <a:defRPr sz="1200">
                          <a:solidFill>
                            <a:srgbClr val="1F1F1F"/>
                          </a:solidFill>
                          <a:latin typeface="Calibri"/>
                        </a:defRPr>
                      </a:pPr>
                      <a:r>
                        <a:t>W4</a:t>
                      </a:r>
                    </a:p>
                  </a:txBody>
                  <a:tcPr>
                    <a:solidFill>
                      <a:srgbClr val="EEF4FB"/>
                    </a:solidFill>
                  </a:tcPr>
                </a:tc>
                <a:tc>
                  <a:txBody>
                    <a:bodyPr/>
                    <a:lstStyle/>
                    <a:p>
                      <a:pPr>
                        <a:defRPr sz="1200">
                          <a:solidFill>
                            <a:srgbClr val="1F1F1F"/>
                          </a:solidFill>
                          <a:latin typeface="Calibri"/>
                        </a:defRPr>
                      </a:pPr>
                      <a:r>
                        <a:t>qt-adapter library — string/container converters + TACDeviceBridge</a:t>
                      </a:r>
                    </a:p>
                  </a:txBody>
                  <a:tcPr>
                    <a:solidFill>
                      <a:srgbClr val="EEF4FB"/>
                    </a:solidFill>
                  </a:tcPr>
                </a:tc>
                <a:extLst>
                  <a:ext uri="{0D108BD9-81ED-4DB2-BD59-A6C34878D82A}">
                    <a16:rowId xmlns:a16="http://schemas.microsoft.com/office/drawing/2014/main" val="10004"/>
                  </a:ext>
                </a:extLst>
              </a:tr>
              <a:tr h="347472">
                <a:tc>
                  <a:txBody>
                    <a:bodyPr/>
                    <a:lstStyle/>
                    <a:p>
                      <a:pPr>
                        <a:defRPr sz="1200">
                          <a:solidFill>
                            <a:srgbClr val="1F1F1F"/>
                          </a:solidFill>
                          <a:latin typeface="Calibri"/>
                        </a:defRPr>
                      </a:pPr>
                      <a:r>
                        <a:t>W5–6</a:t>
                      </a:r>
                    </a:p>
                  </a:txBody>
                  <a:tcPr>
                    <a:solidFill>
                      <a:srgbClr val="FFFFFF"/>
                    </a:solidFill>
                  </a:tcPr>
                </a:tc>
                <a:tc>
                  <a:txBody>
                    <a:bodyPr/>
                    <a:lstStyle/>
                    <a:p>
                      <a:pPr>
                        <a:defRPr sz="1200">
                          <a:solidFill>
                            <a:srgbClr val="1F1F1F"/>
                          </a:solidFill>
                          <a:latin typeface="Calibri"/>
                        </a:defRPr>
                      </a:pPr>
                      <a:r>
                        <a:t>Wire FTDIDevice::open() to TACDriveThread; fix FTDI hardware bugs; VEH crash logger</a:t>
                      </a:r>
                    </a:p>
                  </a:txBody>
                  <a:tcPr>
                    <a:solidFill>
                      <a:srgbClr val="FFFFFF"/>
                    </a:solidFill>
                  </a:tcPr>
                </a:tc>
                <a:extLst>
                  <a:ext uri="{0D108BD9-81ED-4DB2-BD59-A6C34878D82A}">
                    <a16:rowId xmlns:a16="http://schemas.microsoft.com/office/drawing/2014/main" val="10005"/>
                  </a:ext>
                </a:extLst>
              </a:tr>
              <a:tr h="347472">
                <a:tc>
                  <a:txBody>
                    <a:bodyPr/>
                    <a:lstStyle/>
                    <a:p>
                      <a:pPr>
                        <a:defRPr sz="1200">
                          <a:solidFill>
                            <a:srgbClr val="1F1F1F"/>
                          </a:solidFill>
                          <a:latin typeface="Calibri"/>
                        </a:defRPr>
                      </a:pPr>
                      <a:r>
                        <a:t>W7</a:t>
                      </a:r>
                    </a:p>
                  </a:txBody>
                  <a:tcPr>
                    <a:solidFill>
                      <a:srgbClr val="EEF4FB"/>
                    </a:solidFill>
                  </a:tcPr>
                </a:tc>
                <a:tc>
                  <a:txBody>
                    <a:bodyPr/>
                    <a:lstStyle/>
                    <a:p>
                      <a:pPr>
                        <a:defRPr sz="1200">
                          <a:solidFill>
                            <a:srgbClr val="1F1F1F"/>
                          </a:solidFill>
                          <a:latin typeface="Calibri"/>
                        </a:defRPr>
                      </a:pPr>
                      <a:r>
                        <a:t>Device Info tab, Terminal tab in new GUI</a:t>
                      </a:r>
                    </a:p>
                  </a:txBody>
                  <a:tcPr>
                    <a:solidFill>
                      <a:srgbClr val="EEF4FB"/>
                    </a:solidFill>
                  </a:tcPr>
                </a:tc>
                <a:extLst>
                  <a:ext uri="{0D108BD9-81ED-4DB2-BD59-A6C34878D82A}">
                    <a16:rowId xmlns:a16="http://schemas.microsoft.com/office/drawing/2014/main" val="10006"/>
                  </a:ext>
                </a:extLst>
              </a:tr>
              <a:tr h="347472">
                <a:tc>
                  <a:txBody>
                    <a:bodyPr/>
                    <a:lstStyle/>
                    <a:p>
                      <a:pPr>
                        <a:defRPr sz="1200">
                          <a:solidFill>
                            <a:srgbClr val="1F1F1F"/>
                          </a:solidFill>
                          <a:latin typeface="Calibri"/>
                        </a:defRPr>
                      </a:pPr>
                      <a:r>
                        <a:t>W8</a:t>
                      </a:r>
                    </a:p>
                  </a:txBody>
                  <a:tcPr>
                    <a:solidFill>
                      <a:srgbClr val="FFFFFF"/>
                    </a:solidFill>
                  </a:tcPr>
                </a:tc>
                <a:tc>
                  <a:txBody>
                    <a:bodyPr/>
                    <a:lstStyle/>
                    <a:p>
                      <a:pPr>
                        <a:defRPr sz="1200">
                          <a:solidFill>
                            <a:srgbClr val="1F1F1F"/>
                          </a:solidFill>
                          <a:latin typeface="Calibri"/>
                        </a:defRPr>
                      </a:pPr>
                      <a:r>
                        <a:t>qtac::AlpacaScript engine; Quick Settings buttons + Variables UI</a:t>
                      </a:r>
                    </a:p>
                  </a:txBody>
                  <a:tcPr>
                    <a:solidFill>
                      <a:srgbClr val="FFFFFF"/>
                    </a:solidFill>
                  </a:tcPr>
                </a:tc>
                <a:extLst>
                  <a:ext uri="{0D108BD9-81ED-4DB2-BD59-A6C34878D82A}">
                    <a16:rowId xmlns:a16="http://schemas.microsoft.com/office/drawing/2014/main" val="10007"/>
                  </a:ext>
                </a:extLst>
              </a:tr>
              <a:tr h="347472">
                <a:tc>
                  <a:txBody>
                    <a:bodyPr/>
                    <a:lstStyle/>
                    <a:p>
                      <a:pPr>
                        <a:defRPr sz="1200">
                          <a:solidFill>
                            <a:srgbClr val="1F1F1F"/>
                          </a:solidFill>
                          <a:latin typeface="Calibri"/>
                        </a:defRPr>
                      </a:pPr>
                      <a:r>
                        <a:t>W9</a:t>
                      </a:r>
                    </a:p>
                  </a:txBody>
                  <a:tcPr>
                    <a:solidFill>
                      <a:srgbClr val="EEF4FB"/>
                    </a:solidFill>
                  </a:tcPr>
                </a:tc>
                <a:tc>
                  <a:txBody>
                    <a:bodyPr/>
                    <a:lstStyle/>
                    <a:p>
                      <a:pPr>
                        <a:defRPr sz="1200">
                          <a:solidFill>
                            <a:srgbClr val="1F1F1F"/>
                          </a:solidFill>
                          <a:latin typeface="Calibri"/>
                        </a:defRPr>
                      </a:pPr>
                      <a:r>
                        <a:t>Preferences dialog, auto-shutdown, open-last-device</a:t>
                      </a:r>
                    </a:p>
                  </a:txBody>
                  <a:tcPr>
                    <a:solidFill>
                      <a:srgbClr val="EEF4FB"/>
                    </a:solidFill>
                  </a:tcPr>
                </a:tc>
                <a:extLst>
                  <a:ext uri="{0D108BD9-81ED-4DB2-BD59-A6C34878D82A}">
                    <a16:rowId xmlns:a16="http://schemas.microsoft.com/office/drawing/2014/main" val="10008"/>
                  </a:ext>
                </a:extLst>
              </a:tr>
              <a:tr h="347472">
                <a:tc>
                  <a:txBody>
                    <a:bodyPr/>
                    <a:lstStyle/>
                    <a:p>
                      <a:pPr>
                        <a:defRPr sz="1200">
                          <a:solidFill>
                            <a:srgbClr val="1F1F1F"/>
                          </a:solidFill>
                          <a:latin typeface="Calibri"/>
                        </a:defRPr>
                      </a:pPr>
                      <a:r>
                        <a:t>W10</a:t>
                      </a:r>
                    </a:p>
                  </a:txBody>
                  <a:tcPr>
                    <a:solidFill>
                      <a:srgbClr val="FFFFFF"/>
                    </a:solidFill>
                  </a:tcPr>
                </a:tc>
                <a:tc>
                  <a:txBody>
                    <a:bodyPr/>
                    <a:lstStyle/>
                    <a:p>
                      <a:pPr>
                        <a:defRPr sz="1200">
                          <a:solidFill>
                            <a:srgbClr val="1F1F1F"/>
                          </a:solidFill>
                          <a:latin typeface="Calibri"/>
                        </a:defRPr>
                      </a:pPr>
                      <a:r>
                        <a:t>TACDev.dll — Qt-free C API</a:t>
                      </a:r>
                    </a:p>
                  </a:txBody>
                  <a:tcPr>
                    <a:solidFill>
                      <a:srgbClr val="FFFFFF"/>
                    </a:solidFill>
                  </a:tcPr>
                </a:tc>
                <a:extLst>
                  <a:ext uri="{0D108BD9-81ED-4DB2-BD59-A6C34878D82A}">
                    <a16:rowId xmlns:a16="http://schemas.microsoft.com/office/drawing/2014/main" val="10009"/>
                  </a:ext>
                </a:extLst>
              </a:tr>
              <a:tr h="347472">
                <a:tc>
                  <a:txBody>
                    <a:bodyPr/>
                    <a:lstStyle/>
                    <a:p>
                      <a:pPr>
                        <a:defRPr sz="1200">
                          <a:solidFill>
                            <a:srgbClr val="1F1F1F"/>
                          </a:solidFill>
                          <a:latin typeface="Calibri"/>
                        </a:defRPr>
                      </a:pPr>
                      <a:r>
                        <a:t>W11</a:t>
                      </a:r>
                    </a:p>
                  </a:txBody>
                  <a:tcPr>
                    <a:solidFill>
                      <a:srgbClr val="EEF4FB"/>
                    </a:solidFill>
                  </a:tcPr>
                </a:tc>
                <a:tc>
                  <a:txBody>
                    <a:bodyPr/>
                    <a:lstStyle/>
                    <a:p>
                      <a:pPr>
                        <a:defRPr sz="1200">
                          <a:solidFill>
                            <a:srgbClr val="1F1F1F"/>
                          </a:solidFill>
                          <a:latin typeface="Calibri"/>
                        </a:defRPr>
                      </a:pPr>
                      <a:r>
                        <a:t>PSoC GUI path; PSoC command hash fix; decouple source/ from src/</a:t>
                      </a:r>
                    </a:p>
                  </a:txBody>
                  <a:tcPr>
                    <a:solidFill>
                      <a:srgbClr val="EEF4FB"/>
                    </a:solidFill>
                  </a:tcPr>
                </a:tc>
                <a:extLst>
                  <a:ext uri="{0D108BD9-81ED-4DB2-BD59-A6C34878D82A}">
                    <a16:rowId xmlns:a16="http://schemas.microsoft.com/office/drawing/2014/main" val="10010"/>
                  </a:ext>
                </a:extLst>
              </a:tr>
              <a:tr h="347472">
                <a:tc>
                  <a:txBody>
                    <a:bodyPr/>
                    <a:lstStyle/>
                    <a:p>
                      <a:pPr>
                        <a:defRPr sz="1200">
                          <a:solidFill>
                            <a:srgbClr val="1F1F1F"/>
                          </a:solidFill>
                          <a:latin typeface="Calibri"/>
                        </a:defRPr>
                      </a:pPr>
                      <a:r>
                        <a:t>Fixes</a:t>
                      </a:r>
                    </a:p>
                  </a:txBody>
                  <a:tcPr>
                    <a:solidFill>
                      <a:srgbClr val="FFFFFF"/>
                    </a:solidFill>
                  </a:tcPr>
                </a:tc>
                <a:tc>
                  <a:txBody>
                    <a:bodyPr/>
                    <a:lstStyle/>
                    <a:p>
                      <a:pPr>
                        <a:defRPr sz="1200">
                          <a:solidFill>
                            <a:srgbClr val="1F1F1F"/>
                          </a:solidFill>
                          <a:latin typeface="Calibri"/>
                        </a:defRPr>
                      </a:pPr>
                      <a:r>
                        <a:t>PSoC platform ID fallback; getPins() override; TC_READY_N init; battery state; serial number</a:t>
                      </a:r>
                    </a:p>
                  </a:txBody>
                  <a:tcP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Results: Before vs. After</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868680"/>
          <a:ext cx="11155680" cy="34747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347472">
                <a:tc>
                  <a:txBody>
                    <a:bodyPr/>
                    <a:lstStyle/>
                    <a:p>
                      <a:pPr>
                        <a:defRPr sz="1300" b="1">
                          <a:solidFill>
                            <a:srgbClr val="FFFFFF"/>
                          </a:solidFill>
                          <a:latin typeface="Calibri"/>
                        </a:defRPr>
                      </a:pPr>
                      <a:r>
                        <a:t>Metric</a:t>
                      </a:r>
                    </a:p>
                  </a:txBody>
                  <a:tcPr>
                    <a:solidFill>
                      <a:srgbClr val="0070C0"/>
                    </a:solidFill>
                  </a:tcPr>
                </a:tc>
                <a:tc>
                  <a:txBody>
                    <a:bodyPr/>
                    <a:lstStyle/>
                    <a:p>
                      <a:pPr>
                        <a:defRPr sz="1300" b="1">
                          <a:solidFill>
                            <a:srgbClr val="FFFFFF"/>
                          </a:solidFill>
                          <a:latin typeface="Calibri"/>
                        </a:defRPr>
                      </a:pPr>
                      <a:r>
                        <a:t>Before (legacy)</a:t>
                      </a:r>
                    </a:p>
                  </a:txBody>
                  <a:tcPr>
                    <a:solidFill>
                      <a:srgbClr val="0070C0"/>
                    </a:solidFill>
                  </a:tcPr>
                </a:tc>
                <a:tc>
                  <a:txBody>
                    <a:bodyPr/>
                    <a:lstStyle/>
                    <a:p>
                      <a:pPr>
                        <a:defRPr sz="1300" b="1">
                          <a:solidFill>
                            <a:srgbClr val="FFFFFF"/>
                          </a:solidFill>
                          <a:latin typeface="Calibri"/>
                        </a:defRPr>
                      </a:pPr>
                      <a:r>
                        <a:t>After (qtac-core + TACDev.dll)</a:t>
                      </a:r>
                    </a:p>
                  </a:txBody>
                  <a:tcPr>
                    <a:solidFill>
                      <a:srgbClr val="0070C0"/>
                    </a:solidFill>
                  </a:tcPr>
                </a:tc>
                <a:extLst>
                  <a:ext uri="{0D108BD9-81ED-4DB2-BD59-A6C34878D82A}">
                    <a16:rowId xmlns:a16="http://schemas.microsoft.com/office/drawing/2014/main" val="10000"/>
                  </a:ext>
                </a:extLst>
              </a:tr>
              <a:tr h="347472">
                <a:tc>
                  <a:txBody>
                    <a:bodyPr/>
                    <a:lstStyle/>
                    <a:p>
                      <a:pPr>
                        <a:defRPr sz="1300">
                          <a:solidFill>
                            <a:srgbClr val="1F1F1F"/>
                          </a:solidFill>
                          <a:latin typeface="Calibri"/>
                        </a:defRPr>
                      </a:pPr>
                      <a:r>
                        <a:t>Qt dependency in device core</a:t>
                      </a:r>
                    </a:p>
                  </a:txBody>
                  <a:tcPr>
                    <a:solidFill>
                      <a:srgbClr val="FFFFFF"/>
                    </a:solidFill>
                  </a:tcPr>
                </a:tc>
                <a:tc>
                  <a:txBody>
                    <a:bodyPr/>
                    <a:lstStyle/>
                    <a:p>
                      <a:pPr>
                        <a:defRPr sz="1300">
                          <a:solidFill>
                            <a:srgbClr val="1F1F1F"/>
                          </a:solidFill>
                          <a:latin typeface="Calibri"/>
                        </a:defRPr>
                      </a:pPr>
                      <a:r>
                        <a:t>Yes (Qt6::Core, Qt6::SerialPort)</a:t>
                      </a:r>
                    </a:p>
                  </a:txBody>
                  <a:tcPr>
                    <a:solidFill>
                      <a:srgbClr val="FFFFFF"/>
                    </a:solidFill>
                  </a:tcPr>
                </a:tc>
                <a:tc>
                  <a:txBody>
                    <a:bodyPr/>
                    <a:lstStyle/>
                    <a:p>
                      <a:pPr>
                        <a:defRPr sz="1300">
                          <a:solidFill>
                            <a:srgbClr val="1F1F1F"/>
                          </a:solidFill>
                          <a:latin typeface="Calibri"/>
                        </a:defRPr>
                      </a:pPr>
                      <a:r>
                        <a:t>None</a:t>
                      </a:r>
                    </a:p>
                  </a:txBody>
                  <a:tcPr>
                    <a:solidFill>
                      <a:srgbClr val="FFFFFF"/>
                    </a:solidFill>
                  </a:tcPr>
                </a:tc>
                <a:extLst>
                  <a:ext uri="{0D108BD9-81ED-4DB2-BD59-A6C34878D82A}">
                    <a16:rowId xmlns:a16="http://schemas.microsoft.com/office/drawing/2014/main" val="10001"/>
                  </a:ext>
                </a:extLst>
              </a:tr>
              <a:tr h="347472">
                <a:tc>
                  <a:txBody>
                    <a:bodyPr/>
                    <a:lstStyle/>
                    <a:p>
                      <a:pPr>
                        <a:defRPr sz="1300">
                          <a:solidFill>
                            <a:srgbClr val="1F1F1F"/>
                          </a:solidFill>
                          <a:latin typeface="Calibri"/>
                        </a:defRPr>
                      </a:pPr>
                      <a:r>
                        <a:t>TACDev.dll runtime deps</a:t>
                      </a:r>
                    </a:p>
                  </a:txBody>
                  <a:tcPr>
                    <a:solidFill>
                      <a:srgbClr val="EEF4FB"/>
                    </a:solidFill>
                  </a:tcPr>
                </a:tc>
                <a:tc>
                  <a:txBody>
                    <a:bodyPr/>
                    <a:lstStyle/>
                    <a:p>
                      <a:pPr>
                        <a:defRPr sz="1300">
                          <a:solidFill>
                            <a:srgbClr val="1F1F1F"/>
                          </a:solidFill>
                          <a:latin typeface="Calibri"/>
                        </a:defRPr>
                      </a:pPr>
                      <a:r>
                        <a:t>Qt6Core.dll (~38 MB)</a:t>
                      </a:r>
                    </a:p>
                  </a:txBody>
                  <a:tcPr>
                    <a:solidFill>
                      <a:srgbClr val="EEF4FB"/>
                    </a:solidFill>
                  </a:tcPr>
                </a:tc>
                <a:tc>
                  <a:txBody>
                    <a:bodyPr/>
                    <a:lstStyle/>
                    <a:p>
                      <a:pPr>
                        <a:defRPr sz="1300">
                          <a:solidFill>
                            <a:srgbClr val="1F1F1F"/>
                          </a:solidFill>
                          <a:latin typeface="Calibri"/>
                        </a:defRPr>
                      </a:pPr>
                      <a:r>
                        <a:t>ftd2xx.dll only</a:t>
                      </a:r>
                    </a:p>
                  </a:txBody>
                  <a:tcPr>
                    <a:solidFill>
                      <a:srgbClr val="EEF4FB"/>
                    </a:solidFill>
                  </a:tcPr>
                </a:tc>
                <a:extLst>
                  <a:ext uri="{0D108BD9-81ED-4DB2-BD59-A6C34878D82A}">
                    <a16:rowId xmlns:a16="http://schemas.microsoft.com/office/drawing/2014/main" val="10002"/>
                  </a:ext>
                </a:extLst>
              </a:tr>
              <a:tr h="347472">
                <a:tc>
                  <a:txBody>
                    <a:bodyPr/>
                    <a:lstStyle/>
                    <a:p>
                      <a:pPr>
                        <a:defRPr sz="1300">
                          <a:solidFill>
                            <a:srgbClr val="1F1F1F"/>
                          </a:solidFill>
                          <a:latin typeface="Calibri"/>
                        </a:defRPr>
                      </a:pPr>
                      <a:r>
                        <a:t>TACDev.dll size</a:t>
                      </a:r>
                    </a:p>
                  </a:txBody>
                  <a:tcPr>
                    <a:solidFill>
                      <a:srgbClr val="FFFFFF"/>
                    </a:solidFill>
                  </a:tcPr>
                </a:tc>
                <a:tc>
                  <a:txBody>
                    <a:bodyPr/>
                    <a:lstStyle/>
                    <a:p>
                      <a:pPr>
                        <a:defRPr sz="1300">
                          <a:solidFill>
                            <a:srgbClr val="1F1F1F"/>
                          </a:solidFill>
                          <a:latin typeface="Calibri"/>
                        </a:defRPr>
                      </a:pPr>
                      <a:r>
                        <a:t>~2 MB + ~38 MB Qt DLLs</a:t>
                      </a:r>
                    </a:p>
                  </a:txBody>
                  <a:tcPr>
                    <a:solidFill>
                      <a:srgbClr val="FFFFFF"/>
                    </a:solidFill>
                  </a:tcPr>
                </a:tc>
                <a:tc>
                  <a:txBody>
                    <a:bodyPr/>
                    <a:lstStyle/>
                    <a:p>
                      <a:pPr>
                        <a:defRPr sz="1300">
                          <a:solidFill>
                            <a:srgbClr val="1F1F1F"/>
                          </a:solidFill>
                          <a:latin typeface="Calibri"/>
                        </a:defRPr>
                      </a:pPr>
                      <a:r>
                        <a:t>~300 KB</a:t>
                      </a:r>
                    </a:p>
                  </a:txBody>
                  <a:tcPr>
                    <a:solidFill>
                      <a:srgbClr val="FFFFFF"/>
                    </a:solidFill>
                  </a:tcPr>
                </a:tc>
                <a:extLst>
                  <a:ext uri="{0D108BD9-81ED-4DB2-BD59-A6C34878D82A}">
                    <a16:rowId xmlns:a16="http://schemas.microsoft.com/office/drawing/2014/main" val="10003"/>
                  </a:ext>
                </a:extLst>
              </a:tr>
              <a:tr h="347472">
                <a:tc>
                  <a:txBody>
                    <a:bodyPr/>
                    <a:lstStyle/>
                    <a:p>
                      <a:pPr>
                        <a:defRPr sz="1300">
                          <a:solidFill>
                            <a:srgbClr val="1F1F1F"/>
                          </a:solidFill>
                          <a:latin typeface="Calibri"/>
                        </a:defRPr>
                      </a:pPr>
                      <a:r>
                        <a:t>Lab machine Qt install</a:t>
                      </a:r>
                    </a:p>
                  </a:txBody>
                  <a:tcPr>
                    <a:solidFill>
                      <a:srgbClr val="EEF4FB"/>
                    </a:solidFill>
                  </a:tcPr>
                </a:tc>
                <a:tc>
                  <a:txBody>
                    <a:bodyPr/>
                    <a:lstStyle/>
                    <a:p>
                      <a:pPr>
                        <a:defRPr sz="1300">
                          <a:solidFill>
                            <a:srgbClr val="1F1F1F"/>
                          </a:solidFill>
                          <a:latin typeface="Calibri"/>
                        </a:defRPr>
                      </a:pPr>
                      <a:r>
                        <a:t>Required</a:t>
                      </a:r>
                    </a:p>
                  </a:txBody>
                  <a:tcPr>
                    <a:solidFill>
                      <a:srgbClr val="EEF4FB"/>
                    </a:solidFill>
                  </a:tcPr>
                </a:tc>
                <a:tc>
                  <a:txBody>
                    <a:bodyPr/>
                    <a:lstStyle/>
                    <a:p>
                      <a:pPr>
                        <a:defRPr sz="1300">
                          <a:solidFill>
                            <a:srgbClr val="1F1F1F"/>
                          </a:solidFill>
                          <a:latin typeface="Calibri"/>
                        </a:defRPr>
                      </a:pPr>
                      <a:r>
                        <a:t>Not required</a:t>
                      </a:r>
                    </a:p>
                  </a:txBody>
                  <a:tcPr>
                    <a:solidFill>
                      <a:srgbClr val="EEF4FB"/>
                    </a:solidFill>
                  </a:tcPr>
                </a:tc>
                <a:extLst>
                  <a:ext uri="{0D108BD9-81ED-4DB2-BD59-A6C34878D82A}">
                    <a16:rowId xmlns:a16="http://schemas.microsoft.com/office/drawing/2014/main" val="10004"/>
                  </a:ext>
                </a:extLst>
              </a:tr>
              <a:tr h="347472">
                <a:tc>
                  <a:txBody>
                    <a:bodyPr/>
                    <a:lstStyle/>
                    <a:p>
                      <a:pPr>
                        <a:defRPr sz="1300">
                          <a:solidFill>
                            <a:srgbClr val="1F1F1F"/>
                          </a:solidFill>
                          <a:latin typeface="Calibri"/>
                        </a:defRPr>
                      </a:pPr>
                      <a:r>
                        <a:t>QObject / moc in core</a:t>
                      </a:r>
                    </a:p>
                  </a:txBody>
                  <a:tcPr>
                    <a:solidFill>
                      <a:srgbClr val="FFFFFF"/>
                    </a:solidFill>
                  </a:tcPr>
                </a:tc>
                <a:tc>
                  <a:txBody>
                    <a:bodyPr/>
                    <a:lstStyle/>
                    <a:p>
                      <a:pPr>
                        <a:defRPr sz="1300">
                          <a:solidFill>
                            <a:srgbClr val="1F1F1F"/>
                          </a:solidFill>
                          <a:latin typeface="Calibri"/>
                        </a:defRPr>
                      </a:pPr>
                      <a:r>
                        <a:t>Pervasive</a:t>
                      </a:r>
                    </a:p>
                  </a:txBody>
                  <a:tcPr>
                    <a:solidFill>
                      <a:srgbClr val="FFFFFF"/>
                    </a:solidFill>
                  </a:tcPr>
                </a:tc>
                <a:tc>
                  <a:txBody>
                    <a:bodyPr/>
                    <a:lstStyle/>
                    <a:p>
                      <a:pPr>
                        <a:defRPr sz="1300">
                          <a:solidFill>
                            <a:srgbClr val="1F1F1F"/>
                          </a:solidFill>
                          <a:latin typeface="Calibri"/>
                        </a:defRPr>
                      </a:pPr>
                      <a:r>
                        <a:t>Zero</a:t>
                      </a:r>
                    </a:p>
                  </a:txBody>
                  <a:tcPr>
                    <a:solidFill>
                      <a:srgbClr val="FFFFFF"/>
                    </a:solidFill>
                  </a:tcPr>
                </a:tc>
                <a:extLst>
                  <a:ext uri="{0D108BD9-81ED-4DB2-BD59-A6C34878D82A}">
                    <a16:rowId xmlns:a16="http://schemas.microsoft.com/office/drawing/2014/main" val="10005"/>
                  </a:ext>
                </a:extLst>
              </a:tr>
              <a:tr h="347472">
                <a:tc>
                  <a:txBody>
                    <a:bodyPr/>
                    <a:lstStyle/>
                    <a:p>
                      <a:pPr>
                        <a:defRPr sz="1300">
                          <a:solidFill>
                            <a:srgbClr val="1F1F1F"/>
                          </a:solidFill>
                          <a:latin typeface="Calibri"/>
                        </a:defRPr>
                      </a:pPr>
                      <a:r>
                        <a:t>Multi-subscriber callbacks</a:t>
                      </a:r>
                    </a:p>
                  </a:txBody>
                  <a:tcPr>
                    <a:solidFill>
                      <a:srgbClr val="EEF4FB"/>
                    </a:solidFill>
                  </a:tcPr>
                </a:tc>
                <a:tc>
                  <a:txBody>
                    <a:bodyPr/>
                    <a:lstStyle/>
                    <a:p>
                      <a:pPr>
                        <a:defRPr sz="1300">
                          <a:solidFill>
                            <a:srgbClr val="1F1F1F"/>
                          </a:solidFill>
                          <a:latin typeface="Calibri"/>
                        </a:defRPr>
                      </a:pPr>
                      <a:r>
                        <a:t>Via Qt signals</a:t>
                      </a:r>
                    </a:p>
                  </a:txBody>
                  <a:tcPr>
                    <a:solidFill>
                      <a:srgbClr val="EEF4FB"/>
                    </a:solidFill>
                  </a:tcPr>
                </a:tc>
                <a:tc>
                  <a:txBody>
                    <a:bodyPr/>
                    <a:lstStyle/>
                    <a:p>
                      <a:pPr>
                        <a:defRPr sz="1300">
                          <a:solidFill>
                            <a:srgbClr val="1F1F1F"/>
                          </a:solidFill>
                          <a:latin typeface="Calibri"/>
                        </a:defRPr>
                      </a:pPr>
                      <a:r>
                        <a:t>Via qtac::Signal&lt;&gt;</a:t>
                      </a:r>
                    </a:p>
                  </a:txBody>
                  <a:tcPr>
                    <a:solidFill>
                      <a:srgbClr val="EEF4FB"/>
                    </a:solidFill>
                  </a:tcPr>
                </a:tc>
                <a:extLst>
                  <a:ext uri="{0D108BD9-81ED-4DB2-BD59-A6C34878D82A}">
                    <a16:rowId xmlns:a16="http://schemas.microsoft.com/office/drawing/2014/main" val="10006"/>
                  </a:ext>
                </a:extLst>
              </a:tr>
              <a:tr h="347472">
                <a:tc>
                  <a:txBody>
                    <a:bodyPr/>
                    <a:lstStyle/>
                    <a:p>
                      <a:pPr>
                        <a:defRPr sz="1300">
                          <a:solidFill>
                            <a:srgbClr val="1F1F1F"/>
                          </a:solidFill>
                          <a:latin typeface="Calibri"/>
                        </a:defRPr>
                      </a:pPr>
                      <a:r>
                        <a:t>Thread-safe GUI delivery</a:t>
                      </a:r>
                    </a:p>
                  </a:txBody>
                  <a:tcPr>
                    <a:solidFill>
                      <a:srgbClr val="FFFFFF"/>
                    </a:solidFill>
                  </a:tcPr>
                </a:tc>
                <a:tc>
                  <a:txBody>
                    <a:bodyPr/>
                    <a:lstStyle/>
                    <a:p>
                      <a:pPr>
                        <a:defRPr sz="1300">
                          <a:solidFill>
                            <a:srgbClr val="1F1F1F"/>
                          </a:solidFill>
                          <a:latin typeface="Calibri"/>
                        </a:defRPr>
                      </a:pPr>
                      <a:r>
                        <a:t>Qt auto-marshaling</a:t>
                      </a:r>
                    </a:p>
                  </a:txBody>
                  <a:tcPr>
                    <a:solidFill>
                      <a:srgbClr val="FFFFFF"/>
                    </a:solidFill>
                  </a:tcPr>
                </a:tc>
                <a:tc>
                  <a:txBody>
                    <a:bodyPr/>
                    <a:lstStyle/>
                    <a:p>
                      <a:pPr>
                        <a:defRPr sz="1300">
                          <a:solidFill>
                            <a:srgbClr val="1F1F1F"/>
                          </a:solidFill>
                          <a:latin typeface="Calibri"/>
                        </a:defRPr>
                      </a:pPr>
                      <a:r>
                        <a:t>Bridge + QueuedConnection</a:t>
                      </a:r>
                    </a:p>
                  </a:txBody>
                  <a:tcPr>
                    <a:solidFill>
                      <a:srgbClr val="FFFFFF"/>
                    </a:solidFill>
                  </a:tcPr>
                </a:tc>
                <a:extLst>
                  <a:ext uri="{0D108BD9-81ED-4DB2-BD59-A6C34878D82A}">
                    <a16:rowId xmlns:a16="http://schemas.microsoft.com/office/drawing/2014/main" val="10007"/>
                  </a:ext>
                </a:extLst>
              </a:tr>
              <a:tr h="347472">
                <a:tc>
                  <a:txBody>
                    <a:bodyPr/>
                    <a:lstStyle/>
                    <a:p>
                      <a:pPr>
                        <a:defRPr sz="1300">
                          <a:solidFill>
                            <a:srgbClr val="1F1F1F"/>
                          </a:solidFill>
                          <a:latin typeface="Calibri"/>
                        </a:defRPr>
                      </a:pPr>
                      <a:r>
                        <a:t>Test coverage</a:t>
                      </a:r>
                    </a:p>
                  </a:txBody>
                  <a:tcPr>
                    <a:solidFill>
                      <a:srgbClr val="EEF4FB"/>
                    </a:solidFill>
                  </a:tcPr>
                </a:tc>
                <a:tc>
                  <a:txBody>
                    <a:bodyPr/>
                    <a:lstStyle/>
                    <a:p>
                      <a:pPr>
                        <a:defRPr sz="1300">
                          <a:solidFill>
                            <a:srgbClr val="1F1F1F"/>
                          </a:solidFill>
                          <a:latin typeface="Calibri"/>
                        </a:defRPr>
                      </a:pPr>
                      <a:r>
                        <a:t>Manual only</a:t>
                      </a:r>
                    </a:p>
                  </a:txBody>
                  <a:tcPr>
                    <a:solidFill>
                      <a:srgbClr val="EEF4FB"/>
                    </a:solidFill>
                  </a:tcPr>
                </a:tc>
                <a:tc>
                  <a:txBody>
                    <a:bodyPr/>
                    <a:lstStyle/>
                    <a:p>
                      <a:pPr>
                        <a:defRPr sz="1300">
                          <a:solidFill>
                            <a:srgbClr val="1F1F1F"/>
                          </a:solidFill>
                          <a:latin typeface="Calibri"/>
                        </a:defRPr>
                      </a:pPr>
                      <a:r>
                        <a:t>Unit tests + hardware integration tests</a:t>
                      </a:r>
                    </a:p>
                  </a:txBody>
                  <a:tcPr>
                    <a:solidFill>
                      <a:srgbClr val="EEF4FB"/>
                    </a:solidFill>
                  </a:tcPr>
                </a:tc>
                <a:extLst>
                  <a:ext uri="{0D108BD9-81ED-4DB2-BD59-A6C34878D82A}">
                    <a16:rowId xmlns:a16="http://schemas.microsoft.com/office/drawing/2014/main" val="10008"/>
                  </a:ext>
                </a:extLst>
              </a:tr>
              <a:tr h="347472">
                <a:tc>
                  <a:txBody>
                    <a:bodyPr/>
                    <a:lstStyle/>
                    <a:p>
                      <a:pPr>
                        <a:defRPr sz="1300">
                          <a:solidFill>
                            <a:srgbClr val="1F1F1F"/>
                          </a:solidFill>
                          <a:latin typeface="Calibri"/>
                        </a:defRPr>
                      </a:pPr>
                      <a:r>
                        <a:t>PSoC / PIC32CX support</a:t>
                      </a:r>
                    </a:p>
                  </a:txBody>
                  <a:tcPr>
                    <a:solidFill>
                      <a:srgbClr val="FFFFFF"/>
                    </a:solidFill>
                  </a:tcPr>
                </a:tc>
                <a:tc>
                  <a:txBody>
                    <a:bodyPr/>
                    <a:lstStyle/>
                    <a:p>
                      <a:pPr>
                        <a:defRPr sz="1300">
                          <a:solidFill>
                            <a:srgbClr val="1F1F1F"/>
                          </a:solidFill>
                          <a:latin typeface="Calibri"/>
                        </a:defRPr>
                      </a:pPr>
                      <a:r>
                        <a:t>Legacy Qt path only</a:t>
                      </a:r>
                    </a:p>
                  </a:txBody>
                  <a:tcPr>
                    <a:solidFill>
                      <a:srgbClr val="FFFFFF"/>
                    </a:solidFill>
                  </a:tcPr>
                </a:tc>
                <a:tc>
                  <a:txBody>
                    <a:bodyPr/>
                    <a:lstStyle/>
                    <a:p>
                      <a:pPr>
                        <a:defRPr sz="1300">
                          <a:solidFill>
                            <a:srgbClr val="1F1F1F"/>
                          </a:solidFill>
                          <a:latin typeface="Calibri"/>
                        </a:defRPr>
                      </a:pPr>
                      <a:r>
                        <a:t>New Qt-free path</a:t>
                      </a:r>
                    </a:p>
                  </a:txBody>
                  <a:tcP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Demo: New GUI vs. Legacy TAC.exe</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68680"/>
            <a:ext cx="5029200" cy="365760"/>
          </a:xfrm>
          <a:prstGeom prst="rect">
            <a:avLst/>
          </a:prstGeom>
          <a:noFill/>
        </p:spPr>
        <p:txBody>
          <a:bodyPr wrap="square">
            <a:spAutoFit/>
          </a:bodyPr>
          <a:lstStyle/>
          <a:p>
            <a:pPr algn="l"/>
            <a:r>
              <a:rPr sz="1600" b="1">
                <a:solidFill>
                  <a:srgbClr val="444444"/>
                </a:solidFill>
                <a:latin typeface="Calibri"/>
              </a:rPr>
              <a:t>Legacy TAC.exe</a:t>
            </a:r>
          </a:p>
        </p:txBody>
      </p:sp>
      <p:sp>
        <p:nvSpPr>
          <p:cNvPr id="5" name="TextBox 4"/>
          <p:cNvSpPr txBox="1"/>
          <p:nvPr/>
        </p:nvSpPr>
        <p:spPr>
          <a:xfrm>
            <a:off x="457200" y="1234440"/>
            <a:ext cx="5029200" cy="4114800"/>
          </a:xfrm>
          <a:prstGeom prst="rect">
            <a:avLst/>
          </a:prstGeom>
          <a:noFill/>
        </p:spPr>
        <p:txBody>
          <a:bodyPr wrap="square">
            <a:spAutoFit/>
          </a:bodyPr>
          <a:lstStyle/>
          <a:p>
            <a:pPr>
              <a:spcBef>
                <a:spcPts val="200"/>
              </a:spcBef>
            </a:pPr>
            <a:r>
              <a:rPr sz="1400">
                <a:solidFill>
                  <a:srgbClr val="1F1F1F"/>
                </a:solidFill>
                <a:latin typeface="Calibri"/>
              </a:rPr>
              <a:t>•  Launch TAC.exe</a:t>
            </a:r>
          </a:p>
          <a:p>
            <a:pPr>
              <a:spcBef>
                <a:spcPts val="200"/>
              </a:spcBef>
            </a:pPr>
            <a:r>
              <a:rPr sz="1400">
                <a:solidFill>
                  <a:srgbClr val="1F1F1F"/>
                </a:solidFill>
                <a:latin typeface="Calibri"/>
              </a:rPr>
              <a:t>•  Connect to ALPACA-LITE MTP8975 (platform 13)</a:t>
            </a:r>
          </a:p>
          <a:p>
            <a:pPr>
              <a:spcBef>
                <a:spcPts val="200"/>
              </a:spcBef>
            </a:pPr>
            <a:r>
              <a:rPr sz="1400">
                <a:solidFill>
                  <a:srgbClr val="1F1F1F"/>
                </a:solidFill>
                <a:latin typeface="Calibri"/>
              </a:rPr>
              <a:t>•  Show device info: hardware type, firmware, serial, platform ID</a:t>
            </a:r>
          </a:p>
          <a:p>
            <a:pPr>
              <a:spcBef>
                <a:spcPts val="200"/>
              </a:spcBef>
            </a:pPr>
            <a:r>
              <a:rPr sz="1400">
                <a:solidFill>
                  <a:srgbClr val="1F1F1F"/>
                </a:solidFill>
                <a:latin typeface="Calibri"/>
              </a:rPr>
              <a:t>•  Show pin tabs: General, FTDI layout, Terminal</a:t>
            </a:r>
          </a:p>
          <a:p>
            <a:pPr>
              <a:spcBef>
                <a:spcPts val="200"/>
              </a:spcBef>
            </a:pPr>
            <a:r>
              <a:rPr sz="1400">
                <a:solidFill>
                  <a:srgbClr val="1F1F1F"/>
                </a:solidFill>
                <a:latin typeface="Calibri"/>
              </a:rPr>
              <a:t>•  Show Quick Settings buttons and Variables</a:t>
            </a:r>
          </a:p>
          <a:p>
            <a:pPr>
              <a:spcBef>
                <a:spcPts val="200"/>
              </a:spcBef>
            </a:pPr>
            <a:r>
              <a:rPr sz="1400">
                <a:solidFill>
                  <a:srgbClr val="1F1F1F"/>
                </a:solidFill>
                <a:latin typeface="Calibri"/>
              </a:rPr>
              <a:t>•  Toggle a pin — show LED / physical response</a:t>
            </a:r>
          </a:p>
        </p:txBody>
      </p:sp>
      <p:sp>
        <p:nvSpPr>
          <p:cNvPr id="6" name="TextBox 5"/>
          <p:cNvSpPr txBox="1"/>
          <p:nvPr/>
        </p:nvSpPr>
        <p:spPr>
          <a:xfrm>
            <a:off x="6217920" y="868680"/>
            <a:ext cx="5577840" cy="365760"/>
          </a:xfrm>
          <a:prstGeom prst="rect">
            <a:avLst/>
          </a:prstGeom>
          <a:noFill/>
        </p:spPr>
        <p:txBody>
          <a:bodyPr wrap="square">
            <a:spAutoFit/>
          </a:bodyPr>
          <a:lstStyle/>
          <a:p>
            <a:pPr algn="l"/>
            <a:r>
              <a:rPr sz="1600" b="1">
                <a:solidFill>
                  <a:srgbClr val="0070C0"/>
                </a:solidFill>
                <a:latin typeface="Calibri"/>
              </a:rPr>
              <a:t>New qtac-app.exe</a:t>
            </a:r>
          </a:p>
        </p:txBody>
      </p:sp>
      <p:sp>
        <p:nvSpPr>
          <p:cNvPr id="7" name="TextBox 6"/>
          <p:cNvSpPr txBox="1"/>
          <p:nvPr/>
        </p:nvSpPr>
        <p:spPr>
          <a:xfrm>
            <a:off x="6217920" y="1234440"/>
            <a:ext cx="5577840" cy="4114800"/>
          </a:xfrm>
          <a:prstGeom prst="rect">
            <a:avLst/>
          </a:prstGeom>
          <a:noFill/>
        </p:spPr>
        <p:txBody>
          <a:bodyPr wrap="square">
            <a:spAutoFit/>
          </a:bodyPr>
          <a:lstStyle/>
          <a:p>
            <a:pPr>
              <a:spcBef>
                <a:spcPts val="200"/>
              </a:spcBef>
            </a:pPr>
            <a:r>
              <a:rPr sz="1400">
                <a:solidFill>
                  <a:srgbClr val="1F1F1F"/>
                </a:solidFill>
                <a:latin typeface="Calibri"/>
              </a:rPr>
              <a:t>•  Launch qtac-app.exe</a:t>
            </a:r>
          </a:p>
          <a:p>
            <a:pPr>
              <a:spcBef>
                <a:spcPts val="200"/>
              </a:spcBef>
            </a:pPr>
            <a:r>
              <a:rPr sz="1400">
                <a:solidFill>
                  <a:srgbClr val="1F1F1F"/>
                </a:solidFill>
                <a:latin typeface="Calibri"/>
              </a:rPr>
              <a:t>•  Connect to same device (device selection dialog)</a:t>
            </a:r>
          </a:p>
          <a:p>
            <a:pPr>
              <a:spcBef>
                <a:spcPts val="200"/>
              </a:spcBef>
            </a:pPr>
            <a:r>
              <a:rPr sz="1400">
                <a:solidFill>
                  <a:srgbClr val="1F1F1F"/>
                </a:solidFill>
                <a:latin typeface="Calibri"/>
              </a:rPr>
              <a:t>•  Show Device Info tab — same fields</a:t>
            </a:r>
          </a:p>
          <a:p>
            <a:pPr>
              <a:spcBef>
                <a:spcPts val="200"/>
              </a:spcBef>
            </a:pPr>
            <a:r>
              <a:rPr sz="1400">
                <a:solidFill>
                  <a:srgbClr val="1F1F1F"/>
                </a:solidFill>
                <a:latin typeface="Calibri"/>
              </a:rPr>
              <a:t>•  Show pin tabs — General, tcnf-defined tabs, Terminal</a:t>
            </a:r>
          </a:p>
          <a:p>
            <a:pPr>
              <a:spcBef>
                <a:spcPts val="200"/>
              </a:spcBef>
            </a:pPr>
            <a:r>
              <a:rPr sz="1400">
                <a:solidFill>
                  <a:srgbClr val="1F1F1F"/>
                </a:solidFill>
                <a:latin typeface="Calibri"/>
              </a:rPr>
              <a:t>•  Show Quick Settings buttons, Variables — same functionality</a:t>
            </a:r>
          </a:p>
          <a:p>
            <a:pPr>
              <a:spcBef>
                <a:spcPts val="200"/>
              </a:spcBef>
            </a:pPr>
            <a:r>
              <a:rPr sz="1400">
                <a:solidFill>
                  <a:srgbClr val="1F1F1F"/>
                </a:solidFill>
                <a:latin typeface="Calibri"/>
              </a:rPr>
              <a:t>•  Toggle same pin — verify parity</a:t>
            </a:r>
          </a:p>
          <a:p>
            <a:pPr>
              <a:spcBef>
                <a:spcPts val="200"/>
              </a:spcBef>
            </a:pPr>
            <a:r>
              <a:rPr sz="1400">
                <a:solidFill>
                  <a:srgbClr val="1F1F1F"/>
                </a:solidFill>
                <a:latin typeface="Calibri"/>
              </a:rPr>
              <a:t>•  Show Preferences → auto-shutdown, open last device</a:t>
            </a:r>
          </a:p>
          <a:p>
            <a:pPr>
              <a:spcBef>
                <a:spcPts val="200"/>
              </a:spcBef>
            </a:pPr>
            <a:r>
              <a:rPr sz="1400">
                <a:solidFill>
                  <a:srgbClr val="1F1F1F"/>
                </a:solidFill>
                <a:latin typeface="Calibri"/>
              </a:rPr>
              <a:t>•  Disconnect and reconnect — open last device on startup</a:t>
            </a:r>
          </a:p>
        </p:txBody>
      </p:sp>
      <p:sp>
        <p:nvSpPr>
          <p:cNvPr id="8" name="TextBox 7"/>
          <p:cNvSpPr txBox="1"/>
          <p:nvPr/>
        </p:nvSpPr>
        <p:spPr>
          <a:xfrm>
            <a:off x="457200" y="5669280"/>
            <a:ext cx="11247120" cy="457200"/>
          </a:xfrm>
          <a:prstGeom prst="rect">
            <a:avLst/>
          </a:prstGeom>
          <a:noFill/>
        </p:spPr>
        <p:txBody>
          <a:bodyPr wrap="square">
            <a:spAutoFit/>
          </a:bodyPr>
          <a:lstStyle/>
          <a:p>
            <a:pPr algn="l"/>
            <a:r>
              <a:rPr sz="1300" b="0">
                <a:solidFill>
                  <a:srgbClr val="444444"/>
                </a:solidFill>
                <a:latin typeface="Calibri"/>
              </a:rPr>
              <a:t>TACDev.dll Python demo available in Appendix G if time allows.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Known Gaps / Future Work</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05840"/>
            <a:ext cx="11247120" cy="5029200"/>
          </a:xfrm>
          <a:prstGeom prst="rect">
            <a:avLst/>
          </a:prstGeom>
          <a:noFill/>
        </p:spPr>
        <p:txBody>
          <a:bodyPr wrap="square">
            <a:spAutoFit/>
          </a:bodyPr>
          <a:lstStyle/>
          <a:p>
            <a:pPr>
              <a:spcBef>
                <a:spcPts val="200"/>
              </a:spcBef>
            </a:pPr>
            <a:r>
              <a:rPr sz="1800">
                <a:solidFill>
                  <a:srgbClr val="1F1F1F"/>
                </a:solidFill>
                <a:latin typeface="Calibri"/>
              </a:rPr>
              <a:t>•  Some legacy GUI features not yet ported (help system, some device-type-specific dialogs)</a:t>
            </a:r>
          </a:p>
          <a:p>
            <a:pPr>
              <a:spcBef>
                <a:spcPts val="200"/>
              </a:spcBef>
            </a:pPr>
            <a:r>
              <a:rPr sz="1800">
                <a:solidFill>
                  <a:srgbClr val="1F1F1F"/>
                </a:solidFill>
                <a:latin typeface="Calibri"/>
              </a:rPr>
              <a:t>•  Linux support: SerialPortInfo_posix.cpp is stubbed</a:t>
            </a:r>
          </a:p>
          <a:p>
            <a:pPr>
              <a:spcBef>
                <a:spcPts val="200"/>
              </a:spcBef>
            </a:pPr>
            <a:r>
              <a:rPr sz="1600">
                <a:solidFill>
                  <a:srgbClr val="444444"/>
                </a:solidFill>
                <a:latin typeface="Calibri"/>
              </a:rPr>
              <a:t>  •  libserialport is cross-platform — Win32 path fully tested, Linux build not yet validated on hardware</a:t>
            </a:r>
          </a:p>
          <a:p>
            <a:pPr>
              <a:spcBef>
                <a:spcPts val="200"/>
              </a:spcBef>
            </a:pPr>
            <a:r>
              <a:rPr sz="1800">
                <a:solidFill>
                  <a:srgbClr val="1F1F1F"/>
                </a:solidFill>
                <a:latin typeface="Calibri"/>
              </a:rPr>
              <a:t>•  AlpacaScript validateScript() not yet exposed in new API</a:t>
            </a:r>
          </a:p>
          <a:p>
            <a:pPr>
              <a:spcBef>
                <a:spcPts val="200"/>
              </a:spcBef>
            </a:pPr>
            <a:r>
              <a:rPr sz="1800">
                <a:solidFill>
                  <a:srgbClr val="1F1F1F"/>
                </a:solidFill>
                <a:latin typeface="Calibri"/>
              </a:rPr>
              <a:t>•  Full automated test suite against all hardware variants still in progress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30000" cy="548640"/>
          </a:xfrm>
          <a:prstGeom prst="rect">
            <a:avLst/>
          </a:prstGeom>
          <a:noFill/>
        </p:spPr>
        <p:txBody>
          <a:bodyPr wrap="square">
            <a:spAutoFit/>
          </a:bodyPr>
          <a:lstStyle/>
          <a:p>
            <a:pPr algn="l"/>
            <a:r>
              <a:rPr sz="2400" b="1">
                <a:solidFill>
                  <a:srgbClr val="0070C0"/>
                </a:solidFill>
                <a:latin typeface="Calibri"/>
              </a:rPr>
              <a:t>Summary</a:t>
            </a:r>
          </a:p>
        </p:txBody>
      </p:sp>
      <p:sp>
        <p:nvSpPr>
          <p:cNvPr id="3" name="Rectangle 2"/>
          <p:cNvSpPr/>
          <p:nvPr/>
        </p:nvSpPr>
        <p:spPr>
          <a:xfrm>
            <a:off x="365760" y="731520"/>
            <a:ext cx="11430000" cy="1828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0"/>
            <a:ext cx="11247120" cy="594360"/>
          </a:xfrm>
          <a:prstGeom prst="rect">
            <a:avLst/>
          </a:prstGeom>
          <a:noFill/>
        </p:spPr>
        <p:txBody>
          <a:bodyPr wrap="square">
            <a:spAutoFit/>
          </a:bodyPr>
          <a:lstStyle/>
          <a:p>
            <a:pPr algn="l"/>
            <a:r>
              <a:rPr sz="2000" b="1">
                <a:solidFill>
                  <a:srgbClr val="0070C0"/>
                </a:solidFill>
                <a:latin typeface="Calibri"/>
              </a:rPr>
              <a:t>We removed Qt from the QTAC device core without breaking any existing functionality.</a:t>
            </a:r>
          </a:p>
        </p:txBody>
      </p:sp>
      <p:graphicFrame>
        <p:nvGraphicFramePr>
          <p:cNvPr id="5" name="Table 4"/>
          <p:cNvGraphicFramePr>
            <a:graphicFrameLocks noGrp="1"/>
          </p:cNvGraphicFramePr>
          <p:nvPr/>
        </p:nvGraphicFramePr>
        <p:xfrm>
          <a:off x="457200" y="1691640"/>
          <a:ext cx="11247120" cy="208483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347472">
                <a:tc>
                  <a:txBody>
                    <a:bodyPr/>
                    <a:lstStyle/>
                    <a:p>
                      <a:pPr>
                        <a:defRPr sz="1400" b="1">
                          <a:solidFill>
                            <a:srgbClr val="FFFFFF"/>
                          </a:solidFill>
                          <a:latin typeface="Calibri"/>
                        </a:defRPr>
                      </a:pPr>
                      <a:r>
                        <a:t>Decision</a:t>
                      </a:r>
                    </a:p>
                  </a:txBody>
                  <a:tcPr>
                    <a:solidFill>
                      <a:srgbClr val="0070C0"/>
                    </a:solidFill>
                  </a:tcPr>
                </a:tc>
                <a:tc>
                  <a:txBody>
                    <a:bodyPr/>
                    <a:lstStyle/>
                    <a:p>
                      <a:pPr>
                        <a:defRPr sz="1400" b="1">
                          <a:solidFill>
                            <a:srgbClr val="FFFFFF"/>
                          </a:solidFill>
                          <a:latin typeface="Calibri"/>
                        </a:defRPr>
                      </a:pPr>
                      <a:r>
                        <a:t>What it gave us</a:t>
                      </a:r>
                    </a:p>
                  </a:txBody>
                  <a:tcPr>
                    <a:solidFill>
                      <a:srgbClr val="0070C0"/>
                    </a:solidFill>
                  </a:tcPr>
                </a:tc>
                <a:extLst>
                  <a:ext uri="{0D108BD9-81ED-4DB2-BD59-A6C34878D82A}">
                    <a16:rowId xmlns:a16="http://schemas.microsoft.com/office/drawing/2014/main" val="10000"/>
                  </a:ext>
                </a:extLst>
              </a:tr>
              <a:tr h="347472">
                <a:tc>
                  <a:txBody>
                    <a:bodyPr/>
                    <a:lstStyle/>
                    <a:p>
                      <a:pPr>
                        <a:defRPr sz="1400">
                          <a:solidFill>
                            <a:srgbClr val="1F1F1F"/>
                          </a:solidFill>
                          <a:latin typeface="Calibri"/>
                        </a:defRPr>
                      </a:pPr>
                      <a:r>
                        <a:t>qtac:: wrappers</a:t>
                      </a:r>
                    </a:p>
                  </a:txBody>
                  <a:tcPr>
                    <a:solidFill>
                      <a:srgbClr val="FFFFFF"/>
                    </a:solidFill>
                  </a:tcPr>
                </a:tc>
                <a:tc>
                  <a:txBody>
                    <a:bodyPr/>
                    <a:lstStyle/>
                    <a:p>
                      <a:pPr>
                        <a:defRPr sz="1400">
                          <a:solidFill>
                            <a:srgbClr val="1F1F1F"/>
                          </a:solidFill>
                          <a:latin typeface="Calibri"/>
                        </a:defRPr>
                      </a:pPr>
                      <a:r>
                        <a:t>Minimal call-site changes, Qt-like API, low migration risk</a:t>
                      </a:r>
                    </a:p>
                  </a:txBody>
                  <a:tcPr>
                    <a:solidFill>
                      <a:srgbClr val="FFFFFF"/>
                    </a:solidFill>
                  </a:tcPr>
                </a:tc>
                <a:extLst>
                  <a:ext uri="{0D108BD9-81ED-4DB2-BD59-A6C34878D82A}">
                    <a16:rowId xmlns:a16="http://schemas.microsoft.com/office/drawing/2014/main" val="10001"/>
                  </a:ext>
                </a:extLst>
              </a:tr>
              <a:tr h="347472">
                <a:tc>
                  <a:txBody>
                    <a:bodyPr/>
                    <a:lstStyle/>
                    <a:p>
                      <a:pPr>
                        <a:defRPr sz="1400">
                          <a:solidFill>
                            <a:srgbClr val="1F1F1F"/>
                          </a:solidFill>
                          <a:latin typeface="Calibri"/>
                        </a:defRPr>
                      </a:pPr>
                      <a:r>
                        <a:t>qtac::Signal&lt;&gt;</a:t>
                      </a:r>
                    </a:p>
                  </a:txBody>
                  <a:tcPr>
                    <a:solidFill>
                      <a:srgbClr val="EEF4FB"/>
                    </a:solidFill>
                  </a:tcPr>
                </a:tc>
                <a:tc>
                  <a:txBody>
                    <a:bodyPr/>
                    <a:lstStyle/>
                    <a:p>
                      <a:pPr>
                        <a:defRPr sz="1400">
                          <a:solidFill>
                            <a:srgbClr val="1F1F1F"/>
                          </a:solidFill>
                          <a:latin typeface="Calibri"/>
                        </a:defRPr>
                      </a:pPr>
                      <a:r>
                        <a:t>Multi-subscriber, lifetime-safe callbacks — no Qt meta-object system</a:t>
                      </a:r>
                    </a:p>
                  </a:txBody>
                  <a:tcPr>
                    <a:solidFill>
                      <a:srgbClr val="EEF4FB"/>
                    </a:solidFill>
                  </a:tcPr>
                </a:tc>
                <a:extLst>
                  <a:ext uri="{0D108BD9-81ED-4DB2-BD59-A6C34878D82A}">
                    <a16:rowId xmlns:a16="http://schemas.microsoft.com/office/drawing/2014/main" val="10002"/>
                  </a:ext>
                </a:extLst>
              </a:tr>
              <a:tr h="347472">
                <a:tc>
                  <a:txBody>
                    <a:bodyPr/>
                    <a:lstStyle/>
                    <a:p>
                      <a:pPr>
                        <a:defRPr sz="1400">
                          <a:solidFill>
                            <a:srgbClr val="1F1F1F"/>
                          </a:solidFill>
                          <a:latin typeface="Calibri"/>
                        </a:defRPr>
                      </a:pPr>
                      <a:r>
                        <a:t>Bridge pattern</a:t>
                      </a:r>
                    </a:p>
                  </a:txBody>
                  <a:tcPr>
                    <a:solidFill>
                      <a:srgbClr val="FFFFFF"/>
                    </a:solidFill>
                  </a:tcPr>
                </a:tc>
                <a:tc>
                  <a:txBody>
                    <a:bodyPr/>
                    <a:lstStyle/>
                    <a:p>
                      <a:pPr>
                        <a:defRPr sz="1400">
                          <a:solidFill>
                            <a:srgbClr val="1F1F1F"/>
                          </a:solidFill>
                          <a:latin typeface="Calibri"/>
                        </a:defRPr>
                      </a:pPr>
                      <a:r>
                        <a:t>Clean separation: device core knows nothing about Qt or threads</a:t>
                      </a:r>
                    </a:p>
                  </a:txBody>
                  <a:tcPr>
                    <a:solidFill>
                      <a:srgbClr val="FFFFFF"/>
                    </a:solidFill>
                  </a:tcPr>
                </a:tc>
                <a:extLst>
                  <a:ext uri="{0D108BD9-81ED-4DB2-BD59-A6C34878D82A}">
                    <a16:rowId xmlns:a16="http://schemas.microsoft.com/office/drawing/2014/main" val="10003"/>
                  </a:ext>
                </a:extLst>
              </a:tr>
              <a:tr h="347472">
                <a:tc>
                  <a:txBody>
                    <a:bodyPr/>
                    <a:lstStyle/>
                    <a:p>
                      <a:pPr>
                        <a:defRPr sz="1400">
                          <a:solidFill>
                            <a:srgbClr val="1F1F1F"/>
                          </a:solidFill>
                          <a:latin typeface="Calibri"/>
                        </a:defRPr>
                      </a:pPr>
                      <a:r>
                        <a:t>Preserve legacy code</a:t>
                      </a:r>
                    </a:p>
                  </a:txBody>
                  <a:tcPr>
                    <a:solidFill>
                      <a:srgbClr val="EEF4FB"/>
                    </a:solidFill>
                  </a:tcPr>
                </a:tc>
                <a:tc>
                  <a:txBody>
                    <a:bodyPr/>
                    <a:lstStyle/>
                    <a:p>
                      <a:pPr>
                        <a:defRPr sz="1400">
                          <a:solidFill>
                            <a:srgbClr val="1F1F1F"/>
                          </a:solidFill>
                          <a:latin typeface="Calibri"/>
                        </a:defRPr>
                      </a:pPr>
                      <a:r>
                        <a:t>Zero risk to production — new code coexists in same repo</a:t>
                      </a:r>
                    </a:p>
                  </a:txBody>
                  <a:tcPr>
                    <a:solidFill>
                      <a:srgbClr val="EEF4FB"/>
                    </a:solidFill>
                  </a:tcPr>
                </a:tc>
                <a:extLst>
                  <a:ext uri="{0D108BD9-81ED-4DB2-BD59-A6C34878D82A}">
                    <a16:rowId xmlns:a16="http://schemas.microsoft.com/office/drawing/2014/main" val="10004"/>
                  </a:ext>
                </a:extLst>
              </a:tr>
              <a:tr h="347472">
                <a:tc>
                  <a:txBody>
                    <a:bodyPr/>
                    <a:lstStyle/>
                    <a:p>
                      <a:pPr>
                        <a:defRPr sz="1400">
                          <a:solidFill>
                            <a:srgbClr val="1F1F1F"/>
                          </a:solidFill>
                          <a:latin typeface="Calibri"/>
                        </a:defRPr>
                      </a:pPr>
                      <a:r>
                        <a:t>Qt-free TACDev.dll</a:t>
                      </a:r>
                    </a:p>
                  </a:txBody>
                  <a:tcPr>
                    <a:solidFill>
                      <a:srgbClr val="FFFFFF"/>
                    </a:solidFill>
                  </a:tcPr>
                </a:tc>
                <a:tc>
                  <a:txBody>
                    <a:bodyPr/>
                    <a:lstStyle/>
                    <a:p>
                      <a:pPr>
                        <a:defRPr sz="1400">
                          <a:solidFill>
                            <a:srgbClr val="1F1F1F"/>
                          </a:solidFill>
                          <a:latin typeface="Calibri"/>
                        </a:defRPr>
                      </a:pPr>
                      <a:r>
                        <a:t>No Qt runtime on lab machines, 100× smaller footprint, open-source ready</a:t>
                      </a:r>
                    </a:p>
                  </a:txBody>
                  <a:tcP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5760720"/>
            <a:ext cx="11247120" cy="548640"/>
          </a:xfrm>
          <a:prstGeom prst="rect">
            <a:avLst/>
          </a:prstGeom>
          <a:noFill/>
        </p:spPr>
        <p:txBody>
          <a:bodyPr wrap="square">
            <a:spAutoFit/>
          </a:bodyPr>
          <a:lstStyle/>
          <a:p>
            <a:pPr algn="ctr"/>
            <a:r>
              <a:rPr sz="1400" b="0">
                <a:solidFill>
                  <a:srgbClr val="444444"/>
                </a:solidFill>
                <a:latin typeface="Calibri"/>
              </a:rPr>
              <a:t>The foundation is in place to migrate off the legacy stack incrementally, at the team's pace.</a:t>
            </a:r>
          </a:p>
        </p:txBody>
      </p:sp>
    </p:spTree>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29.jpeg"/></Relationships>
</file>

<file path=ppt/theme/theme1.xml><?xml version="1.0" encoding="utf-8"?>
<a:theme xmlns:a="http://schemas.openxmlformats.org/drawingml/2006/main" name="Qualcomm Corporate Confidential Template - 2024">
  <a:themeElements>
    <a:clrScheme name="Qualcomm Masterbrand Template 1">
      <a:dk1>
        <a:srgbClr val="000000"/>
      </a:dk1>
      <a:lt1>
        <a:srgbClr val="FFFFFF"/>
      </a:lt1>
      <a:dk2>
        <a:srgbClr val="020B3F"/>
      </a:dk2>
      <a:lt2>
        <a:srgbClr val="EFF1F5"/>
      </a:lt2>
      <a:accent1>
        <a:srgbClr val="2A2AEA"/>
      </a:accent1>
      <a:accent2>
        <a:srgbClr val="000C3F"/>
      </a:accent2>
      <a:accent3>
        <a:srgbClr val="010101"/>
      </a:accent3>
      <a:accent4>
        <a:srgbClr val="833AFF"/>
      </a:accent4>
      <a:accent5>
        <a:srgbClr val="F5EF32"/>
      </a:accent5>
      <a:accent6>
        <a:srgbClr val="D3D7E3"/>
      </a:accent6>
      <a:hlink>
        <a:srgbClr val="3253DC"/>
      </a:hlink>
      <a:folHlink>
        <a:srgbClr val="7BA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6000"/>
          </a:lnSpc>
          <a:defRPr dirty="0" err="1">
            <a:solidFill>
              <a:schemeClr val="bg1"/>
            </a:solidFill>
            <a:latin typeface="Microsoft Sans Serif"/>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tx2"/>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lnSpc>
            <a:spcPct val="96000"/>
          </a:lnSpc>
          <a:defRPr sz="1600" dirty="0" smtClean="0">
            <a:solidFill>
              <a:srgbClr val="000000"/>
            </a:solidFill>
            <a:latin typeface="Aptos" panose="020B0004020202020204" pitchFamily="34" charset="0"/>
            <a:cs typeface="Microsoft Sans Serif" panose="020B0604020202020204" pitchFamily="34" charset="0"/>
          </a:defRPr>
        </a:defPPr>
      </a:lstStyle>
    </a:txDef>
  </a:objectDefaults>
  <a:extraClrSchemeLst/>
  <a:extLst>
    <a:ext uri="{05A4C25C-085E-4340-85A3-A5531E510DB2}">
      <thm15:themeFamily xmlns:thm15="http://schemas.microsoft.com/office/thememl/2012/main" name="Presentation6" id="{A6579178-39F1-234B-90DB-791083D4E24E}" vid="{D5B0713D-8095-C642-80BA-B42C31DF8E1F}"/>
    </a:ext>
  </a:extLst>
</a:theme>
</file>

<file path=ppt/theme/theme2.xml><?xml version="1.0" encoding="utf-8"?>
<a:theme xmlns:a="http://schemas.openxmlformats.org/drawingml/2006/main" name="Qualcomm Corporate Confidential Template - 2024 ">
  <a:themeElements>
    <a:clrScheme name="Qualcomm Masterbrand Template 1">
      <a:dk1>
        <a:srgbClr val="000000"/>
      </a:dk1>
      <a:lt1>
        <a:srgbClr val="FFFFFF"/>
      </a:lt1>
      <a:dk2>
        <a:srgbClr val="020B3F"/>
      </a:dk2>
      <a:lt2>
        <a:srgbClr val="EFF1F5"/>
      </a:lt2>
      <a:accent1>
        <a:srgbClr val="2A2AEA"/>
      </a:accent1>
      <a:accent2>
        <a:srgbClr val="000C3F"/>
      </a:accent2>
      <a:accent3>
        <a:srgbClr val="010101"/>
      </a:accent3>
      <a:accent4>
        <a:srgbClr val="833AFF"/>
      </a:accent4>
      <a:accent5>
        <a:srgbClr val="F5EF32"/>
      </a:accent5>
      <a:accent6>
        <a:srgbClr val="D3D7E3"/>
      </a:accent6>
      <a:hlink>
        <a:srgbClr val="3253DC"/>
      </a:hlink>
      <a:folHlink>
        <a:srgbClr val="7BA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6000"/>
          </a:lnSpc>
          <a:defRPr dirty="0" err="1">
            <a:solidFill>
              <a:schemeClr val="bg1"/>
            </a:solidFill>
            <a:latin typeface="Microsoft Sans Serif"/>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tx2"/>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lnSpc>
            <a:spcPct val="96000"/>
          </a:lnSpc>
          <a:defRPr sz="1600" dirty="0" smtClean="0">
            <a:solidFill>
              <a:srgbClr val="000000"/>
            </a:solidFill>
            <a:latin typeface="Aptos" panose="020B0004020202020204" pitchFamily="34" charset="0"/>
            <a:cs typeface="Microsoft Sans Serif" panose="020B0604020202020204" pitchFamily="34" charset="0"/>
          </a:defRPr>
        </a:defPPr>
      </a:lstStyle>
    </a:txDef>
  </a:objectDefaults>
  <a:extraClrSchemeLst/>
  <a:extLst>
    <a:ext uri="{05A4C25C-085E-4340-85A3-A5531E510DB2}">
      <thm15:themeFamily xmlns:thm15="http://schemas.microsoft.com/office/thememl/2012/main" name="Presentation7" id="{1D53640C-E52D-724E-9C97-43F45073782D}" vid="{61441475-1D66-D643-AEEC-30CF1AAD5A81}"/>
    </a:ext>
  </a:extLst>
</a:theme>
</file>

<file path=ppt/theme/theme3.xml><?xml version="1.0" encoding="utf-8"?>
<a:theme xmlns:a="http://schemas.openxmlformats.org/drawingml/2006/main" name="1_Qualcomm Corporate Confidential Template - 2024">
  <a:themeElements>
    <a:clrScheme name="Qualcomm Masterbrand Template 1">
      <a:dk1>
        <a:srgbClr val="000000"/>
      </a:dk1>
      <a:lt1>
        <a:srgbClr val="FFFFFF"/>
      </a:lt1>
      <a:dk2>
        <a:srgbClr val="020B3F"/>
      </a:dk2>
      <a:lt2>
        <a:srgbClr val="EFF1F5"/>
      </a:lt2>
      <a:accent1>
        <a:srgbClr val="2A2AEA"/>
      </a:accent1>
      <a:accent2>
        <a:srgbClr val="000C3F"/>
      </a:accent2>
      <a:accent3>
        <a:srgbClr val="010101"/>
      </a:accent3>
      <a:accent4>
        <a:srgbClr val="833AFF"/>
      </a:accent4>
      <a:accent5>
        <a:srgbClr val="F5EF32"/>
      </a:accent5>
      <a:accent6>
        <a:srgbClr val="D3D7E3"/>
      </a:accent6>
      <a:hlink>
        <a:srgbClr val="3253DC"/>
      </a:hlink>
      <a:folHlink>
        <a:srgbClr val="7BA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6000"/>
          </a:lnSpc>
          <a:defRPr dirty="0" err="1">
            <a:solidFill>
              <a:schemeClr val="bg1"/>
            </a:solidFill>
            <a:latin typeface="Microsoft Sans Serif"/>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tx2"/>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lnSpc>
            <a:spcPct val="96000"/>
          </a:lnSpc>
          <a:defRPr sz="1600" dirty="0" smtClean="0">
            <a:solidFill>
              <a:srgbClr val="000000"/>
            </a:solidFill>
            <a:latin typeface="Aptos" panose="020B0004020202020204" pitchFamily="34" charset="0"/>
            <a:cs typeface="Microsoft Sans Serif" panose="020B0604020202020204" pitchFamily="34" charset="0"/>
          </a:defRPr>
        </a:defPPr>
      </a:lstStyle>
    </a:txDef>
  </a:objectDefaults>
  <a:extraClrSchemeLst/>
  <a:extLst>
    <a:ext uri="{05A4C25C-085E-4340-85A3-A5531E510DB2}">
      <thm15:themeFamily xmlns:thm15="http://schemas.microsoft.com/office/thememl/2012/main" name="Presentation6" id="{A6579178-39F1-234B-90DB-791083D4E24E}" vid="{D5B0713D-8095-C642-80BA-B42C31DF8E1F}"/>
    </a:ext>
  </a:extLst>
</a:theme>
</file>

<file path=ppt/theme/theme4.xml><?xml version="1.0" encoding="utf-8"?>
<a:theme xmlns:a="http://schemas.openxmlformats.org/drawingml/2006/main" name="2_Qualcomm Corporate Confidential Template - 2024">
  <a:themeElements>
    <a:clrScheme name="Qualcomm Masterbrand Template 1">
      <a:dk1>
        <a:srgbClr val="000000"/>
      </a:dk1>
      <a:lt1>
        <a:srgbClr val="FFFFFF"/>
      </a:lt1>
      <a:dk2>
        <a:srgbClr val="020B3F"/>
      </a:dk2>
      <a:lt2>
        <a:srgbClr val="EFF1F5"/>
      </a:lt2>
      <a:accent1>
        <a:srgbClr val="2A2AEA"/>
      </a:accent1>
      <a:accent2>
        <a:srgbClr val="000C3F"/>
      </a:accent2>
      <a:accent3>
        <a:srgbClr val="010101"/>
      </a:accent3>
      <a:accent4>
        <a:srgbClr val="833AFF"/>
      </a:accent4>
      <a:accent5>
        <a:srgbClr val="F5EF32"/>
      </a:accent5>
      <a:accent6>
        <a:srgbClr val="D3D7E3"/>
      </a:accent6>
      <a:hlink>
        <a:srgbClr val="3253DC"/>
      </a:hlink>
      <a:folHlink>
        <a:srgbClr val="7BA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6000"/>
          </a:lnSpc>
          <a:defRPr dirty="0" err="1">
            <a:solidFill>
              <a:schemeClr val="bg1"/>
            </a:solidFill>
            <a:latin typeface="Microsoft Sans Serif"/>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tx2"/>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lnSpc>
            <a:spcPct val="96000"/>
          </a:lnSpc>
          <a:defRPr sz="1600" dirty="0" smtClean="0">
            <a:solidFill>
              <a:srgbClr val="000000"/>
            </a:solidFill>
            <a:latin typeface="Aptos" panose="020B0004020202020204" pitchFamily="34" charset="0"/>
            <a:cs typeface="Microsoft Sans Serif" panose="020B0604020202020204" pitchFamily="34" charset="0"/>
          </a:defRPr>
        </a:defPPr>
      </a:lstStyle>
    </a:txDef>
  </a:objectDefaults>
  <a:extraClrSchemeLst/>
  <a:extLst>
    <a:ext uri="{05A4C25C-085E-4340-85A3-A5531E510DB2}">
      <thm15:themeFamily xmlns:thm15="http://schemas.microsoft.com/office/thememl/2012/main" name="Presentation8" id="{248F0A88-A08A-B547-ACB5-B1977CA42A67}" vid="{FB872BD9-31EB-3D4B-96D5-C99D93E01119}"/>
    </a:ext>
  </a:extLst>
</a:theme>
</file>

<file path=ppt/theme/theme5.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Qualcomm Corporate Template Refresh_4-3_Confidential</Template>
  <TotalTime>15</TotalTime>
  <Words>2507</Words>
  <Application>Microsoft Office PowerPoint</Application>
  <PresentationFormat>Widescreen</PresentationFormat>
  <Paragraphs>391</Paragraphs>
  <Slides>16</Slides>
  <Notes>0</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16</vt:i4>
      </vt:variant>
    </vt:vector>
  </HeadingPairs>
  <TitlesOfParts>
    <vt:vector size="30" baseType="lpstr">
      <vt:lpstr>Alfabet</vt:lpstr>
      <vt:lpstr>Aptos</vt:lpstr>
      <vt:lpstr>Aptos Display</vt:lpstr>
      <vt:lpstr>Arial</vt:lpstr>
      <vt:lpstr>Calibri</vt:lpstr>
      <vt:lpstr>Century Gothic</vt:lpstr>
      <vt:lpstr>Courier New</vt:lpstr>
      <vt:lpstr>Garamond</vt:lpstr>
      <vt:lpstr>Microsoft Sans Serif</vt:lpstr>
      <vt:lpstr>Qualcomm Corporate Confidential Template - 2024</vt:lpstr>
      <vt:lpstr>Qualcomm Corporate Confidential Template - 2024 </vt:lpstr>
      <vt:lpstr>1_Qualcomm Corporate Confidential Template - 2024</vt:lpstr>
      <vt:lpstr>2_Qualcomm Corporate Confidential Template - 2024</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Bryant Forsgren</cp:lastModifiedBy>
  <cp:revision>2</cp:revision>
  <dcterms:created xsi:type="dcterms:W3CDTF">2013-01-27T09:14:16Z</dcterms:created>
  <dcterms:modified xsi:type="dcterms:W3CDTF">2026-08-14T22:49:47Z</dcterms:modified>
  <cp:category/>
</cp:coreProperties>
</file>